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90" r:id="rId1"/>
  </p:sldMasterIdLst>
  <p:sldIdLst>
    <p:sldId id="488" r:id="rId2"/>
    <p:sldId id="446" r:id="rId3"/>
    <p:sldId id="447" r:id="rId4"/>
    <p:sldId id="450" r:id="rId5"/>
    <p:sldId id="448" r:id="rId6"/>
    <p:sldId id="449" r:id="rId7"/>
    <p:sldId id="451" r:id="rId8"/>
    <p:sldId id="479" r:id="rId9"/>
    <p:sldId id="474" r:id="rId10"/>
    <p:sldId id="452" r:id="rId11"/>
    <p:sldId id="453" r:id="rId12"/>
    <p:sldId id="454" r:id="rId13"/>
    <p:sldId id="475" r:id="rId14"/>
    <p:sldId id="480" r:id="rId15"/>
    <p:sldId id="481" r:id="rId16"/>
    <p:sldId id="455" r:id="rId17"/>
    <p:sldId id="456" r:id="rId18"/>
    <p:sldId id="482" r:id="rId19"/>
    <p:sldId id="461" r:id="rId20"/>
    <p:sldId id="463" r:id="rId21"/>
    <p:sldId id="464" r:id="rId22"/>
    <p:sldId id="467" r:id="rId23"/>
    <p:sldId id="465" r:id="rId24"/>
    <p:sldId id="466" r:id="rId25"/>
    <p:sldId id="468" r:id="rId26"/>
    <p:sldId id="469" r:id="rId27"/>
    <p:sldId id="470" r:id="rId28"/>
    <p:sldId id="471" r:id="rId29"/>
    <p:sldId id="476" r:id="rId30"/>
    <p:sldId id="472" r:id="rId31"/>
    <p:sldId id="473" r:id="rId32"/>
    <p:sldId id="477" r:id="rId33"/>
    <p:sldId id="483" r:id="rId34"/>
    <p:sldId id="459" r:id="rId35"/>
    <p:sldId id="460" r:id="rId36"/>
    <p:sldId id="430" r:id="rId37"/>
    <p:sldId id="431" r:id="rId38"/>
    <p:sldId id="429" r:id="rId39"/>
    <p:sldId id="457" r:id="rId40"/>
    <p:sldId id="458" r:id="rId41"/>
    <p:sldId id="432" r:id="rId42"/>
    <p:sldId id="433" r:id="rId43"/>
    <p:sldId id="434" r:id="rId44"/>
    <p:sldId id="436" r:id="rId45"/>
    <p:sldId id="435" r:id="rId46"/>
    <p:sldId id="438" r:id="rId47"/>
    <p:sldId id="441" r:id="rId48"/>
    <p:sldId id="439" r:id="rId49"/>
    <p:sldId id="442" r:id="rId50"/>
    <p:sldId id="443" r:id="rId51"/>
    <p:sldId id="444" r:id="rId52"/>
    <p:sldId id="445" r:id="rId53"/>
    <p:sldId id="484" r:id="rId54"/>
    <p:sldId id="485" r:id="rId55"/>
    <p:sldId id="486" r:id="rId56"/>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Помір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1" d="100"/>
          <a:sy n="81" d="100"/>
        </p:scale>
        <p:origin x="10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ий слайд">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uk-UA" smtClean="0"/>
              <a:t>Зразок заголовка</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uk-UA" smtClean="0"/>
              <a:t>Зразок підзаголовка</a:t>
            </a:r>
            <a:endParaRPr lang="en-US" dirty="0"/>
          </a:p>
        </p:txBody>
      </p:sp>
      <p:sp>
        <p:nvSpPr>
          <p:cNvPr id="4" name="Date Placeholder 3"/>
          <p:cNvSpPr>
            <a:spLocks noGrp="1"/>
          </p:cNvSpPr>
          <p:nvPr>
            <p:ph type="dt" sz="half" idx="10"/>
          </p:nvPr>
        </p:nvSpPr>
        <p:spPr/>
        <p:txBody>
          <a:bodyPr/>
          <a:lstStyle/>
          <a:p>
            <a:fld id="{43787D78-8B73-4B5E-9B49-4BEA9D4AC6EA}" type="datetimeFigureOut">
              <a:rPr lang="uk-UA" smtClean="0"/>
              <a:t>26.04.2026</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CCAB382-BA9C-410C-B127-0923C6B224E3}" type="slidenum">
              <a:rPr lang="uk-UA" smtClean="0"/>
              <a:t>‹№›</a:t>
            </a:fld>
            <a:endParaRPr lang="uk-UA"/>
          </a:p>
        </p:txBody>
      </p:sp>
    </p:spTree>
    <p:extLst>
      <p:ext uri="{BB962C8B-B14F-4D97-AF65-F5344CB8AC3E}">
        <p14:creationId xmlns:p14="http://schemas.microsoft.com/office/powerpoint/2010/main" val="2806361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і об'єкт">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uk-UA" smtClean="0"/>
              <a:t>Зразок заголовка</a:t>
            </a:r>
            <a:endParaRPr lang="en-US" dirty="0"/>
          </a:p>
        </p:txBody>
      </p:sp>
      <p:sp>
        <p:nvSpPr>
          <p:cNvPr id="3" name="Content Placeholder 2"/>
          <p:cNvSpPr>
            <a:spLocks noGrp="1"/>
          </p:cNvSpPr>
          <p:nvPr>
            <p:ph idx="1"/>
          </p:nvPr>
        </p:nvSpPr>
        <p:spPr/>
        <p:txBody>
          <a:bodyPr/>
          <a:lstStyle/>
          <a:p>
            <a:pPr lvl="0"/>
            <a:r>
              <a:rPr lang="uk-UA" smtClean="0"/>
              <a:t>Зразок тексту</a:t>
            </a:r>
          </a:p>
          <a:p>
            <a:pPr lvl="1"/>
            <a:r>
              <a:rPr lang="uk-UA" smtClean="0"/>
              <a:t>Другий рівень</a:t>
            </a:r>
          </a:p>
          <a:p>
            <a:pPr lvl="2"/>
            <a:r>
              <a:rPr lang="uk-UA" smtClean="0"/>
              <a:t>Третій рівень</a:t>
            </a:r>
          </a:p>
          <a:p>
            <a:pPr lvl="3"/>
            <a:r>
              <a:rPr lang="uk-UA" smtClean="0"/>
              <a:t>Четвертий рівень</a:t>
            </a:r>
          </a:p>
          <a:p>
            <a:pPr lvl="4"/>
            <a:r>
              <a:rPr lang="uk-UA" smtClean="0"/>
              <a:t>П'ятий рівень</a:t>
            </a:r>
            <a:endParaRPr lang="en-US" dirty="0"/>
          </a:p>
        </p:txBody>
      </p:sp>
      <p:sp>
        <p:nvSpPr>
          <p:cNvPr id="4" name="Date Placeholder 3"/>
          <p:cNvSpPr>
            <a:spLocks noGrp="1"/>
          </p:cNvSpPr>
          <p:nvPr>
            <p:ph type="dt" sz="half" idx="10"/>
          </p:nvPr>
        </p:nvSpPr>
        <p:spPr/>
        <p:txBody>
          <a:bodyPr/>
          <a:lstStyle/>
          <a:p>
            <a:fld id="{43787D78-8B73-4B5E-9B49-4BEA9D4AC6EA}" type="datetimeFigureOut">
              <a:rPr lang="uk-UA" smtClean="0"/>
              <a:t>26.04.2026</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CCAB382-BA9C-410C-B127-0923C6B224E3}" type="slidenum">
              <a:rPr lang="uk-UA" smtClean="0"/>
              <a:t>‹№›</a:t>
            </a:fld>
            <a:endParaRPr lang="uk-UA"/>
          </a:p>
        </p:txBody>
      </p:sp>
    </p:spTree>
    <p:extLst>
      <p:ext uri="{BB962C8B-B14F-4D97-AF65-F5344CB8AC3E}">
        <p14:creationId xmlns:p14="http://schemas.microsoft.com/office/powerpoint/2010/main" val="1215484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озділу">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uk-UA" smtClean="0"/>
              <a:t>Зразок заголовка</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smtClean="0"/>
              <a:t>Зразок тексту</a:t>
            </a:r>
          </a:p>
        </p:txBody>
      </p:sp>
      <p:sp>
        <p:nvSpPr>
          <p:cNvPr id="4" name="Date Placeholder 3"/>
          <p:cNvSpPr>
            <a:spLocks noGrp="1"/>
          </p:cNvSpPr>
          <p:nvPr>
            <p:ph type="dt" sz="half" idx="10"/>
          </p:nvPr>
        </p:nvSpPr>
        <p:spPr/>
        <p:txBody>
          <a:bodyPr/>
          <a:lstStyle/>
          <a:p>
            <a:fld id="{43787D78-8B73-4B5E-9B49-4BEA9D4AC6EA}" type="datetimeFigureOut">
              <a:rPr lang="uk-UA" smtClean="0"/>
              <a:t>26.04.2026</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CCAB382-BA9C-410C-B127-0923C6B224E3}" type="slidenum">
              <a:rPr lang="uk-UA" smtClean="0"/>
              <a:t>‹№›</a:t>
            </a:fld>
            <a:endParaRPr lang="uk-UA"/>
          </a:p>
        </p:txBody>
      </p:sp>
    </p:spTree>
    <p:extLst>
      <p:ext uri="{BB962C8B-B14F-4D97-AF65-F5344CB8AC3E}">
        <p14:creationId xmlns:p14="http://schemas.microsoft.com/office/powerpoint/2010/main" val="3701943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smtClean="0"/>
              <a:t>Зразок заголовка</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uk-UA" smtClean="0"/>
              <a:t>Зразок тексту</a:t>
            </a:r>
          </a:p>
          <a:p>
            <a:pPr lvl="1"/>
            <a:r>
              <a:rPr lang="uk-UA" smtClean="0"/>
              <a:t>Другий рівень</a:t>
            </a:r>
          </a:p>
          <a:p>
            <a:pPr lvl="2"/>
            <a:r>
              <a:rPr lang="uk-UA" smtClean="0"/>
              <a:t>Третій рівень</a:t>
            </a:r>
          </a:p>
          <a:p>
            <a:pPr lvl="3"/>
            <a:r>
              <a:rPr lang="uk-UA" smtClean="0"/>
              <a:t>Четвертий рівень</a:t>
            </a:r>
          </a:p>
          <a:p>
            <a:pPr lvl="4"/>
            <a:r>
              <a:rPr lang="uk-UA" smtClean="0"/>
              <a:t>П'ятий рівень</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uk-UA" smtClean="0"/>
              <a:t>Зразок тексту</a:t>
            </a:r>
          </a:p>
          <a:p>
            <a:pPr lvl="1"/>
            <a:r>
              <a:rPr lang="uk-UA" smtClean="0"/>
              <a:t>Другий рівень</a:t>
            </a:r>
          </a:p>
          <a:p>
            <a:pPr lvl="2"/>
            <a:r>
              <a:rPr lang="uk-UA" smtClean="0"/>
              <a:t>Третій рівень</a:t>
            </a:r>
          </a:p>
          <a:p>
            <a:pPr lvl="3"/>
            <a:r>
              <a:rPr lang="uk-UA" smtClean="0"/>
              <a:t>Четвертий рівень</a:t>
            </a:r>
          </a:p>
          <a:p>
            <a:pPr lvl="4"/>
            <a:r>
              <a:rPr lang="uk-UA" smtClean="0"/>
              <a:t>П'ятий рівень</a:t>
            </a:r>
            <a:endParaRPr lang="en-US" dirty="0"/>
          </a:p>
        </p:txBody>
      </p:sp>
      <p:sp>
        <p:nvSpPr>
          <p:cNvPr id="5" name="Date Placeholder 4"/>
          <p:cNvSpPr>
            <a:spLocks noGrp="1"/>
          </p:cNvSpPr>
          <p:nvPr>
            <p:ph type="dt" sz="half" idx="10"/>
          </p:nvPr>
        </p:nvSpPr>
        <p:spPr/>
        <p:txBody>
          <a:bodyPr/>
          <a:lstStyle/>
          <a:p>
            <a:fld id="{43787D78-8B73-4B5E-9B49-4BEA9D4AC6EA}" type="datetimeFigureOut">
              <a:rPr lang="uk-UA" smtClean="0"/>
              <a:t>26.04.2026</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4CCAB382-BA9C-410C-B127-0923C6B224E3}" type="slidenum">
              <a:rPr lang="uk-UA" smtClean="0"/>
              <a:t>‹№›</a:t>
            </a:fld>
            <a:endParaRPr lang="uk-UA"/>
          </a:p>
        </p:txBody>
      </p:sp>
    </p:spTree>
    <p:extLst>
      <p:ext uri="{BB962C8B-B14F-4D97-AF65-F5344CB8AC3E}">
        <p14:creationId xmlns:p14="http://schemas.microsoft.com/office/powerpoint/2010/main" val="688923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uk-UA" smtClean="0"/>
              <a:t>Зразок заголовка</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smtClean="0"/>
              <a:t>Зразок тексту</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uk-UA" smtClean="0"/>
              <a:t>Зразок тексту</a:t>
            </a:r>
          </a:p>
          <a:p>
            <a:pPr lvl="1"/>
            <a:r>
              <a:rPr lang="uk-UA" smtClean="0"/>
              <a:t>Другий рівень</a:t>
            </a:r>
          </a:p>
          <a:p>
            <a:pPr lvl="2"/>
            <a:r>
              <a:rPr lang="uk-UA" smtClean="0"/>
              <a:t>Третій рівень</a:t>
            </a:r>
          </a:p>
          <a:p>
            <a:pPr lvl="3"/>
            <a:r>
              <a:rPr lang="uk-UA" smtClean="0"/>
              <a:t>Четвертий рівень</a:t>
            </a:r>
          </a:p>
          <a:p>
            <a:pPr lvl="4"/>
            <a:r>
              <a:rPr lang="uk-UA" smtClean="0"/>
              <a:t>П'ятий рівень</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smtClean="0"/>
              <a:t>Зразок тексту</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uk-UA" smtClean="0"/>
              <a:t>Зразок тексту</a:t>
            </a:r>
          </a:p>
          <a:p>
            <a:pPr lvl="1"/>
            <a:r>
              <a:rPr lang="uk-UA" smtClean="0"/>
              <a:t>Другий рівень</a:t>
            </a:r>
          </a:p>
          <a:p>
            <a:pPr lvl="2"/>
            <a:r>
              <a:rPr lang="uk-UA" smtClean="0"/>
              <a:t>Третій рівень</a:t>
            </a:r>
          </a:p>
          <a:p>
            <a:pPr lvl="3"/>
            <a:r>
              <a:rPr lang="uk-UA" smtClean="0"/>
              <a:t>Четвертий рівень</a:t>
            </a:r>
          </a:p>
          <a:p>
            <a:pPr lvl="4"/>
            <a:r>
              <a:rPr lang="uk-UA" smtClean="0"/>
              <a:t>П'ятий рівень</a:t>
            </a:r>
            <a:endParaRPr lang="en-US" dirty="0"/>
          </a:p>
        </p:txBody>
      </p:sp>
      <p:sp>
        <p:nvSpPr>
          <p:cNvPr id="7" name="Date Placeholder 6"/>
          <p:cNvSpPr>
            <a:spLocks noGrp="1"/>
          </p:cNvSpPr>
          <p:nvPr>
            <p:ph type="dt" sz="half" idx="10"/>
          </p:nvPr>
        </p:nvSpPr>
        <p:spPr/>
        <p:txBody>
          <a:bodyPr/>
          <a:lstStyle/>
          <a:p>
            <a:fld id="{43787D78-8B73-4B5E-9B49-4BEA9D4AC6EA}" type="datetimeFigureOut">
              <a:rPr lang="uk-UA" smtClean="0"/>
              <a:t>26.04.2026</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4CCAB382-BA9C-410C-B127-0923C6B224E3}" type="slidenum">
              <a:rPr lang="uk-UA" smtClean="0"/>
              <a:t>‹№›</a:t>
            </a:fld>
            <a:endParaRPr lang="uk-UA"/>
          </a:p>
        </p:txBody>
      </p:sp>
    </p:spTree>
    <p:extLst>
      <p:ext uri="{BB962C8B-B14F-4D97-AF65-F5344CB8AC3E}">
        <p14:creationId xmlns:p14="http://schemas.microsoft.com/office/powerpoint/2010/main" val="91675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uk-UA" smtClean="0"/>
              <a:t>Зразок заголовка</a:t>
            </a:r>
            <a:endParaRPr lang="en-US" dirty="0"/>
          </a:p>
        </p:txBody>
      </p:sp>
      <p:sp>
        <p:nvSpPr>
          <p:cNvPr id="3" name="Date Placeholder 2"/>
          <p:cNvSpPr>
            <a:spLocks noGrp="1"/>
          </p:cNvSpPr>
          <p:nvPr>
            <p:ph type="dt" sz="half" idx="10"/>
          </p:nvPr>
        </p:nvSpPr>
        <p:spPr/>
        <p:txBody>
          <a:bodyPr/>
          <a:lstStyle/>
          <a:p>
            <a:fld id="{43787D78-8B73-4B5E-9B49-4BEA9D4AC6EA}" type="datetimeFigureOut">
              <a:rPr lang="uk-UA" smtClean="0"/>
              <a:t>26.04.2026</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4CCAB382-BA9C-410C-B127-0923C6B224E3}" type="slidenum">
              <a:rPr lang="uk-UA" smtClean="0"/>
              <a:t>‹№›</a:t>
            </a:fld>
            <a:endParaRPr lang="uk-UA"/>
          </a:p>
        </p:txBody>
      </p:sp>
    </p:spTree>
    <p:extLst>
      <p:ext uri="{BB962C8B-B14F-4D97-AF65-F5344CB8AC3E}">
        <p14:creationId xmlns:p14="http://schemas.microsoft.com/office/powerpoint/2010/main" val="3276050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787D78-8B73-4B5E-9B49-4BEA9D4AC6EA}" type="datetimeFigureOut">
              <a:rPr lang="uk-UA" smtClean="0"/>
              <a:t>26.04.2026</a:t>
            </a:fld>
            <a:endParaRPr lang="uk-UA"/>
          </a:p>
        </p:txBody>
      </p:sp>
      <p:sp>
        <p:nvSpPr>
          <p:cNvPr id="3" name="Footer Placeholder 2"/>
          <p:cNvSpPr>
            <a:spLocks noGrp="1"/>
          </p:cNvSpPr>
          <p:nvPr>
            <p:ph type="ftr" sz="quarter" idx="11"/>
          </p:nvPr>
        </p:nvSpPr>
        <p:spPr/>
        <p:txBody>
          <a:bodyPr/>
          <a:lstStyle/>
          <a:p>
            <a:endParaRPr lang="uk-UA"/>
          </a:p>
        </p:txBody>
      </p:sp>
      <p:sp>
        <p:nvSpPr>
          <p:cNvPr id="4" name="Slide Number Placeholder 3"/>
          <p:cNvSpPr>
            <a:spLocks noGrp="1"/>
          </p:cNvSpPr>
          <p:nvPr>
            <p:ph type="sldNum" sz="quarter" idx="12"/>
          </p:nvPr>
        </p:nvSpPr>
        <p:spPr/>
        <p:txBody>
          <a:bodyPr/>
          <a:lstStyle/>
          <a:p>
            <a:fld id="{4CCAB382-BA9C-410C-B127-0923C6B224E3}" type="slidenum">
              <a:rPr lang="uk-UA" smtClean="0"/>
              <a:t>‹№›</a:t>
            </a:fld>
            <a:endParaRPr lang="uk-UA"/>
          </a:p>
        </p:txBody>
      </p:sp>
    </p:spTree>
    <p:extLst>
      <p:ext uri="{BB962C8B-B14F-4D97-AF65-F5344CB8AC3E}">
        <p14:creationId xmlns:p14="http://schemas.microsoft.com/office/powerpoint/2010/main" val="2926657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uk-UA" smtClean="0"/>
              <a:t>Зразок заголовка</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uk-UA" smtClean="0"/>
              <a:t>Зразок тексту</a:t>
            </a:r>
          </a:p>
          <a:p>
            <a:pPr lvl="1"/>
            <a:r>
              <a:rPr lang="uk-UA" smtClean="0"/>
              <a:t>Другий рівень</a:t>
            </a:r>
          </a:p>
          <a:p>
            <a:pPr lvl="2"/>
            <a:r>
              <a:rPr lang="uk-UA" smtClean="0"/>
              <a:t>Третій рівень</a:t>
            </a:r>
          </a:p>
          <a:p>
            <a:pPr lvl="3"/>
            <a:r>
              <a:rPr lang="uk-UA" smtClean="0"/>
              <a:t>Четвертий рівень</a:t>
            </a:r>
          </a:p>
          <a:p>
            <a:pPr lvl="4"/>
            <a:r>
              <a:rPr lang="uk-UA" smtClean="0"/>
              <a:t>П'ятий рівень</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uk-UA" smtClean="0"/>
              <a:t>Зразок тексту</a:t>
            </a:r>
          </a:p>
        </p:txBody>
      </p:sp>
      <p:sp>
        <p:nvSpPr>
          <p:cNvPr id="5" name="Date Placeholder 4"/>
          <p:cNvSpPr>
            <a:spLocks noGrp="1"/>
          </p:cNvSpPr>
          <p:nvPr>
            <p:ph type="dt" sz="half" idx="10"/>
          </p:nvPr>
        </p:nvSpPr>
        <p:spPr/>
        <p:txBody>
          <a:bodyPr/>
          <a:lstStyle/>
          <a:p>
            <a:fld id="{43787D78-8B73-4B5E-9B49-4BEA9D4AC6EA}" type="datetimeFigureOut">
              <a:rPr lang="uk-UA" smtClean="0"/>
              <a:t>26.04.2026</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4CCAB382-BA9C-410C-B127-0923C6B224E3}" type="slidenum">
              <a:rPr lang="uk-UA" smtClean="0"/>
              <a:t>‹№›</a:t>
            </a:fld>
            <a:endParaRPr lang="uk-UA"/>
          </a:p>
        </p:txBody>
      </p:sp>
    </p:spTree>
    <p:extLst>
      <p:ext uri="{BB962C8B-B14F-4D97-AF65-F5344CB8AC3E}">
        <p14:creationId xmlns:p14="http://schemas.microsoft.com/office/powerpoint/2010/main" val="3164505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Зображення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uk-UA" smtClean="0"/>
              <a:t>Зразок заголовка</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smtClean="0"/>
              <a:t>Клацніть піктограму, щоб додати зображення</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smtClean="0"/>
              <a:t>Зразок тексту</a:t>
            </a:r>
          </a:p>
        </p:txBody>
      </p:sp>
      <p:sp>
        <p:nvSpPr>
          <p:cNvPr id="5" name="Date Placeholder 4"/>
          <p:cNvSpPr>
            <a:spLocks noGrp="1"/>
          </p:cNvSpPr>
          <p:nvPr>
            <p:ph type="dt" sz="half" idx="10"/>
          </p:nvPr>
        </p:nvSpPr>
        <p:spPr/>
        <p:txBody>
          <a:bodyPr/>
          <a:lstStyle/>
          <a:p>
            <a:fld id="{43787D78-8B73-4B5E-9B49-4BEA9D4AC6EA}" type="datetimeFigureOut">
              <a:rPr lang="uk-UA" smtClean="0"/>
              <a:t>26.04.2026</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4CCAB382-BA9C-410C-B127-0923C6B224E3}" type="slidenum">
              <a:rPr lang="uk-UA" smtClean="0"/>
              <a:t>‹№›</a:t>
            </a:fld>
            <a:endParaRPr lang="uk-UA"/>
          </a:p>
        </p:txBody>
      </p:sp>
    </p:spTree>
    <p:extLst>
      <p:ext uri="{BB962C8B-B14F-4D97-AF65-F5344CB8AC3E}">
        <p14:creationId xmlns:p14="http://schemas.microsoft.com/office/powerpoint/2010/main" val="2370014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Назва та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uk-UA" smtClean="0"/>
              <a:t>Зразок заголовка</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smtClean="0"/>
              <a:t>Зразок тексту</a:t>
            </a:r>
          </a:p>
        </p:txBody>
      </p:sp>
      <p:sp>
        <p:nvSpPr>
          <p:cNvPr id="4" name="Date Placeholder 3"/>
          <p:cNvSpPr>
            <a:spLocks noGrp="1"/>
          </p:cNvSpPr>
          <p:nvPr>
            <p:ph type="dt" sz="half" idx="10"/>
          </p:nvPr>
        </p:nvSpPr>
        <p:spPr/>
        <p:txBody>
          <a:bodyPr/>
          <a:lstStyle/>
          <a:p>
            <a:fld id="{43787D78-8B73-4B5E-9B49-4BEA9D4AC6EA}" type="datetimeFigureOut">
              <a:rPr lang="uk-UA" smtClean="0"/>
              <a:t>26.04.2026</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CCAB382-BA9C-410C-B127-0923C6B224E3}" type="slidenum">
              <a:rPr lang="uk-UA" smtClean="0"/>
              <a:t>‹№›</a:t>
            </a:fld>
            <a:endParaRPr lang="uk-UA"/>
          </a:p>
        </p:txBody>
      </p:sp>
    </p:spTree>
    <p:extLst>
      <p:ext uri="{BB962C8B-B14F-4D97-AF65-F5344CB8AC3E}">
        <p14:creationId xmlns:p14="http://schemas.microsoft.com/office/powerpoint/2010/main" val="2426876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Цитата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uk-UA" smtClean="0"/>
              <a:t>Зразок заголовка</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uk-UA" smtClean="0"/>
              <a:t>Зразок тексту</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smtClean="0"/>
              <a:t>Зразок тексту</a:t>
            </a:r>
          </a:p>
        </p:txBody>
      </p:sp>
      <p:sp>
        <p:nvSpPr>
          <p:cNvPr id="4" name="Date Placeholder 3"/>
          <p:cNvSpPr>
            <a:spLocks noGrp="1"/>
          </p:cNvSpPr>
          <p:nvPr>
            <p:ph type="dt" sz="half" idx="10"/>
          </p:nvPr>
        </p:nvSpPr>
        <p:spPr/>
        <p:txBody>
          <a:bodyPr/>
          <a:lstStyle/>
          <a:p>
            <a:fld id="{43787D78-8B73-4B5E-9B49-4BEA9D4AC6EA}" type="datetimeFigureOut">
              <a:rPr lang="uk-UA" smtClean="0"/>
              <a:t>26.04.2026</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CCAB382-BA9C-410C-B127-0923C6B224E3}" type="slidenum">
              <a:rPr lang="uk-UA" smtClean="0"/>
              <a:t>‹№›</a:t>
            </a:fld>
            <a:endParaRPr lang="uk-UA"/>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99963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Картка назви">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uk-UA" smtClean="0"/>
              <a:t>Зразок заголовка</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smtClean="0"/>
              <a:t>Зразок тексту</a:t>
            </a:r>
          </a:p>
        </p:txBody>
      </p:sp>
      <p:sp>
        <p:nvSpPr>
          <p:cNvPr id="4" name="Date Placeholder 3"/>
          <p:cNvSpPr>
            <a:spLocks noGrp="1"/>
          </p:cNvSpPr>
          <p:nvPr>
            <p:ph type="dt" sz="half" idx="10"/>
          </p:nvPr>
        </p:nvSpPr>
        <p:spPr/>
        <p:txBody>
          <a:bodyPr/>
          <a:lstStyle/>
          <a:p>
            <a:fld id="{43787D78-8B73-4B5E-9B49-4BEA9D4AC6EA}" type="datetimeFigureOut">
              <a:rPr lang="uk-UA" smtClean="0"/>
              <a:t>26.04.2026</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CCAB382-BA9C-410C-B127-0923C6B224E3}" type="slidenum">
              <a:rPr lang="uk-UA" smtClean="0"/>
              <a:t>‹№›</a:t>
            </a:fld>
            <a:endParaRPr lang="uk-UA"/>
          </a:p>
        </p:txBody>
      </p:sp>
    </p:spTree>
    <p:extLst>
      <p:ext uri="{BB962C8B-B14F-4D97-AF65-F5344CB8AC3E}">
        <p14:creationId xmlns:p14="http://schemas.microsoft.com/office/powerpoint/2010/main" val="2275115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ка назви цитати">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uk-UA" smtClean="0"/>
              <a:t>Зразок заголовка</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uk-UA" smtClean="0"/>
              <a:t>Зразок тексту</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smtClean="0"/>
              <a:t>Зразок тексту</a:t>
            </a:r>
          </a:p>
        </p:txBody>
      </p:sp>
      <p:sp>
        <p:nvSpPr>
          <p:cNvPr id="4" name="Date Placeholder 3"/>
          <p:cNvSpPr>
            <a:spLocks noGrp="1"/>
          </p:cNvSpPr>
          <p:nvPr>
            <p:ph type="dt" sz="half" idx="10"/>
          </p:nvPr>
        </p:nvSpPr>
        <p:spPr/>
        <p:txBody>
          <a:bodyPr/>
          <a:lstStyle/>
          <a:p>
            <a:fld id="{43787D78-8B73-4B5E-9B49-4BEA9D4AC6EA}" type="datetimeFigureOut">
              <a:rPr lang="uk-UA" smtClean="0"/>
              <a:t>26.04.2026</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CCAB382-BA9C-410C-B127-0923C6B224E3}" type="slidenum">
              <a:rPr lang="uk-UA" smtClean="0"/>
              <a:t>‹№›</a:t>
            </a:fld>
            <a:endParaRPr lang="uk-UA"/>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121449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Істина/хибність">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uk-UA" smtClean="0"/>
              <a:t>Зразок заголовка</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uk-UA" smtClean="0"/>
              <a:t>Зразок тексту</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smtClean="0"/>
              <a:t>Зразок тексту</a:t>
            </a:r>
          </a:p>
        </p:txBody>
      </p:sp>
      <p:sp>
        <p:nvSpPr>
          <p:cNvPr id="4" name="Date Placeholder 3"/>
          <p:cNvSpPr>
            <a:spLocks noGrp="1"/>
          </p:cNvSpPr>
          <p:nvPr>
            <p:ph type="dt" sz="half" idx="10"/>
          </p:nvPr>
        </p:nvSpPr>
        <p:spPr/>
        <p:txBody>
          <a:bodyPr/>
          <a:lstStyle/>
          <a:p>
            <a:fld id="{43787D78-8B73-4B5E-9B49-4BEA9D4AC6EA}" type="datetimeFigureOut">
              <a:rPr lang="uk-UA" smtClean="0"/>
              <a:t>26.04.2026</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CCAB382-BA9C-410C-B127-0923C6B224E3}" type="slidenum">
              <a:rPr lang="uk-UA" smtClean="0"/>
              <a:t>‹№›</a:t>
            </a:fld>
            <a:endParaRPr lang="uk-UA"/>
          </a:p>
        </p:txBody>
      </p:sp>
    </p:spTree>
    <p:extLst>
      <p:ext uri="{BB962C8B-B14F-4D97-AF65-F5344CB8AC3E}">
        <p14:creationId xmlns:p14="http://schemas.microsoft.com/office/powerpoint/2010/main" val="24683236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smtClean="0"/>
              <a:t>Зразок заголовка</a:t>
            </a:r>
            <a:endParaRPr lang="en-US" dirty="0"/>
          </a:p>
        </p:txBody>
      </p:sp>
      <p:sp>
        <p:nvSpPr>
          <p:cNvPr id="3" name="Vertical Text Placeholder 2"/>
          <p:cNvSpPr>
            <a:spLocks noGrp="1"/>
          </p:cNvSpPr>
          <p:nvPr>
            <p:ph type="body" orient="vert" idx="1"/>
          </p:nvPr>
        </p:nvSpPr>
        <p:spPr/>
        <p:txBody>
          <a:bodyPr vert="eaVert"/>
          <a:lstStyle/>
          <a:p>
            <a:pPr lvl="0"/>
            <a:r>
              <a:rPr lang="uk-UA" smtClean="0"/>
              <a:t>Зразок тексту</a:t>
            </a:r>
          </a:p>
          <a:p>
            <a:pPr lvl="1"/>
            <a:r>
              <a:rPr lang="uk-UA" smtClean="0"/>
              <a:t>Другий рівень</a:t>
            </a:r>
          </a:p>
          <a:p>
            <a:pPr lvl="2"/>
            <a:r>
              <a:rPr lang="uk-UA" smtClean="0"/>
              <a:t>Третій рівень</a:t>
            </a:r>
          </a:p>
          <a:p>
            <a:pPr lvl="3"/>
            <a:r>
              <a:rPr lang="uk-UA" smtClean="0"/>
              <a:t>Четвертий рівень</a:t>
            </a:r>
          </a:p>
          <a:p>
            <a:pPr lvl="4"/>
            <a:r>
              <a:rPr lang="uk-UA" smtClean="0"/>
              <a:t>П'ятий рівень</a:t>
            </a:r>
            <a:endParaRPr lang="en-US" dirty="0"/>
          </a:p>
        </p:txBody>
      </p:sp>
      <p:sp>
        <p:nvSpPr>
          <p:cNvPr id="4" name="Date Placeholder 3"/>
          <p:cNvSpPr>
            <a:spLocks noGrp="1"/>
          </p:cNvSpPr>
          <p:nvPr>
            <p:ph type="dt" sz="half" idx="10"/>
          </p:nvPr>
        </p:nvSpPr>
        <p:spPr/>
        <p:txBody>
          <a:bodyPr/>
          <a:lstStyle/>
          <a:p>
            <a:fld id="{43787D78-8B73-4B5E-9B49-4BEA9D4AC6EA}" type="datetimeFigureOut">
              <a:rPr lang="uk-UA" smtClean="0"/>
              <a:t>26.04.2026</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CCAB382-BA9C-410C-B127-0923C6B224E3}" type="slidenum">
              <a:rPr lang="uk-UA" smtClean="0"/>
              <a:t>‹№›</a:t>
            </a:fld>
            <a:endParaRPr lang="uk-UA"/>
          </a:p>
        </p:txBody>
      </p:sp>
    </p:spTree>
    <p:extLst>
      <p:ext uri="{BB962C8B-B14F-4D97-AF65-F5344CB8AC3E}">
        <p14:creationId xmlns:p14="http://schemas.microsoft.com/office/powerpoint/2010/main" val="35731163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uk-UA" smtClean="0"/>
              <a:t>Зразок заголовка</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uk-UA" smtClean="0"/>
              <a:t>Зразок тексту</a:t>
            </a:r>
          </a:p>
          <a:p>
            <a:pPr lvl="1"/>
            <a:r>
              <a:rPr lang="uk-UA" smtClean="0"/>
              <a:t>Другий рівень</a:t>
            </a:r>
          </a:p>
          <a:p>
            <a:pPr lvl="2"/>
            <a:r>
              <a:rPr lang="uk-UA" smtClean="0"/>
              <a:t>Третій рівень</a:t>
            </a:r>
          </a:p>
          <a:p>
            <a:pPr lvl="3"/>
            <a:r>
              <a:rPr lang="uk-UA" smtClean="0"/>
              <a:t>Четвертий рівень</a:t>
            </a:r>
          </a:p>
          <a:p>
            <a:pPr lvl="4"/>
            <a:r>
              <a:rPr lang="uk-UA" smtClean="0"/>
              <a:t>П'ятий рівень</a:t>
            </a:r>
            <a:endParaRPr lang="en-US" dirty="0"/>
          </a:p>
        </p:txBody>
      </p:sp>
      <p:sp>
        <p:nvSpPr>
          <p:cNvPr id="4" name="Date Placeholder 3"/>
          <p:cNvSpPr>
            <a:spLocks noGrp="1"/>
          </p:cNvSpPr>
          <p:nvPr>
            <p:ph type="dt" sz="half" idx="10"/>
          </p:nvPr>
        </p:nvSpPr>
        <p:spPr/>
        <p:txBody>
          <a:bodyPr/>
          <a:lstStyle/>
          <a:p>
            <a:fld id="{43787D78-8B73-4B5E-9B49-4BEA9D4AC6EA}" type="datetimeFigureOut">
              <a:rPr lang="uk-UA" smtClean="0"/>
              <a:t>26.04.2026</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CCAB382-BA9C-410C-B127-0923C6B224E3}" type="slidenum">
              <a:rPr lang="uk-UA" smtClean="0"/>
              <a:t>‹№›</a:t>
            </a:fld>
            <a:endParaRPr lang="uk-UA"/>
          </a:p>
        </p:txBody>
      </p:sp>
    </p:spTree>
    <p:extLst>
      <p:ext uri="{BB962C8B-B14F-4D97-AF65-F5344CB8AC3E}">
        <p14:creationId xmlns:p14="http://schemas.microsoft.com/office/powerpoint/2010/main" val="3417548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uk-UA" smtClean="0"/>
              <a:t>Зразок заголовка</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uk-UA" smtClean="0"/>
              <a:t>Зразок тексту</a:t>
            </a:r>
          </a:p>
          <a:p>
            <a:pPr lvl="1"/>
            <a:r>
              <a:rPr lang="uk-UA" smtClean="0"/>
              <a:t>Другий рівень</a:t>
            </a:r>
          </a:p>
          <a:p>
            <a:pPr lvl="2"/>
            <a:r>
              <a:rPr lang="uk-UA" smtClean="0"/>
              <a:t>Третій рівень</a:t>
            </a:r>
          </a:p>
          <a:p>
            <a:pPr lvl="3"/>
            <a:r>
              <a:rPr lang="uk-UA" smtClean="0"/>
              <a:t>Четвертий рівень</a:t>
            </a:r>
          </a:p>
          <a:p>
            <a:pPr lvl="4"/>
            <a:r>
              <a:rPr lang="uk-UA" smtClean="0"/>
              <a:t>П'ятий рівень</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3787D78-8B73-4B5E-9B49-4BEA9D4AC6EA}" type="datetimeFigureOut">
              <a:rPr lang="uk-UA" smtClean="0"/>
              <a:t>26.04.2026</a:t>
            </a:fld>
            <a:endParaRPr lang="uk-UA"/>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uk-UA"/>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CCAB382-BA9C-410C-B127-0923C6B224E3}" type="slidenum">
              <a:rPr lang="uk-UA" smtClean="0"/>
              <a:t>‹№›</a:t>
            </a:fld>
            <a:endParaRPr lang="uk-UA"/>
          </a:p>
        </p:txBody>
      </p:sp>
    </p:spTree>
    <p:extLst>
      <p:ext uri="{BB962C8B-B14F-4D97-AF65-F5344CB8AC3E}">
        <p14:creationId xmlns:p14="http://schemas.microsoft.com/office/powerpoint/2010/main" val="2324099859"/>
      </p:ext>
    </p:extLst>
  </p:cSld>
  <p:clrMap bg1="lt1" tx1="dk1" bg2="lt2" tx2="dk2" accent1="accent1" accent2="accent2" accent3="accent3" accent4="accent4" accent5="accent5" accent6="accent6" hlink="hlink" folHlink="folHlink"/>
  <p:sldLayoutIdLst>
    <p:sldLayoutId id="2147484191" r:id="rId1"/>
    <p:sldLayoutId id="2147484192" r:id="rId2"/>
    <p:sldLayoutId id="2147484193" r:id="rId3"/>
    <p:sldLayoutId id="2147484194" r:id="rId4"/>
    <p:sldLayoutId id="2147484195" r:id="rId5"/>
    <p:sldLayoutId id="2147484196" r:id="rId6"/>
    <p:sldLayoutId id="2147484197" r:id="rId7"/>
    <p:sldLayoutId id="2147484198" r:id="rId8"/>
    <p:sldLayoutId id="2147484199" r:id="rId9"/>
    <p:sldLayoutId id="2147484200" r:id="rId10"/>
    <p:sldLayoutId id="2147484201" r:id="rId11"/>
    <p:sldLayoutId id="2147484202" r:id="rId12"/>
    <p:sldLayoutId id="2147484203" r:id="rId13"/>
    <p:sldLayoutId id="2147484204" r:id="rId14"/>
    <p:sldLayoutId id="2147484205" r:id="rId15"/>
    <p:sldLayoutId id="214748420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uk-UA" dirty="0"/>
              <a:t>Діаграми взаємодії</a:t>
            </a:r>
          </a:p>
        </p:txBody>
      </p:sp>
    </p:spTree>
    <p:extLst>
      <p:ext uri="{BB962C8B-B14F-4D97-AF65-F5344CB8AC3E}">
        <p14:creationId xmlns:p14="http://schemas.microsoft.com/office/powerpoint/2010/main" val="719421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Діаграми </a:t>
            </a:r>
            <a:r>
              <a:rPr lang="uk-UA" dirty="0"/>
              <a:t>взаємодії</a:t>
            </a:r>
          </a:p>
        </p:txBody>
      </p:sp>
      <p:sp>
        <p:nvSpPr>
          <p:cNvPr id="3" name="Місце для вмісту 2"/>
          <p:cNvSpPr>
            <a:spLocks noGrp="1"/>
          </p:cNvSpPr>
          <p:nvPr>
            <p:ph idx="1"/>
          </p:nvPr>
        </p:nvSpPr>
        <p:spPr>
          <a:xfrm>
            <a:off x="786190" y="1492931"/>
            <a:ext cx="9781876" cy="4772958"/>
          </a:xfrm>
        </p:spPr>
        <p:txBody>
          <a:bodyPr>
            <a:noAutofit/>
          </a:bodyPr>
          <a:lstStyle/>
          <a:p>
            <a:r>
              <a:rPr lang="uk-UA" dirty="0" smtClean="0"/>
              <a:t>Елементи складних систем </a:t>
            </a:r>
            <a:r>
              <a:rPr lang="uk-UA" dirty="0"/>
              <a:t>не існують ізольовано, а певним чином впливають один на </a:t>
            </a:r>
            <a:r>
              <a:rPr lang="uk-UA" dirty="0" smtClean="0"/>
              <a:t>одного, </a:t>
            </a:r>
            <a:r>
              <a:rPr lang="uk-UA" dirty="0" err="1" smtClean="0"/>
              <a:t>взаємодіючи</a:t>
            </a:r>
            <a:r>
              <a:rPr lang="uk-UA" dirty="0" smtClean="0"/>
              <a:t> між собою. Це відрізняє </a:t>
            </a:r>
            <a:r>
              <a:rPr lang="uk-UA" dirty="0"/>
              <a:t>систему як цілісне утворення від простої сукупності елементів.</a:t>
            </a:r>
          </a:p>
          <a:p>
            <a:r>
              <a:rPr lang="uk-UA" dirty="0"/>
              <a:t>У </a:t>
            </a:r>
            <a:r>
              <a:rPr lang="en-US" dirty="0" smtClean="0"/>
              <a:t>UML </a:t>
            </a:r>
            <a:r>
              <a:rPr lang="uk-UA" dirty="0"/>
              <a:t>взаємодія елементів розглядається в інформаційному аспекті їхньої </a:t>
            </a:r>
            <a:r>
              <a:rPr lang="uk-UA" dirty="0" smtClean="0"/>
              <a:t>комунікації</a:t>
            </a:r>
            <a:r>
              <a:rPr lang="en-US" dirty="0" smtClean="0"/>
              <a:t> - </a:t>
            </a:r>
            <a:r>
              <a:rPr lang="uk-UA" dirty="0" smtClean="0"/>
              <a:t>між об'єктами відбувається </a:t>
            </a:r>
            <a:r>
              <a:rPr lang="uk-UA" b="1" dirty="0" smtClean="0"/>
              <a:t>обмін інформацією у формі повідомлень</a:t>
            </a:r>
            <a:r>
              <a:rPr lang="uk-UA" dirty="0"/>
              <a:t>. </a:t>
            </a:r>
            <a:r>
              <a:rPr lang="uk-UA" dirty="0" smtClean="0"/>
              <a:t>При цьому повідомлення має наділено властивістю </a:t>
            </a:r>
            <a:r>
              <a:rPr lang="uk-UA" dirty="0"/>
              <a:t>впливати на свого одержувача. </a:t>
            </a:r>
            <a:endParaRPr lang="uk-UA" dirty="0" smtClean="0"/>
          </a:p>
          <a:p>
            <a:r>
              <a:rPr lang="uk-UA" dirty="0" smtClean="0"/>
              <a:t>Тобто </a:t>
            </a:r>
            <a:r>
              <a:rPr lang="ru-RU" dirty="0" smtClean="0"/>
              <a:t>будь-</a:t>
            </a:r>
            <a:r>
              <a:rPr lang="ru-RU" dirty="0" err="1" smtClean="0"/>
              <a:t>які</a:t>
            </a:r>
            <a:r>
              <a:rPr lang="ru-RU" dirty="0" smtClean="0"/>
              <a:t> </a:t>
            </a:r>
            <a:r>
              <a:rPr lang="ru-RU" dirty="0" err="1"/>
              <a:t>види</a:t>
            </a:r>
            <a:r>
              <a:rPr lang="ru-RU" dirty="0"/>
              <a:t> </a:t>
            </a:r>
            <a:r>
              <a:rPr lang="ru-RU" dirty="0" err="1"/>
              <a:t>інформаційної</a:t>
            </a:r>
            <a:r>
              <a:rPr lang="ru-RU" dirty="0"/>
              <a:t> </a:t>
            </a:r>
            <a:r>
              <a:rPr lang="ru-RU" dirty="0" err="1"/>
              <a:t>взаємодії</a:t>
            </a:r>
            <a:r>
              <a:rPr lang="ru-RU" dirty="0"/>
              <a:t> </a:t>
            </a:r>
            <a:r>
              <a:rPr lang="ru-RU" dirty="0" err="1"/>
              <a:t>між</a:t>
            </a:r>
            <a:r>
              <a:rPr lang="ru-RU" dirty="0"/>
              <a:t> </a:t>
            </a:r>
            <a:r>
              <a:rPr lang="ru-RU" dirty="0" err="1"/>
              <a:t>елементами</a:t>
            </a:r>
            <a:r>
              <a:rPr lang="ru-RU" dirty="0"/>
              <a:t> </a:t>
            </a:r>
            <a:r>
              <a:rPr lang="ru-RU" dirty="0" err="1"/>
              <a:t>системи</a:t>
            </a:r>
            <a:r>
              <a:rPr lang="ru-RU" dirty="0"/>
              <a:t> </a:t>
            </a:r>
            <a:r>
              <a:rPr lang="ru-RU" dirty="0" smtClean="0"/>
              <a:t>– </a:t>
            </a:r>
            <a:r>
              <a:rPr lang="ru-RU" dirty="0" err="1" smtClean="0"/>
              <a:t>це</a:t>
            </a:r>
            <a:r>
              <a:rPr lang="ru-RU" dirty="0" smtClean="0"/>
              <a:t> </a:t>
            </a:r>
            <a:r>
              <a:rPr lang="ru-RU" b="1" dirty="0" err="1" smtClean="0"/>
              <a:t>відсилання</a:t>
            </a:r>
            <a:r>
              <a:rPr lang="ru-RU" b="1" dirty="0" smtClean="0"/>
              <a:t> </a:t>
            </a:r>
            <a:r>
              <a:rPr lang="ru-RU" b="1" dirty="0"/>
              <a:t>і </a:t>
            </a:r>
            <a:r>
              <a:rPr lang="ru-RU" b="1" dirty="0" err="1"/>
              <a:t>приймання</a:t>
            </a:r>
            <a:r>
              <a:rPr lang="ru-RU" b="1" dirty="0"/>
              <a:t> </a:t>
            </a:r>
            <a:r>
              <a:rPr lang="ru-RU" b="1" dirty="0" err="1"/>
              <a:t>повідомлень</a:t>
            </a:r>
            <a:r>
              <a:rPr lang="ru-RU" b="1" dirty="0"/>
              <a:t> </a:t>
            </a:r>
            <a:r>
              <a:rPr lang="ru-RU" dirty="0" err="1"/>
              <a:t>між</a:t>
            </a:r>
            <a:r>
              <a:rPr lang="ru-RU" dirty="0"/>
              <a:t> ними.</a:t>
            </a:r>
          </a:p>
          <a:p>
            <a:r>
              <a:rPr lang="ru-RU" dirty="0"/>
              <a:t>Для </a:t>
            </a:r>
            <a:r>
              <a:rPr lang="ru-RU" dirty="0" err="1"/>
              <a:t>моделювання</a:t>
            </a:r>
            <a:r>
              <a:rPr lang="ru-RU" dirty="0"/>
              <a:t> </a:t>
            </a:r>
            <a:r>
              <a:rPr lang="ru-RU" dirty="0" err="1"/>
              <a:t>взаємодії</a:t>
            </a:r>
            <a:r>
              <a:rPr lang="ru-RU" dirty="0"/>
              <a:t> </a:t>
            </a:r>
            <a:r>
              <a:rPr lang="ru-RU" dirty="0" err="1"/>
              <a:t>об'єктів</a:t>
            </a:r>
            <a:r>
              <a:rPr lang="ru-RU" dirty="0"/>
              <a:t> у </a:t>
            </a:r>
            <a:r>
              <a:rPr lang="en-US" dirty="0" smtClean="0"/>
              <a:t>UML </a:t>
            </a:r>
            <a:r>
              <a:rPr lang="uk-UA" dirty="0"/>
              <a:t>використовуються </a:t>
            </a:r>
            <a:r>
              <a:rPr lang="uk-UA" b="1" i="1" dirty="0" smtClean="0"/>
              <a:t>діаграми взаємодії</a:t>
            </a:r>
            <a:r>
              <a:rPr lang="uk-UA" dirty="0" smtClean="0"/>
              <a:t>:</a:t>
            </a:r>
          </a:p>
          <a:p>
            <a:pPr lvl="1"/>
            <a:r>
              <a:rPr lang="uk-UA" sz="1800" b="1" i="1" dirty="0" smtClean="0"/>
              <a:t>Діаграма послідовності </a:t>
            </a:r>
            <a:r>
              <a:rPr lang="uk-UA" sz="1800" dirty="0" smtClean="0"/>
              <a:t>відображає взаємодії </a:t>
            </a:r>
            <a:r>
              <a:rPr lang="uk-UA" sz="1800" dirty="0"/>
              <a:t>об'єктів </a:t>
            </a:r>
            <a:r>
              <a:rPr lang="uk-UA" sz="1800" dirty="0" smtClean="0"/>
              <a:t>в </a:t>
            </a:r>
            <a:r>
              <a:rPr lang="uk-UA" sz="1800" dirty="0"/>
              <a:t>часі, </a:t>
            </a:r>
            <a:r>
              <a:rPr lang="uk-UA" sz="1800" dirty="0" smtClean="0"/>
              <a:t>тобто часові особливості </a:t>
            </a:r>
            <a:r>
              <a:rPr lang="uk-UA" sz="1800" dirty="0"/>
              <a:t>передавання і приймання </a:t>
            </a:r>
            <a:r>
              <a:rPr lang="uk-UA" sz="1800" dirty="0" smtClean="0"/>
              <a:t>повідомлень. </a:t>
            </a:r>
            <a:r>
              <a:rPr lang="ru-RU" sz="1800" dirty="0" smtClean="0"/>
              <a:t>При </a:t>
            </a:r>
            <a:r>
              <a:rPr lang="ru-RU" sz="1800" dirty="0" err="1" smtClean="0"/>
              <a:t>побудові</a:t>
            </a:r>
            <a:r>
              <a:rPr lang="ru-RU" sz="1800" dirty="0" smtClean="0"/>
              <a:t> </a:t>
            </a:r>
            <a:r>
              <a:rPr lang="ru-RU" sz="1800" dirty="0" err="1" smtClean="0"/>
              <a:t>діаграми</a:t>
            </a:r>
            <a:r>
              <a:rPr lang="ru-RU" sz="1800" dirty="0" smtClean="0"/>
              <a:t> </a:t>
            </a:r>
            <a:r>
              <a:rPr lang="ru-RU" sz="1800" dirty="0"/>
              <a:t>стану і </a:t>
            </a:r>
            <a:r>
              <a:rPr lang="ru-RU" sz="1800" dirty="0" err="1"/>
              <a:t>діяльності</a:t>
            </a:r>
            <a:r>
              <a:rPr lang="ru-RU" sz="1800" dirty="0"/>
              <a:t>, </a:t>
            </a:r>
            <a:r>
              <a:rPr lang="ru-RU" sz="1800" dirty="0" err="1" smtClean="0"/>
              <a:t>що</a:t>
            </a:r>
            <a:r>
              <a:rPr lang="ru-RU" sz="1800" dirty="0" smtClean="0"/>
              <a:t> </a:t>
            </a:r>
            <a:r>
              <a:rPr lang="ru-RU" sz="1800" dirty="0" err="1" smtClean="0"/>
              <a:t>використовуються</a:t>
            </a:r>
            <a:r>
              <a:rPr lang="ru-RU" sz="1800" dirty="0" smtClean="0"/>
              <a:t> </a:t>
            </a:r>
            <a:r>
              <a:rPr lang="ru-RU" sz="1800" dirty="0"/>
              <a:t>для </a:t>
            </a:r>
            <a:r>
              <a:rPr lang="ru-RU" sz="1800" dirty="0" err="1"/>
              <a:t>специфікації</a:t>
            </a:r>
            <a:r>
              <a:rPr lang="ru-RU" sz="1800" dirty="0"/>
              <a:t> </a:t>
            </a:r>
            <a:r>
              <a:rPr lang="ru-RU" sz="1800" dirty="0" err="1"/>
              <a:t>динаміки</a:t>
            </a:r>
            <a:r>
              <a:rPr lang="ru-RU" sz="1800" dirty="0"/>
              <a:t> </a:t>
            </a:r>
            <a:r>
              <a:rPr lang="ru-RU" sz="1800" dirty="0" err="1"/>
              <a:t>поведінки</a:t>
            </a:r>
            <a:r>
              <a:rPr lang="ru-RU" sz="1800" dirty="0"/>
              <a:t> систем, час в явному </a:t>
            </a:r>
            <a:r>
              <a:rPr lang="ru-RU" sz="1800" dirty="0" err="1" smtClean="0"/>
              <a:t>виглядіх</a:t>
            </a:r>
            <a:r>
              <a:rPr lang="ru-RU" sz="1800" dirty="0" smtClean="0"/>
              <a:t> </a:t>
            </a:r>
            <a:r>
              <a:rPr lang="ru-RU" sz="1800" dirty="0" err="1" smtClean="0"/>
              <a:t>відсутній</a:t>
            </a:r>
            <a:r>
              <a:rPr lang="ru-RU" sz="1800" dirty="0" smtClean="0"/>
              <a:t>. А </a:t>
            </a:r>
            <a:r>
              <a:rPr lang="ru-RU" sz="1800" dirty="0" err="1" smtClean="0"/>
              <a:t>часовий</a:t>
            </a:r>
            <a:r>
              <a:rPr lang="ru-RU" sz="1800" dirty="0" smtClean="0"/>
              <a:t> </a:t>
            </a:r>
            <a:r>
              <a:rPr lang="ru-RU" sz="1800" dirty="0"/>
              <a:t>аспект </a:t>
            </a:r>
            <a:r>
              <a:rPr lang="ru-RU" sz="1800" dirty="0" err="1"/>
              <a:t>поведінки</a:t>
            </a:r>
            <a:r>
              <a:rPr lang="ru-RU" sz="1800" dirty="0"/>
              <a:t> </a:t>
            </a:r>
            <a:r>
              <a:rPr lang="ru-RU" sz="1800" dirty="0" err="1"/>
              <a:t>може</a:t>
            </a:r>
            <a:r>
              <a:rPr lang="ru-RU" sz="1800" dirty="0"/>
              <a:t> </a:t>
            </a:r>
            <a:r>
              <a:rPr lang="ru-RU" sz="1800" dirty="0" err="1"/>
              <a:t>мати</a:t>
            </a:r>
            <a:r>
              <a:rPr lang="ru-RU" sz="1800" dirty="0"/>
              <a:t> </a:t>
            </a:r>
            <a:r>
              <a:rPr lang="ru-RU" sz="1800" dirty="0" err="1"/>
              <a:t>істотне</a:t>
            </a:r>
            <a:r>
              <a:rPr lang="ru-RU" sz="1800" dirty="0"/>
              <a:t> </a:t>
            </a:r>
            <a:r>
              <a:rPr lang="ru-RU" sz="1800" dirty="0" err="1" smtClean="0"/>
              <a:t>значення</a:t>
            </a:r>
            <a:r>
              <a:rPr lang="uk-UA" sz="1800" dirty="0" smtClean="0"/>
              <a:t>.</a:t>
            </a:r>
            <a:endParaRPr lang="uk-UA" sz="1800" dirty="0"/>
          </a:p>
          <a:p>
            <a:pPr lvl="1"/>
            <a:r>
              <a:rPr lang="uk-UA" sz="1800" b="1" i="1" dirty="0" smtClean="0"/>
              <a:t>Діаграма кооперації </a:t>
            </a:r>
            <a:r>
              <a:rPr lang="uk-UA" sz="1800" dirty="0" smtClean="0"/>
              <a:t>має застосування, коли важливі </a:t>
            </a:r>
            <a:r>
              <a:rPr lang="uk-UA" sz="1800" dirty="0"/>
              <a:t>структурні особливості взаємодії об'єктів. </a:t>
            </a:r>
          </a:p>
        </p:txBody>
      </p:sp>
    </p:spTree>
    <p:extLst>
      <p:ext uri="{BB962C8B-B14F-4D97-AF65-F5344CB8AC3E}">
        <p14:creationId xmlns:p14="http://schemas.microsoft.com/office/powerpoint/2010/main" val="41322360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42423" y="399737"/>
            <a:ext cx="10880082" cy="1320800"/>
          </a:xfrm>
        </p:spPr>
        <p:txBody>
          <a:bodyPr/>
          <a:lstStyle/>
          <a:p>
            <a:r>
              <a:rPr lang="uk-UA" dirty="0" smtClean="0"/>
              <a:t>Діаграма</a:t>
            </a:r>
            <a:r>
              <a:rPr lang="en-US" dirty="0" smtClean="0"/>
              <a:t> </a:t>
            </a:r>
            <a:r>
              <a:rPr lang="uk-UA" dirty="0"/>
              <a:t>послідовності (</a:t>
            </a:r>
            <a:r>
              <a:rPr lang="en-US" dirty="0"/>
              <a:t>Sequence Diagram)</a:t>
            </a:r>
            <a:endParaRPr lang="uk-UA" dirty="0"/>
          </a:p>
        </p:txBody>
      </p:sp>
      <p:sp>
        <p:nvSpPr>
          <p:cNvPr id="3" name="Місце для вмісту 2"/>
          <p:cNvSpPr>
            <a:spLocks noGrp="1"/>
          </p:cNvSpPr>
          <p:nvPr>
            <p:ph idx="1"/>
          </p:nvPr>
        </p:nvSpPr>
        <p:spPr>
          <a:xfrm>
            <a:off x="427528" y="1573967"/>
            <a:ext cx="6892700" cy="4961745"/>
          </a:xfrm>
        </p:spPr>
        <p:txBody>
          <a:bodyPr>
            <a:normAutofit fontScale="92500" lnSpcReduction="10000"/>
          </a:bodyPr>
          <a:lstStyle/>
          <a:p>
            <a:pPr marL="0" indent="0">
              <a:buNone/>
            </a:pPr>
            <a:r>
              <a:rPr lang="uk-UA" b="1" dirty="0" smtClean="0"/>
              <a:t>Горизонтальна вісь:</a:t>
            </a:r>
          </a:p>
          <a:p>
            <a:r>
              <a:rPr lang="uk-UA" dirty="0" smtClean="0"/>
              <a:t>Крайнім </a:t>
            </a:r>
            <a:r>
              <a:rPr lang="uk-UA" dirty="0"/>
              <a:t>ліворуч на діаграмі </a:t>
            </a:r>
            <a:r>
              <a:rPr lang="uk-UA" dirty="0" err="1"/>
              <a:t>зображається</a:t>
            </a:r>
            <a:r>
              <a:rPr lang="uk-UA" dirty="0"/>
              <a:t> об'єкт, що є ініціатором </a:t>
            </a:r>
            <a:r>
              <a:rPr lang="uk-UA" dirty="0" smtClean="0"/>
              <a:t>взаємодії. </a:t>
            </a:r>
          </a:p>
          <a:p>
            <a:r>
              <a:rPr lang="uk-UA" dirty="0" smtClean="0"/>
              <a:t>Правіше </a:t>
            </a:r>
            <a:r>
              <a:rPr lang="uk-UA" dirty="0" err="1"/>
              <a:t>зображається</a:t>
            </a:r>
            <a:r>
              <a:rPr lang="uk-UA" dirty="0"/>
              <a:t> </a:t>
            </a:r>
            <a:r>
              <a:rPr lang="uk-UA" dirty="0" smtClean="0"/>
              <a:t>об'єкт</a:t>
            </a:r>
            <a:r>
              <a:rPr lang="uk-UA" dirty="0"/>
              <a:t>, що безпосередньо взаємодіє з першим. Таким чином всі об'єкти на діаграмі послідовності утворять деякий порядок, обумовлений ступенем активності цих об'єктів під час взаємодії один з одним</a:t>
            </a:r>
            <a:r>
              <a:rPr lang="uk-UA" dirty="0" smtClean="0"/>
              <a:t>.</a:t>
            </a:r>
            <a:endParaRPr lang="uk-UA" dirty="0"/>
          </a:p>
          <a:p>
            <a:pPr marL="0" indent="0">
              <a:buNone/>
            </a:pPr>
            <a:r>
              <a:rPr lang="uk-UA" b="1" dirty="0" smtClean="0"/>
              <a:t>Вертикальна вісь </a:t>
            </a:r>
            <a:r>
              <a:rPr lang="uk-UA" dirty="0" smtClean="0"/>
              <a:t>- </a:t>
            </a:r>
            <a:r>
              <a:rPr lang="ru-RU" dirty="0" err="1" smtClean="0"/>
              <a:t>часова</a:t>
            </a:r>
            <a:r>
              <a:rPr lang="ru-RU" dirty="0" smtClean="0"/>
              <a:t>  </a:t>
            </a:r>
            <a:r>
              <a:rPr lang="ru-RU" dirty="0" err="1"/>
              <a:t>вісь</a:t>
            </a:r>
            <a:r>
              <a:rPr lang="ru-RU" dirty="0"/>
              <a:t>, </a:t>
            </a:r>
            <a:r>
              <a:rPr lang="ru-RU" dirty="0" err="1"/>
              <a:t>спрямована</a:t>
            </a:r>
            <a:r>
              <a:rPr lang="ru-RU" dirty="0"/>
              <a:t> </a:t>
            </a:r>
            <a:r>
              <a:rPr lang="ru-RU" dirty="0" err="1"/>
              <a:t>зверху</a:t>
            </a:r>
            <a:r>
              <a:rPr lang="ru-RU" dirty="0"/>
              <a:t> вниз</a:t>
            </a:r>
            <a:r>
              <a:rPr lang="ru-RU" dirty="0" smtClean="0"/>
              <a:t>.</a:t>
            </a:r>
            <a:endParaRPr lang="uk-UA" dirty="0" smtClean="0"/>
          </a:p>
          <a:p>
            <a:r>
              <a:rPr lang="uk-UA" dirty="0" smtClean="0"/>
              <a:t>Початковому </a:t>
            </a:r>
            <a:r>
              <a:rPr lang="uk-UA" dirty="0"/>
              <a:t>моменту часу відповідає найвища частина діаграми. </a:t>
            </a:r>
            <a:endParaRPr lang="uk-UA" dirty="0" smtClean="0"/>
          </a:p>
          <a:p>
            <a:r>
              <a:rPr lang="uk-UA" dirty="0" smtClean="0"/>
              <a:t>Взаємодія </a:t>
            </a:r>
            <a:r>
              <a:rPr lang="uk-UA" dirty="0"/>
              <a:t>об'єктів </a:t>
            </a:r>
            <a:r>
              <a:rPr lang="uk-UA" dirty="0" smtClean="0"/>
              <a:t>реалізується </a:t>
            </a:r>
            <a:r>
              <a:rPr lang="uk-UA" dirty="0"/>
              <a:t>за допомогою повідомлень, які посилають одні об'єкти іншим. </a:t>
            </a:r>
            <a:endParaRPr lang="uk-UA" dirty="0" smtClean="0"/>
          </a:p>
          <a:p>
            <a:r>
              <a:rPr lang="uk-UA" dirty="0" smtClean="0"/>
              <a:t>Повідомлення зображають </a:t>
            </a:r>
            <a:r>
              <a:rPr lang="uk-UA" dirty="0"/>
              <a:t>у вигляді горизонтальних стрілок з іменем </a:t>
            </a:r>
            <a:r>
              <a:rPr lang="uk-UA" dirty="0" smtClean="0"/>
              <a:t>повідомлення, відповідно </a:t>
            </a:r>
            <a:r>
              <a:rPr lang="uk-UA" dirty="0"/>
              <a:t>до часу свого </a:t>
            </a:r>
            <a:r>
              <a:rPr lang="uk-UA" dirty="0" smtClean="0"/>
              <a:t>виникнення -  </a:t>
            </a:r>
            <a:r>
              <a:rPr lang="uk-UA" dirty="0"/>
              <a:t>повідомлення, розташовані на діаграмі </a:t>
            </a:r>
            <a:r>
              <a:rPr lang="uk-UA" dirty="0" smtClean="0"/>
              <a:t>послідовності вище</a:t>
            </a:r>
            <a:r>
              <a:rPr lang="uk-UA" dirty="0"/>
              <a:t>, </a:t>
            </a:r>
            <a:r>
              <a:rPr lang="uk-UA" dirty="0" err="1"/>
              <a:t>ініціюються</a:t>
            </a:r>
            <a:r>
              <a:rPr lang="uk-UA" dirty="0"/>
              <a:t> раніше від тих, які розташовані нижче</a:t>
            </a:r>
            <a:r>
              <a:rPr lang="uk-UA" dirty="0" smtClean="0"/>
              <a:t>.</a:t>
            </a:r>
          </a:p>
          <a:p>
            <a:r>
              <a:rPr lang="uk-UA" b="1" dirty="0" smtClean="0"/>
              <a:t>Масштаб</a:t>
            </a:r>
            <a:r>
              <a:rPr lang="uk-UA" dirty="0" smtClean="0"/>
              <a:t> </a:t>
            </a:r>
            <a:r>
              <a:rPr lang="uk-UA" dirty="0"/>
              <a:t>на осі часу не вказується, оскільки діаграма послідовності моделює лише </a:t>
            </a:r>
            <a:r>
              <a:rPr lang="uk-UA" b="1" dirty="0" smtClean="0"/>
              <a:t>часову </a:t>
            </a:r>
            <a:r>
              <a:rPr lang="uk-UA" b="1" dirty="0"/>
              <a:t>впорядкованість взаємодій </a:t>
            </a:r>
            <a:r>
              <a:rPr lang="uk-UA" dirty="0"/>
              <a:t>типу "пізніше</a:t>
            </a:r>
            <a:r>
              <a:rPr lang="uk-UA" dirty="0" smtClean="0"/>
              <a:t>”.</a:t>
            </a:r>
          </a:p>
          <a:p>
            <a:endParaRPr lang="uk-UA" dirty="0"/>
          </a:p>
        </p:txBody>
      </p:sp>
      <p:pic>
        <p:nvPicPr>
          <p:cNvPr id="5" name="Рисунок 4"/>
          <p:cNvPicPr>
            <a:picLocks noChangeAspect="1"/>
          </p:cNvPicPr>
          <p:nvPr/>
        </p:nvPicPr>
        <p:blipFill>
          <a:blip r:embed="rId2"/>
          <a:stretch>
            <a:fillRect/>
          </a:stretch>
        </p:blipFill>
        <p:spPr>
          <a:xfrm>
            <a:off x="7625058" y="2050938"/>
            <a:ext cx="4407161" cy="2933291"/>
          </a:xfrm>
          <a:prstGeom prst="rect">
            <a:avLst/>
          </a:prstGeom>
        </p:spPr>
      </p:pic>
    </p:spTree>
    <p:extLst>
      <p:ext uri="{BB962C8B-B14F-4D97-AF65-F5344CB8AC3E}">
        <p14:creationId xmlns:p14="http://schemas.microsoft.com/office/powerpoint/2010/main" val="36607523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Лінія життя</a:t>
            </a:r>
            <a:endParaRPr lang="uk-UA" dirty="0"/>
          </a:p>
        </p:txBody>
      </p:sp>
      <p:sp>
        <p:nvSpPr>
          <p:cNvPr id="3" name="Місце для вмісту 2"/>
          <p:cNvSpPr>
            <a:spLocks noGrp="1"/>
          </p:cNvSpPr>
          <p:nvPr>
            <p:ph idx="1"/>
          </p:nvPr>
        </p:nvSpPr>
        <p:spPr>
          <a:xfrm>
            <a:off x="387048" y="1464982"/>
            <a:ext cx="6819295" cy="5074783"/>
          </a:xfrm>
        </p:spPr>
        <p:txBody>
          <a:bodyPr>
            <a:normAutofit fontScale="92500" lnSpcReduction="10000"/>
          </a:bodyPr>
          <a:lstStyle/>
          <a:p>
            <a:pPr>
              <a:lnSpc>
                <a:spcPct val="95000"/>
              </a:lnSpc>
            </a:pPr>
            <a:r>
              <a:rPr lang="uk-UA" b="1" dirty="0"/>
              <a:t>Лінія життя об'єкту </a:t>
            </a:r>
            <a:r>
              <a:rPr lang="en-US" dirty="0"/>
              <a:t>(object lifeline) </a:t>
            </a:r>
            <a:r>
              <a:rPr lang="uk-UA" dirty="0" smtClean="0"/>
              <a:t>- пунктирна вертикальна лінія. </a:t>
            </a:r>
            <a:r>
              <a:rPr lang="uk-UA" dirty="0"/>
              <a:t>що асоціюється з єдиним об'єктом на діаграмі послідовності. </a:t>
            </a:r>
            <a:endParaRPr lang="uk-UA" dirty="0" smtClean="0"/>
          </a:p>
          <a:p>
            <a:pPr>
              <a:lnSpc>
                <a:spcPct val="95000"/>
              </a:lnSpc>
            </a:pPr>
            <a:r>
              <a:rPr lang="uk-UA" dirty="0" smtClean="0"/>
              <a:t>Лінія </a:t>
            </a:r>
            <a:r>
              <a:rPr lang="uk-UA" dirty="0"/>
              <a:t>життя служить для позначення періоду часу, протягом якого об'єкт існує в системі </a:t>
            </a:r>
            <a:r>
              <a:rPr lang="uk-UA" dirty="0" smtClean="0"/>
              <a:t> і </a:t>
            </a:r>
            <a:r>
              <a:rPr lang="uk-UA" dirty="0"/>
              <a:t>може потенційно брати участь у всіх її взаємодіях. </a:t>
            </a:r>
            <a:endParaRPr lang="uk-UA" dirty="0" smtClean="0"/>
          </a:p>
          <a:p>
            <a:pPr>
              <a:lnSpc>
                <a:spcPct val="95000"/>
              </a:lnSpc>
            </a:pPr>
            <a:r>
              <a:rPr lang="uk-UA" dirty="0" smtClean="0"/>
              <a:t>Якщо </a:t>
            </a:r>
            <a:r>
              <a:rPr lang="uk-UA" dirty="0"/>
              <a:t>об'єкт існує в системі постійно, то і лінії його життя повинні </a:t>
            </a:r>
            <a:r>
              <a:rPr lang="uk-UA" dirty="0" err="1"/>
              <a:t>зображатися</a:t>
            </a:r>
            <a:r>
              <a:rPr lang="uk-UA" dirty="0"/>
              <a:t> на всій площині діаграми послідовності від найвищої її частини до </a:t>
            </a:r>
            <a:r>
              <a:rPr lang="uk-UA" dirty="0" smtClean="0"/>
              <a:t>найнижчої.</a:t>
            </a:r>
            <a:endParaRPr lang="uk-UA" dirty="0"/>
          </a:p>
          <a:p>
            <a:pPr>
              <a:lnSpc>
                <a:spcPct val="95000"/>
              </a:lnSpc>
            </a:pPr>
            <a:r>
              <a:rPr lang="uk-UA" dirty="0"/>
              <a:t>Окремі об'єкти, виконавши свою роль у системі, можуть бути знищені (зруйновані), щоб звільнити займані ними ресурси. </a:t>
            </a:r>
            <a:r>
              <a:rPr lang="uk-UA" dirty="0" smtClean="0"/>
              <a:t>Їх  </a:t>
            </a:r>
            <a:r>
              <a:rPr lang="uk-UA" dirty="0"/>
              <a:t>лінія життя обривається в момент його </a:t>
            </a:r>
            <a:r>
              <a:rPr lang="uk-UA" dirty="0" smtClean="0"/>
              <a:t>знищення, і </a:t>
            </a:r>
            <a:r>
              <a:rPr lang="uk-UA" dirty="0"/>
              <a:t>цей об'єкт </a:t>
            </a:r>
            <a:r>
              <a:rPr lang="uk-UA" dirty="0" smtClean="0"/>
              <a:t>виключають з </a:t>
            </a:r>
            <a:r>
              <a:rPr lang="uk-UA" dirty="0"/>
              <a:t>всіх наступних взаємодій.</a:t>
            </a:r>
          </a:p>
          <a:p>
            <a:pPr>
              <a:lnSpc>
                <a:spcPct val="95000"/>
              </a:lnSpc>
            </a:pPr>
            <a:r>
              <a:rPr lang="uk-UA" dirty="0" smtClean="0"/>
              <a:t>Об'єкти можна створювати </a:t>
            </a:r>
            <a:r>
              <a:rPr lang="uk-UA" dirty="0"/>
              <a:t>в міру необхідності, істотно заощаджуючи ресурси системи і підвищуючи її продуктивність. </a:t>
            </a:r>
            <a:r>
              <a:rPr lang="uk-UA" dirty="0" smtClean="0"/>
              <a:t>Тобто не </a:t>
            </a:r>
            <a:r>
              <a:rPr lang="uk-UA" dirty="0"/>
              <a:t>всі об'єкти існували в початковий момент </a:t>
            </a:r>
            <a:r>
              <a:rPr lang="uk-UA" dirty="0" smtClean="0"/>
              <a:t>часу. Прямокутник </a:t>
            </a:r>
            <a:r>
              <a:rPr lang="uk-UA" dirty="0"/>
              <a:t>такого об'єкту </a:t>
            </a:r>
            <a:r>
              <a:rPr lang="uk-UA" dirty="0" smtClean="0"/>
              <a:t>по вертикалі </a:t>
            </a:r>
            <a:r>
              <a:rPr lang="uk-UA" dirty="0"/>
              <a:t>розташовується в тому місці діаграми, яке </a:t>
            </a:r>
            <a:r>
              <a:rPr lang="uk-UA" dirty="0" smtClean="0"/>
              <a:t>відповідає моменту </a:t>
            </a:r>
            <a:r>
              <a:rPr lang="uk-UA" dirty="0"/>
              <a:t>його виникненням в системі. Об'єкт обов'язково створюється зі своєю лінією життя й, можливо, з фокусом керування.</a:t>
            </a:r>
          </a:p>
        </p:txBody>
      </p:sp>
      <p:pic>
        <p:nvPicPr>
          <p:cNvPr id="4" name="Рисунок 3"/>
          <p:cNvPicPr>
            <a:picLocks noChangeAspect="1"/>
          </p:cNvPicPr>
          <p:nvPr/>
        </p:nvPicPr>
        <p:blipFill>
          <a:blip r:embed="rId2"/>
          <a:stretch>
            <a:fillRect/>
          </a:stretch>
        </p:blipFill>
        <p:spPr>
          <a:xfrm>
            <a:off x="7206343" y="778876"/>
            <a:ext cx="4843187" cy="3223498"/>
          </a:xfrm>
          <a:prstGeom prst="rect">
            <a:avLst/>
          </a:prstGeom>
        </p:spPr>
      </p:pic>
    </p:spTree>
    <p:extLst>
      <p:ext uri="{BB962C8B-B14F-4D97-AF65-F5344CB8AC3E}">
        <p14:creationId xmlns:p14="http://schemas.microsoft.com/office/powerpoint/2010/main" val="9465799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Лінія життя</a:t>
            </a:r>
            <a:endParaRPr lang="uk-UA" dirty="0"/>
          </a:p>
        </p:txBody>
      </p:sp>
      <p:sp>
        <p:nvSpPr>
          <p:cNvPr id="3" name="Місце для вмісту 2"/>
          <p:cNvSpPr>
            <a:spLocks noGrp="1"/>
          </p:cNvSpPr>
          <p:nvPr>
            <p:ph idx="1"/>
          </p:nvPr>
        </p:nvSpPr>
        <p:spPr>
          <a:xfrm>
            <a:off x="336248" y="1419885"/>
            <a:ext cx="6456438" cy="5277982"/>
          </a:xfrm>
        </p:spPr>
        <p:txBody>
          <a:bodyPr>
            <a:normAutofit fontScale="92500" lnSpcReduction="20000"/>
          </a:bodyPr>
          <a:lstStyle/>
          <a:p>
            <a:r>
              <a:rPr lang="uk-UA" dirty="0"/>
              <a:t>У процесі функціонування </a:t>
            </a:r>
            <a:r>
              <a:rPr lang="uk-UA" dirty="0" smtClean="0"/>
              <a:t>одні </a:t>
            </a:r>
            <a:r>
              <a:rPr lang="uk-UA" dirty="0"/>
              <a:t>об'єкти </a:t>
            </a:r>
            <a:r>
              <a:rPr lang="uk-UA" dirty="0" smtClean="0"/>
              <a:t>об'єктно-орієнтованих </a:t>
            </a:r>
            <a:r>
              <a:rPr lang="uk-UA" dirty="0"/>
              <a:t>систем </a:t>
            </a:r>
            <a:r>
              <a:rPr lang="uk-UA" dirty="0" smtClean="0"/>
              <a:t>можуть </a:t>
            </a:r>
            <a:r>
              <a:rPr lang="uk-UA" dirty="0"/>
              <a:t>перебувати в активному стані, безпосередньо виконуючи певні дії або у стані пасивного очікування повідомлень від інших об'єктів. </a:t>
            </a:r>
            <a:endParaRPr lang="uk-UA" dirty="0" smtClean="0"/>
          </a:p>
          <a:p>
            <a:r>
              <a:rPr lang="uk-UA" dirty="0" smtClean="0"/>
              <a:t>Щоб </a:t>
            </a:r>
            <a:r>
              <a:rPr lang="uk-UA" dirty="0"/>
              <a:t>явно виділити подібну активність об'єктів, у мові </a:t>
            </a:r>
            <a:r>
              <a:rPr lang="en-US" dirty="0"/>
              <a:t>UML </a:t>
            </a:r>
            <a:r>
              <a:rPr lang="ru-RU" dirty="0" err="1"/>
              <a:t>застосовується</a:t>
            </a:r>
            <a:r>
              <a:rPr lang="ru-RU" dirty="0"/>
              <a:t> </a:t>
            </a:r>
            <a:r>
              <a:rPr lang="ru-RU" dirty="0" err="1"/>
              <a:t>спеціальне</a:t>
            </a:r>
            <a:r>
              <a:rPr lang="ru-RU" dirty="0"/>
              <a:t> </a:t>
            </a:r>
            <a:r>
              <a:rPr lang="ru-RU" dirty="0" err="1" smtClean="0"/>
              <a:t>поняття</a:t>
            </a:r>
            <a:r>
              <a:rPr lang="ru-RU" dirty="0" smtClean="0"/>
              <a:t> - </a:t>
            </a:r>
            <a:r>
              <a:rPr lang="ru-RU" b="1" dirty="0" smtClean="0"/>
              <a:t>фокус </a:t>
            </a:r>
            <a:r>
              <a:rPr lang="ru-RU" b="1" dirty="0" err="1"/>
              <a:t>керування</a:t>
            </a:r>
            <a:r>
              <a:rPr lang="ru-RU" b="1" dirty="0"/>
              <a:t> </a:t>
            </a:r>
            <a:r>
              <a:rPr lang="en-US" dirty="0"/>
              <a:t>(focus of control). </a:t>
            </a:r>
            <a:endParaRPr lang="uk-UA" dirty="0" smtClean="0"/>
          </a:p>
          <a:p>
            <a:r>
              <a:rPr lang="uk-UA" dirty="0" smtClean="0"/>
              <a:t>Зображають </a:t>
            </a:r>
            <a:r>
              <a:rPr lang="uk-UA" dirty="0"/>
              <a:t>у формі витягнутого вузького </a:t>
            </a:r>
            <a:r>
              <a:rPr lang="uk-UA" dirty="0" smtClean="0"/>
              <a:t>прямокутника, верхня </a:t>
            </a:r>
            <a:r>
              <a:rPr lang="uk-UA" dirty="0"/>
              <a:t>сторона якого позначає початок отримання фокусу керування об'єкту (початок активності), а її нижня сторона - закінчення фокусу керування (закінчення активності). </a:t>
            </a:r>
            <a:endParaRPr lang="uk-UA" dirty="0" smtClean="0"/>
          </a:p>
          <a:p>
            <a:r>
              <a:rPr lang="uk-UA" dirty="0" smtClean="0"/>
              <a:t>Прямокутник </a:t>
            </a:r>
            <a:r>
              <a:rPr lang="uk-UA" dirty="0"/>
              <a:t>розташовується </a:t>
            </a:r>
            <a:r>
              <a:rPr lang="uk-UA" dirty="0" smtClean="0"/>
              <a:t>під позначенням відповідного </a:t>
            </a:r>
            <a:r>
              <a:rPr lang="uk-UA" dirty="0"/>
              <a:t>об'єкту й може замінювати його лінію </a:t>
            </a:r>
            <a:r>
              <a:rPr lang="uk-UA" dirty="0" smtClean="0"/>
              <a:t>життя, </a:t>
            </a:r>
            <a:r>
              <a:rPr lang="uk-UA" dirty="0"/>
              <a:t>якщо він є активним протягом всього свого життя</a:t>
            </a:r>
            <a:r>
              <a:rPr lang="uk-UA" dirty="0" smtClean="0"/>
              <a:t>.</a:t>
            </a:r>
          </a:p>
          <a:p>
            <a:r>
              <a:rPr lang="uk-UA" dirty="0"/>
              <a:t>Періоди активності об'єкту можуть чергуватися з періодами його пасивності або очікування. </a:t>
            </a:r>
            <a:endParaRPr lang="uk-UA" dirty="0" smtClean="0"/>
          </a:p>
          <a:p>
            <a:r>
              <a:rPr lang="uk-UA" dirty="0" smtClean="0"/>
              <a:t>Фокус </a:t>
            </a:r>
            <a:r>
              <a:rPr lang="uk-UA" dirty="0"/>
              <a:t>керування може </a:t>
            </a:r>
            <a:r>
              <a:rPr lang="uk-UA" dirty="0" smtClean="0"/>
              <a:t>отримати тільки </a:t>
            </a:r>
            <a:r>
              <a:rPr lang="uk-UA" dirty="0"/>
              <a:t>наявний об'єкт, у якого в цей момент є лінія життя. Якщо ж деякий об'єкт був знищений, то знову виникнути в системі він вже не зможе. Замість нього лише може бути створений інший екземпляр цього самого класу, що, строго кажучи, буде іншим об'єктом. </a:t>
            </a:r>
            <a:endParaRPr lang="uk-UA" dirty="0" smtClean="0"/>
          </a:p>
        </p:txBody>
      </p:sp>
      <p:pic>
        <p:nvPicPr>
          <p:cNvPr id="6" name="Рисунок 5"/>
          <p:cNvPicPr>
            <a:picLocks noChangeAspect="1"/>
          </p:cNvPicPr>
          <p:nvPr/>
        </p:nvPicPr>
        <p:blipFill>
          <a:blip r:embed="rId2"/>
          <a:stretch>
            <a:fillRect/>
          </a:stretch>
        </p:blipFill>
        <p:spPr>
          <a:xfrm>
            <a:off x="6792686" y="482025"/>
            <a:ext cx="4737541" cy="2896750"/>
          </a:xfrm>
          <a:prstGeom prst="rect">
            <a:avLst/>
          </a:prstGeom>
        </p:spPr>
      </p:pic>
    </p:spTree>
    <p:extLst>
      <p:ext uri="{BB962C8B-B14F-4D97-AF65-F5344CB8AC3E}">
        <p14:creationId xmlns:p14="http://schemas.microsoft.com/office/powerpoint/2010/main" val="13524816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Актор і рекурсія на діаграмі послідовності</a:t>
            </a:r>
            <a:endParaRPr lang="uk-UA" dirty="0"/>
          </a:p>
        </p:txBody>
      </p:sp>
      <p:sp>
        <p:nvSpPr>
          <p:cNvPr id="3" name="Місце для вмісту 2"/>
          <p:cNvSpPr>
            <a:spLocks noGrp="1"/>
          </p:cNvSpPr>
          <p:nvPr>
            <p:ph idx="1"/>
          </p:nvPr>
        </p:nvSpPr>
        <p:spPr>
          <a:xfrm>
            <a:off x="677334" y="2160589"/>
            <a:ext cx="5866805" cy="4210231"/>
          </a:xfrm>
        </p:spPr>
        <p:txBody>
          <a:bodyPr>
            <a:normAutofit fontScale="92500" lnSpcReduction="10000"/>
          </a:bodyPr>
          <a:lstStyle/>
          <a:p>
            <a:r>
              <a:rPr lang="uk-UA" dirty="0" smtClean="0"/>
              <a:t>Ініціатором </a:t>
            </a:r>
            <a:r>
              <a:rPr lang="uk-UA" dirty="0"/>
              <a:t>взаємодії в системі може бути актор або зовнішній користувач. У цьому випадку актор </a:t>
            </a:r>
            <a:r>
              <a:rPr lang="uk-UA" dirty="0" err="1"/>
              <a:t>зображається</a:t>
            </a:r>
            <a:r>
              <a:rPr lang="uk-UA" dirty="0"/>
              <a:t> на </a:t>
            </a:r>
            <a:r>
              <a:rPr lang="uk-UA" dirty="0" smtClean="0"/>
              <a:t>діаграмі.</a:t>
            </a:r>
            <a:endParaRPr lang="uk-UA" dirty="0"/>
          </a:p>
          <a:p>
            <a:r>
              <a:rPr lang="uk-UA" dirty="0" smtClean="0"/>
              <a:t>Найчастіше </a:t>
            </a:r>
            <a:r>
              <a:rPr lang="uk-UA" dirty="0"/>
              <a:t>актор і його фокус керування будуть існувати в системі постійно, відзначаючи характерну для користувача активність в ініціюванні взаємодій із системою. При цьому сам актор може мати власне ім'я або залишатися анонімним.</a:t>
            </a:r>
          </a:p>
          <a:p>
            <a:r>
              <a:rPr lang="uk-UA" dirty="0"/>
              <a:t>Іноді деякий об'єкт може ініціювати рекурсивну взаємодію із самим собою. Мова йде про те, що наявність у багатьох мовах програмування спеціальних засобів побудови рекурсивних процедур вимагає візуалізації відповідних понять у формі графічних примітивів. На діаграмі послідовності рекурсія позначається невеликим прямокутником, приєднаним до правої сторони фокусу керування того </a:t>
            </a:r>
            <a:r>
              <a:rPr lang="uk-UA" dirty="0" smtClean="0"/>
              <a:t>об'єкту.</a:t>
            </a:r>
            <a:endParaRPr lang="uk-UA" dirty="0"/>
          </a:p>
        </p:txBody>
      </p:sp>
      <p:pic>
        <p:nvPicPr>
          <p:cNvPr id="4" name="Рисунок 3"/>
          <p:cNvPicPr>
            <a:picLocks noChangeAspect="1"/>
          </p:cNvPicPr>
          <p:nvPr/>
        </p:nvPicPr>
        <p:blipFill>
          <a:blip r:embed="rId2"/>
          <a:stretch>
            <a:fillRect/>
          </a:stretch>
        </p:blipFill>
        <p:spPr>
          <a:xfrm>
            <a:off x="6828952" y="2340471"/>
            <a:ext cx="5117532" cy="3340801"/>
          </a:xfrm>
          <a:prstGeom prst="rect">
            <a:avLst/>
          </a:prstGeom>
        </p:spPr>
      </p:pic>
    </p:spTree>
    <p:extLst>
      <p:ext uri="{BB962C8B-B14F-4D97-AF65-F5344CB8AC3E}">
        <p14:creationId xmlns:p14="http://schemas.microsoft.com/office/powerpoint/2010/main" val="11041894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Повідомлення</a:t>
            </a:r>
            <a:endParaRPr lang="uk-UA" dirty="0"/>
          </a:p>
        </p:txBody>
      </p:sp>
      <p:sp>
        <p:nvSpPr>
          <p:cNvPr id="3" name="Місце для вмісту 2"/>
          <p:cNvSpPr>
            <a:spLocks noGrp="1"/>
          </p:cNvSpPr>
          <p:nvPr>
            <p:ph idx="1"/>
          </p:nvPr>
        </p:nvSpPr>
        <p:spPr>
          <a:xfrm>
            <a:off x="677334" y="1357086"/>
            <a:ext cx="7417355" cy="5163635"/>
          </a:xfrm>
        </p:spPr>
        <p:txBody>
          <a:bodyPr>
            <a:normAutofit lnSpcReduction="10000"/>
          </a:bodyPr>
          <a:lstStyle/>
          <a:p>
            <a:pPr indent="-324000">
              <a:spcBef>
                <a:spcPts val="0"/>
              </a:spcBef>
            </a:pPr>
            <a:r>
              <a:rPr lang="uk-UA" dirty="0" smtClean="0"/>
              <a:t>Кожну взаємодію об</a:t>
            </a:r>
            <a:r>
              <a:rPr lang="en-US" dirty="0" smtClean="0"/>
              <a:t>’</a:t>
            </a:r>
            <a:r>
              <a:rPr lang="uk-UA" dirty="0" err="1" smtClean="0"/>
              <a:t>єктів</a:t>
            </a:r>
            <a:r>
              <a:rPr lang="uk-UA" dirty="0" smtClean="0"/>
              <a:t> описують </a:t>
            </a:r>
            <a:r>
              <a:rPr lang="uk-UA" b="1" dirty="0"/>
              <a:t>сукупністю повідомлень</a:t>
            </a:r>
            <a:r>
              <a:rPr lang="uk-UA" dirty="0"/>
              <a:t>, якими об'єкти обмінюються між собою. </a:t>
            </a:r>
            <a:endParaRPr lang="uk-UA" dirty="0" smtClean="0"/>
          </a:p>
          <a:p>
            <a:pPr indent="-324000">
              <a:spcBef>
                <a:spcPts val="0"/>
              </a:spcBef>
            </a:pPr>
            <a:r>
              <a:rPr lang="uk-UA" b="1" dirty="0" smtClean="0"/>
              <a:t>Повідомлення </a:t>
            </a:r>
            <a:r>
              <a:rPr lang="en-US" dirty="0"/>
              <a:t>(message) </a:t>
            </a:r>
            <a:r>
              <a:rPr lang="uk-UA" dirty="0" smtClean="0"/>
              <a:t>- це закінчений фрагмент </a:t>
            </a:r>
            <a:r>
              <a:rPr lang="uk-UA" dirty="0"/>
              <a:t>інформації, що </a:t>
            </a:r>
            <a:r>
              <a:rPr lang="uk-UA" dirty="0" smtClean="0"/>
              <a:t>надсилає однин об'єкт </a:t>
            </a:r>
            <a:r>
              <a:rPr lang="uk-UA" dirty="0"/>
              <a:t>іншому. </a:t>
            </a:r>
          </a:p>
          <a:p>
            <a:pPr indent="-324000">
              <a:spcBef>
                <a:spcPts val="0"/>
              </a:spcBef>
            </a:pPr>
            <a:r>
              <a:rPr lang="uk-UA" dirty="0" smtClean="0"/>
              <a:t>Повідомлення </a:t>
            </a:r>
            <a:r>
              <a:rPr lang="uk-UA" dirty="0"/>
              <a:t>не тільки передає деяку інформацію, але й вимагає від об'єкту, який його приймає, виконання очікуваних дій. </a:t>
            </a:r>
            <a:r>
              <a:rPr lang="uk-UA" dirty="0" smtClean="0"/>
              <a:t>Параметри </a:t>
            </a:r>
            <a:r>
              <a:rPr lang="uk-UA" dirty="0"/>
              <a:t>цих операцій передаються разом з повідомленням</a:t>
            </a:r>
            <a:r>
              <a:rPr lang="uk-UA" dirty="0" smtClean="0"/>
              <a:t>.</a:t>
            </a:r>
          </a:p>
          <a:p>
            <a:pPr indent="-324000">
              <a:spcBef>
                <a:spcPts val="0"/>
              </a:spcBef>
            </a:pPr>
            <a:r>
              <a:rPr lang="uk-UA" dirty="0" smtClean="0"/>
              <a:t>Повідомлення можна позначати іменами операцій, виклик </a:t>
            </a:r>
            <a:r>
              <a:rPr lang="uk-UA" dirty="0"/>
              <a:t>якої вони ініціюють у об'єкту, який приймає</a:t>
            </a:r>
            <a:r>
              <a:rPr lang="uk-UA" b="1" dirty="0"/>
              <a:t>. </a:t>
            </a:r>
            <a:r>
              <a:rPr lang="uk-UA" b="1" dirty="0" smtClean="0"/>
              <a:t>Ім'я </a:t>
            </a:r>
            <a:r>
              <a:rPr lang="uk-UA" b="1" dirty="0"/>
              <a:t>операції </a:t>
            </a:r>
            <a:r>
              <a:rPr lang="uk-UA" b="1" dirty="0" smtClean="0"/>
              <a:t>записують поруч </a:t>
            </a:r>
            <a:r>
              <a:rPr lang="uk-UA" b="1" dirty="0"/>
              <a:t>зі стрілкою </a:t>
            </a:r>
            <a:r>
              <a:rPr lang="uk-UA" dirty="0" smtClean="0"/>
              <a:t>і у круглих дужка  вказують </a:t>
            </a:r>
            <a:r>
              <a:rPr lang="uk-UA" dirty="0"/>
              <a:t>параметри або аргументи відповідної операції.</a:t>
            </a:r>
          </a:p>
          <a:p>
            <a:pPr indent="-324000">
              <a:spcBef>
                <a:spcPts val="0"/>
              </a:spcBef>
            </a:pPr>
            <a:r>
              <a:rPr lang="uk-UA" dirty="0" smtClean="0"/>
              <a:t>Кожне </a:t>
            </a:r>
            <a:r>
              <a:rPr lang="uk-UA" dirty="0"/>
              <a:t>повідомлення має </a:t>
            </a:r>
            <a:r>
              <a:rPr lang="uk-UA" b="1" dirty="0"/>
              <a:t>напрямок</a:t>
            </a:r>
            <a:r>
              <a:rPr lang="uk-UA" dirty="0"/>
              <a:t> від об'єкту, що ініціює і відсилає повідомлення, до об'єкту, що його одержує. </a:t>
            </a:r>
            <a:endParaRPr lang="uk-UA" dirty="0" smtClean="0"/>
          </a:p>
          <a:p>
            <a:pPr indent="-324000">
              <a:spcBef>
                <a:spcPts val="0"/>
              </a:spcBef>
            </a:pPr>
            <a:r>
              <a:rPr lang="uk-UA" dirty="0" smtClean="0"/>
              <a:t>Відправника повідомлення можна називати </a:t>
            </a:r>
            <a:r>
              <a:rPr lang="uk-UA" dirty="0"/>
              <a:t>клієнтом, а одержувача - сервером. При цьому повідомлення від клієнта має форму запиту деякого сервісу, а реакція сервера на запит після одержання повідомлення може бути пов'язана з виконанням певних дій або передавання клієнтові необхідної інформації теж у формі повідомлення</a:t>
            </a:r>
            <a:r>
              <a:rPr lang="uk-UA" dirty="0" smtClean="0"/>
              <a:t>.</a:t>
            </a:r>
            <a:r>
              <a:rPr lang="uk-UA" dirty="0"/>
              <a:t> </a:t>
            </a:r>
            <a:endParaRPr lang="uk-UA" dirty="0" smtClean="0"/>
          </a:p>
        </p:txBody>
      </p:sp>
      <p:pic>
        <p:nvPicPr>
          <p:cNvPr id="4" name="Рисунок 3"/>
          <p:cNvPicPr>
            <a:picLocks noChangeAspect="1"/>
          </p:cNvPicPr>
          <p:nvPr/>
        </p:nvPicPr>
        <p:blipFill>
          <a:blip r:embed="rId2"/>
          <a:stretch>
            <a:fillRect/>
          </a:stretch>
        </p:blipFill>
        <p:spPr>
          <a:xfrm>
            <a:off x="8208217" y="1538623"/>
            <a:ext cx="4781862" cy="2822773"/>
          </a:xfrm>
          <a:prstGeom prst="rect">
            <a:avLst/>
          </a:prstGeom>
        </p:spPr>
      </p:pic>
    </p:spTree>
    <p:extLst>
      <p:ext uri="{BB962C8B-B14F-4D97-AF65-F5344CB8AC3E}">
        <p14:creationId xmlns:p14="http://schemas.microsoft.com/office/powerpoint/2010/main" val="8352910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Повідомлення </a:t>
            </a:r>
            <a:endParaRPr lang="uk-UA" dirty="0"/>
          </a:p>
        </p:txBody>
      </p:sp>
      <p:sp>
        <p:nvSpPr>
          <p:cNvPr id="3" name="Місце для вмісту 2"/>
          <p:cNvSpPr>
            <a:spLocks noGrp="1"/>
          </p:cNvSpPr>
          <p:nvPr>
            <p:ph idx="1"/>
          </p:nvPr>
        </p:nvSpPr>
        <p:spPr>
          <a:xfrm>
            <a:off x="677334" y="1618939"/>
            <a:ext cx="7276041" cy="4422424"/>
          </a:xfrm>
        </p:spPr>
        <p:txBody>
          <a:bodyPr>
            <a:normAutofit/>
          </a:bodyPr>
          <a:lstStyle/>
          <a:p>
            <a:pPr marL="342900" lvl="1" indent="-342900">
              <a:spcBef>
                <a:spcPts val="0"/>
              </a:spcBef>
            </a:pPr>
            <a:r>
              <a:rPr lang="uk-UA" dirty="0" smtClean="0"/>
              <a:t>Повідомлення поділяються на синхронні та асинхронні</a:t>
            </a:r>
          </a:p>
          <a:p>
            <a:pPr marL="342900" lvl="1" indent="-342900">
              <a:spcBef>
                <a:spcPts val="0"/>
              </a:spcBef>
            </a:pPr>
            <a:r>
              <a:rPr lang="uk-UA" dirty="0" smtClean="0"/>
              <a:t>Синхронні повідомлення передбачають відповідь </a:t>
            </a:r>
            <a:r>
              <a:rPr lang="uk-UA" dirty="0"/>
              <a:t>(</a:t>
            </a:r>
            <a:r>
              <a:rPr lang="en-US" dirty="0"/>
              <a:t>Reply</a:t>
            </a:r>
            <a:r>
              <a:rPr lang="en-US" dirty="0" smtClean="0"/>
              <a:t>)</a:t>
            </a:r>
            <a:r>
              <a:rPr lang="uk-UA" dirty="0" smtClean="0"/>
              <a:t> на надіслане повідомлення</a:t>
            </a:r>
          </a:p>
          <a:p>
            <a:pPr marL="342900" lvl="1" indent="-342900">
              <a:spcBef>
                <a:spcPts val="0"/>
              </a:spcBef>
            </a:pPr>
            <a:r>
              <a:rPr lang="uk-UA" dirty="0"/>
              <a:t>Відповідь (</a:t>
            </a:r>
            <a:r>
              <a:rPr lang="en-US" dirty="0"/>
              <a:t>Reply)</a:t>
            </a:r>
            <a:r>
              <a:rPr lang="uk-UA" dirty="0"/>
              <a:t> </a:t>
            </a:r>
            <a:endParaRPr lang="uk-UA" dirty="0" smtClean="0"/>
          </a:p>
          <a:p>
            <a:pPr marL="742950" lvl="2" indent="-342900">
              <a:spcBef>
                <a:spcPts val="0"/>
              </a:spcBef>
            </a:pPr>
            <a:r>
              <a:rPr lang="uk-UA" sz="1600" dirty="0" smtClean="0"/>
              <a:t>використовується </a:t>
            </a:r>
            <a:r>
              <a:rPr lang="uk-UA" sz="1600" dirty="0"/>
              <a:t>для підтвердження отримання і виконання операції або для передачі результату </a:t>
            </a:r>
            <a:r>
              <a:rPr lang="uk-UA" sz="1600" dirty="0" smtClean="0"/>
              <a:t>запиту.</a:t>
            </a:r>
          </a:p>
          <a:p>
            <a:pPr marL="742950" lvl="2" indent="-342900">
              <a:spcBef>
                <a:spcPts val="0"/>
              </a:spcBef>
            </a:pPr>
            <a:r>
              <a:rPr lang="uk-UA" sz="1600" dirty="0" smtClean="0"/>
              <a:t>на </a:t>
            </a:r>
            <a:r>
              <a:rPr lang="uk-UA" sz="1600" dirty="0"/>
              <a:t>діаграмах послідовності відповідь може бути показана як повідомлення, що йде в зворотному напрямку від об'єкта, що був викликаний, до об'єкта, що викликав.</a:t>
            </a:r>
          </a:p>
          <a:p>
            <a:pPr>
              <a:spcBef>
                <a:spcPts val="0"/>
              </a:spcBef>
            </a:pPr>
            <a:r>
              <a:rPr lang="uk-UA" sz="1600" dirty="0" smtClean="0"/>
              <a:t>Асинхронний </a:t>
            </a:r>
            <a:r>
              <a:rPr lang="uk-UA" sz="1600" dirty="0"/>
              <a:t>виклик (</a:t>
            </a:r>
            <a:r>
              <a:rPr lang="en-US" sz="1600" dirty="0"/>
              <a:t>Asynchronous Call):</a:t>
            </a:r>
          </a:p>
          <a:p>
            <a:pPr lvl="1">
              <a:spcBef>
                <a:spcPts val="0"/>
              </a:spcBef>
            </a:pPr>
            <a:r>
              <a:rPr lang="uk-UA" dirty="0"/>
              <a:t>Представляє собою виклик, який не блокує </a:t>
            </a:r>
            <a:r>
              <a:rPr lang="uk-UA" dirty="0" smtClean="0"/>
              <a:t>об'єкта-клієнта </a:t>
            </a:r>
            <a:r>
              <a:rPr lang="uk-UA" dirty="0"/>
              <a:t>і не чекає на повернення результату виклику перед продовженням виконання.</a:t>
            </a:r>
          </a:p>
          <a:p>
            <a:pPr lvl="1">
              <a:spcBef>
                <a:spcPts val="0"/>
              </a:spcBef>
            </a:pPr>
            <a:r>
              <a:rPr lang="uk-UA" dirty="0"/>
              <a:t>Об'єкт, що викликає, надсилає повідомлення </a:t>
            </a:r>
            <a:r>
              <a:rPr lang="uk-UA" dirty="0" smtClean="0"/>
              <a:t>асинхронно,  тобто </a:t>
            </a:r>
            <a:r>
              <a:rPr lang="uk-UA" dirty="0"/>
              <a:t>продовжує свою роботу без очікування відповіді.</a:t>
            </a:r>
          </a:p>
          <a:p>
            <a:pPr lvl="1">
              <a:spcBef>
                <a:spcPts val="0"/>
              </a:spcBef>
            </a:pPr>
            <a:r>
              <a:rPr lang="uk-UA" dirty="0"/>
              <a:t>На діаграмі послідовності асинхронний виклик зазвичай позначається зі стрілкою, що має відкриту стрілку на </a:t>
            </a:r>
            <a:r>
              <a:rPr lang="uk-UA" dirty="0" smtClean="0"/>
              <a:t>кінці</a:t>
            </a:r>
            <a:endParaRPr lang="uk-UA" dirty="0"/>
          </a:p>
        </p:txBody>
      </p:sp>
      <p:pic>
        <p:nvPicPr>
          <p:cNvPr id="4" name="Рисунок 3"/>
          <p:cNvPicPr>
            <a:picLocks noChangeAspect="1"/>
          </p:cNvPicPr>
          <p:nvPr/>
        </p:nvPicPr>
        <p:blipFill>
          <a:blip r:embed="rId2"/>
          <a:stretch>
            <a:fillRect/>
          </a:stretch>
        </p:blipFill>
        <p:spPr>
          <a:xfrm>
            <a:off x="8979107" y="831465"/>
            <a:ext cx="2119020" cy="1574947"/>
          </a:xfrm>
          <a:prstGeom prst="rect">
            <a:avLst/>
          </a:prstGeom>
        </p:spPr>
      </p:pic>
      <p:sp>
        <p:nvSpPr>
          <p:cNvPr id="5" name="TextBox 4"/>
          <p:cNvSpPr txBox="1"/>
          <p:nvPr/>
        </p:nvSpPr>
        <p:spPr>
          <a:xfrm>
            <a:off x="8979107" y="2629822"/>
            <a:ext cx="2548328" cy="1200329"/>
          </a:xfrm>
          <a:prstGeom prst="rect">
            <a:avLst/>
          </a:prstGeom>
          <a:noFill/>
        </p:spPr>
        <p:txBody>
          <a:bodyPr wrap="square" rtlCol="0">
            <a:spAutoFit/>
          </a:bodyPr>
          <a:lstStyle/>
          <a:p>
            <a:pPr algn="ctr"/>
            <a:r>
              <a:rPr lang="uk-UA" dirty="0" smtClean="0"/>
              <a:t>Синхронні повідомлення</a:t>
            </a:r>
          </a:p>
          <a:p>
            <a:pPr algn="ctr"/>
            <a:r>
              <a:rPr lang="uk-UA" dirty="0" smtClean="0"/>
              <a:t>(повідомлення та відповідь на неї)</a:t>
            </a:r>
            <a:endParaRPr lang="uk-UA" dirty="0"/>
          </a:p>
        </p:txBody>
      </p:sp>
      <p:pic>
        <p:nvPicPr>
          <p:cNvPr id="6" name="Рисунок 5"/>
          <p:cNvPicPr>
            <a:picLocks noChangeAspect="1"/>
          </p:cNvPicPr>
          <p:nvPr/>
        </p:nvPicPr>
        <p:blipFill>
          <a:blip r:embed="rId3"/>
          <a:stretch>
            <a:fillRect/>
          </a:stretch>
        </p:blipFill>
        <p:spPr>
          <a:xfrm>
            <a:off x="8979106" y="4173886"/>
            <a:ext cx="2336751" cy="398114"/>
          </a:xfrm>
          <a:prstGeom prst="rect">
            <a:avLst/>
          </a:prstGeom>
        </p:spPr>
      </p:pic>
      <p:sp>
        <p:nvSpPr>
          <p:cNvPr id="7" name="TextBox 6"/>
          <p:cNvSpPr txBox="1"/>
          <p:nvPr/>
        </p:nvSpPr>
        <p:spPr>
          <a:xfrm>
            <a:off x="8873317" y="4841034"/>
            <a:ext cx="2548328" cy="646331"/>
          </a:xfrm>
          <a:prstGeom prst="rect">
            <a:avLst/>
          </a:prstGeom>
          <a:noFill/>
        </p:spPr>
        <p:txBody>
          <a:bodyPr wrap="square" rtlCol="0">
            <a:spAutoFit/>
          </a:bodyPr>
          <a:lstStyle/>
          <a:p>
            <a:pPr algn="ctr"/>
            <a:r>
              <a:rPr lang="uk-UA" dirty="0" smtClean="0"/>
              <a:t>Асинхронне повідомлення</a:t>
            </a:r>
          </a:p>
        </p:txBody>
      </p:sp>
    </p:spTree>
    <p:extLst>
      <p:ext uri="{BB962C8B-B14F-4D97-AF65-F5344CB8AC3E}">
        <p14:creationId xmlns:p14="http://schemas.microsoft.com/office/powerpoint/2010/main" val="2473281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a:t>Повідомлення</a:t>
            </a:r>
          </a:p>
        </p:txBody>
      </p:sp>
      <p:sp>
        <p:nvSpPr>
          <p:cNvPr id="3" name="Місце для вмісту 2"/>
          <p:cNvSpPr>
            <a:spLocks noGrp="1"/>
          </p:cNvSpPr>
          <p:nvPr>
            <p:ph idx="1"/>
          </p:nvPr>
        </p:nvSpPr>
        <p:spPr>
          <a:xfrm>
            <a:off x="677334" y="1580364"/>
            <a:ext cx="5424505" cy="3880773"/>
          </a:xfrm>
        </p:spPr>
        <p:txBody>
          <a:bodyPr>
            <a:normAutofit fontScale="92500" lnSpcReduction="20000"/>
          </a:bodyPr>
          <a:lstStyle/>
          <a:p>
            <a:r>
              <a:rPr lang="uk-UA" dirty="0"/>
              <a:t>На діаграмі послідовності всі повідомлення впорядковані за часом свого виникнення в модельованій системі</a:t>
            </a:r>
          </a:p>
          <a:p>
            <a:r>
              <a:rPr lang="uk-UA" dirty="0"/>
              <a:t>Повідомлення зображають горизонтальними стрілками, що з'єднують лінії життя або фокуси керування двох об'єктів. При цьому </a:t>
            </a:r>
          </a:p>
          <a:p>
            <a:pPr lvl="1"/>
            <a:r>
              <a:rPr lang="uk-UA" dirty="0"/>
              <a:t>неявно передбачається, що час передавання повідомлення досить малий в порівнянні із процесами виконання дій об'єктами</a:t>
            </a:r>
          </a:p>
          <a:p>
            <a:pPr lvl="1"/>
            <a:r>
              <a:rPr lang="uk-UA" dirty="0"/>
              <a:t>за час передавання повідомлення з відповідними об'єктами не може відбутися ніяких подій, інакше кажучи, стани об'єктів залишаються без зміни. </a:t>
            </a:r>
          </a:p>
          <a:p>
            <a:pPr lvl="1"/>
            <a:r>
              <a:rPr lang="uk-UA" dirty="0"/>
              <a:t>Якщо </a:t>
            </a:r>
            <a:r>
              <a:rPr lang="uk-UA" dirty="0" smtClean="0"/>
              <a:t>ж для </a:t>
            </a:r>
            <a:r>
              <a:rPr lang="uk-UA" dirty="0"/>
              <a:t>передавання повідомлення </a:t>
            </a:r>
            <a:r>
              <a:rPr lang="uk-UA" dirty="0" smtClean="0"/>
              <a:t>потрібен деякий час, </a:t>
            </a:r>
            <a:r>
              <a:rPr lang="uk-UA" dirty="0"/>
              <a:t>то стрілка повідомлення зображають під деяким нахилом, так щоб кінець стрілки розташовувався нижче від її початку.</a:t>
            </a:r>
          </a:p>
          <a:p>
            <a:endParaRPr lang="uk-UA" dirty="0"/>
          </a:p>
        </p:txBody>
      </p:sp>
      <p:pic>
        <p:nvPicPr>
          <p:cNvPr id="4" name="Рисунок 3"/>
          <p:cNvPicPr>
            <a:picLocks noChangeAspect="1"/>
          </p:cNvPicPr>
          <p:nvPr/>
        </p:nvPicPr>
        <p:blipFill>
          <a:blip r:embed="rId2"/>
          <a:stretch>
            <a:fillRect/>
          </a:stretch>
        </p:blipFill>
        <p:spPr>
          <a:xfrm>
            <a:off x="6416633" y="340049"/>
            <a:ext cx="5125794" cy="3180702"/>
          </a:xfrm>
          <a:prstGeom prst="rect">
            <a:avLst/>
          </a:prstGeom>
        </p:spPr>
      </p:pic>
      <p:pic>
        <p:nvPicPr>
          <p:cNvPr id="5" name="Рисунок 4"/>
          <p:cNvPicPr>
            <a:picLocks noChangeAspect="1"/>
          </p:cNvPicPr>
          <p:nvPr/>
        </p:nvPicPr>
        <p:blipFill>
          <a:blip r:embed="rId3"/>
          <a:stretch>
            <a:fillRect/>
          </a:stretch>
        </p:blipFill>
        <p:spPr>
          <a:xfrm>
            <a:off x="6603339" y="3790302"/>
            <a:ext cx="5341326" cy="2955534"/>
          </a:xfrm>
          <a:prstGeom prst="rect">
            <a:avLst/>
          </a:prstGeom>
        </p:spPr>
      </p:pic>
    </p:spTree>
    <p:extLst>
      <p:ext uri="{BB962C8B-B14F-4D97-AF65-F5344CB8AC3E}">
        <p14:creationId xmlns:p14="http://schemas.microsoft.com/office/powerpoint/2010/main" val="3051950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Повідомлення</a:t>
            </a:r>
            <a:endParaRPr lang="uk-UA" dirty="0"/>
          </a:p>
        </p:txBody>
      </p:sp>
      <p:sp>
        <p:nvSpPr>
          <p:cNvPr id="3" name="Місце для вмісту 2"/>
          <p:cNvSpPr>
            <a:spLocks noGrp="1"/>
          </p:cNvSpPr>
          <p:nvPr>
            <p:ph idx="1"/>
          </p:nvPr>
        </p:nvSpPr>
        <p:spPr>
          <a:xfrm>
            <a:off x="677333" y="1693889"/>
            <a:ext cx="5453643" cy="4800268"/>
          </a:xfrm>
        </p:spPr>
        <p:txBody>
          <a:bodyPr>
            <a:normAutofit lnSpcReduction="10000"/>
          </a:bodyPr>
          <a:lstStyle/>
          <a:p>
            <a:r>
              <a:rPr lang="uk-UA" dirty="0" smtClean="0"/>
              <a:t>Об'єкт </a:t>
            </a:r>
            <a:r>
              <a:rPr lang="uk-UA" dirty="0"/>
              <a:t>може посилати повідомлення самому собі, ініціюючи рефлексивні повідомлення. Такі повідомлення </a:t>
            </a:r>
            <a:r>
              <a:rPr lang="uk-UA" dirty="0" err="1"/>
              <a:t>зображаються</a:t>
            </a:r>
            <a:r>
              <a:rPr lang="uk-UA" dirty="0"/>
              <a:t> прямокутником зі стрілкою, початок і кінець </a:t>
            </a:r>
            <a:r>
              <a:rPr lang="uk-UA" dirty="0" smtClean="0"/>
              <a:t>повертаються до фокуса об</a:t>
            </a:r>
            <a:r>
              <a:rPr lang="en-US" dirty="0" smtClean="0"/>
              <a:t>’</a:t>
            </a:r>
            <a:r>
              <a:rPr lang="uk-UA" dirty="0" err="1" smtClean="0"/>
              <a:t>єкта</a:t>
            </a:r>
            <a:r>
              <a:rPr lang="uk-UA" dirty="0" smtClean="0"/>
              <a:t> (наприклад</a:t>
            </a:r>
            <a:r>
              <a:rPr lang="uk-UA" dirty="0"/>
              <a:t>, при опрацюванні натискань на клавіші клавіатури під час введення тексту в документ, при наборі цифр номера телефону абонента.</a:t>
            </a:r>
          </a:p>
          <a:p>
            <a:r>
              <a:rPr lang="uk-UA" dirty="0" smtClean="0"/>
              <a:t>Значення </a:t>
            </a:r>
            <a:r>
              <a:rPr lang="uk-UA" dirty="0"/>
              <a:t>параметрів окремих повідомлень можуть містити умовні вирази, утворюючи розгалуження або альтернативні шляхи основного потоку керування.</a:t>
            </a:r>
          </a:p>
          <a:p>
            <a:r>
              <a:rPr lang="uk-UA" dirty="0"/>
              <a:t>Для зображення розгалуження </a:t>
            </a:r>
            <a:r>
              <a:rPr lang="uk-UA" dirty="0" smtClean="0"/>
              <a:t>відповідну кількість стрілок</a:t>
            </a:r>
            <a:r>
              <a:rPr lang="uk-UA" dirty="0"/>
              <a:t>, що виходять із однієї точки фокусу керування </a:t>
            </a:r>
            <a:r>
              <a:rPr lang="uk-UA" dirty="0" smtClean="0"/>
              <a:t>об'єкту, і коло  кожної з них записують </a:t>
            </a:r>
            <a:r>
              <a:rPr lang="uk-UA" dirty="0"/>
              <a:t>відповідні умови </a:t>
            </a:r>
            <a:r>
              <a:rPr lang="uk-UA" dirty="0" smtClean="0"/>
              <a:t>у </a:t>
            </a:r>
            <a:r>
              <a:rPr lang="uk-UA" dirty="0"/>
              <a:t>формі сторожової умови. </a:t>
            </a:r>
            <a:endParaRPr lang="uk-UA" dirty="0" smtClean="0"/>
          </a:p>
        </p:txBody>
      </p:sp>
      <p:pic>
        <p:nvPicPr>
          <p:cNvPr id="4" name="Рисунок 3"/>
          <p:cNvPicPr>
            <a:picLocks noChangeAspect="1"/>
          </p:cNvPicPr>
          <p:nvPr/>
        </p:nvPicPr>
        <p:blipFill>
          <a:blip r:embed="rId2"/>
          <a:stretch>
            <a:fillRect/>
          </a:stretch>
        </p:blipFill>
        <p:spPr>
          <a:xfrm>
            <a:off x="6207671" y="3867625"/>
            <a:ext cx="5014290" cy="2626532"/>
          </a:xfrm>
          <a:prstGeom prst="rect">
            <a:avLst/>
          </a:prstGeom>
        </p:spPr>
      </p:pic>
      <p:pic>
        <p:nvPicPr>
          <p:cNvPr id="5" name="Рисунок 4"/>
          <p:cNvPicPr>
            <a:picLocks noChangeAspect="1"/>
          </p:cNvPicPr>
          <p:nvPr/>
        </p:nvPicPr>
        <p:blipFill>
          <a:blip r:embed="rId3"/>
          <a:stretch>
            <a:fillRect/>
          </a:stretch>
        </p:blipFill>
        <p:spPr>
          <a:xfrm>
            <a:off x="8072061" y="643687"/>
            <a:ext cx="3806982" cy="2100404"/>
          </a:xfrm>
          <a:prstGeom prst="rect">
            <a:avLst/>
          </a:prstGeom>
        </p:spPr>
      </p:pic>
      <p:pic>
        <p:nvPicPr>
          <p:cNvPr id="6" name="Рисунок 5"/>
          <p:cNvPicPr>
            <a:picLocks noChangeAspect="1"/>
          </p:cNvPicPr>
          <p:nvPr/>
        </p:nvPicPr>
        <p:blipFill rotWithShape="1">
          <a:blip r:embed="rId4"/>
          <a:srcRect l="66000"/>
          <a:stretch/>
        </p:blipFill>
        <p:spPr>
          <a:xfrm>
            <a:off x="6130977" y="259999"/>
            <a:ext cx="1739925" cy="3340801"/>
          </a:xfrm>
          <a:prstGeom prst="rect">
            <a:avLst/>
          </a:prstGeom>
        </p:spPr>
      </p:pic>
    </p:spTree>
    <p:extLst>
      <p:ext uri="{BB962C8B-B14F-4D97-AF65-F5344CB8AC3E}">
        <p14:creationId xmlns:p14="http://schemas.microsoft.com/office/powerpoint/2010/main" val="31642330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err="1" smtClean="0"/>
              <a:t>Стеротипи</a:t>
            </a:r>
            <a:endParaRPr lang="uk-UA" dirty="0"/>
          </a:p>
        </p:txBody>
      </p:sp>
      <p:sp>
        <p:nvSpPr>
          <p:cNvPr id="3" name="Місце для вмісту 2"/>
          <p:cNvSpPr>
            <a:spLocks noGrp="1"/>
          </p:cNvSpPr>
          <p:nvPr>
            <p:ph idx="1"/>
          </p:nvPr>
        </p:nvSpPr>
        <p:spPr>
          <a:xfrm>
            <a:off x="677334" y="1439057"/>
            <a:ext cx="8596668" cy="5186596"/>
          </a:xfrm>
        </p:spPr>
        <p:txBody>
          <a:bodyPr>
            <a:normAutofit fontScale="85000" lnSpcReduction="10000"/>
          </a:bodyPr>
          <a:lstStyle/>
          <a:p>
            <a:pPr marL="0" indent="0">
              <a:buNone/>
            </a:pPr>
            <a:r>
              <a:rPr lang="uk-UA" dirty="0"/>
              <a:t>У мові </a:t>
            </a:r>
            <a:r>
              <a:rPr lang="en-US" dirty="0"/>
              <a:t>UML </a:t>
            </a:r>
            <a:r>
              <a:rPr lang="ru-RU" dirty="0" err="1"/>
              <a:t>передбачені</a:t>
            </a:r>
            <a:r>
              <a:rPr lang="ru-RU" dirty="0"/>
              <a:t> </a:t>
            </a:r>
            <a:r>
              <a:rPr lang="ru-RU" dirty="0" err="1"/>
              <a:t>деякі</a:t>
            </a:r>
            <a:r>
              <a:rPr lang="ru-RU" dirty="0"/>
              <a:t> </a:t>
            </a:r>
            <a:r>
              <a:rPr lang="ru-RU" dirty="0" err="1"/>
              <a:t>стандартні</a:t>
            </a:r>
            <a:r>
              <a:rPr lang="ru-RU" dirty="0"/>
              <a:t> </a:t>
            </a:r>
            <a:r>
              <a:rPr lang="ru-RU" dirty="0" err="1"/>
              <a:t>дії</a:t>
            </a:r>
            <a:r>
              <a:rPr lang="ru-RU" dirty="0"/>
              <a:t>, </a:t>
            </a:r>
            <a:r>
              <a:rPr lang="ru-RU" dirty="0" err="1"/>
              <a:t>що</a:t>
            </a:r>
            <a:r>
              <a:rPr lang="ru-RU" dirty="0"/>
              <a:t> </a:t>
            </a:r>
            <a:r>
              <a:rPr lang="ru-RU" dirty="0" err="1"/>
              <a:t>виконуються</a:t>
            </a:r>
            <a:r>
              <a:rPr lang="ru-RU" dirty="0"/>
              <a:t> у </a:t>
            </a:r>
            <a:r>
              <a:rPr lang="ru-RU" dirty="0" err="1"/>
              <a:t>відповідь</a:t>
            </a:r>
            <a:r>
              <a:rPr lang="ru-RU" dirty="0"/>
              <a:t> на </a:t>
            </a:r>
            <a:r>
              <a:rPr lang="ru-RU" dirty="0" err="1"/>
              <a:t>одержання</a:t>
            </a:r>
            <a:r>
              <a:rPr lang="ru-RU" dirty="0"/>
              <a:t> </a:t>
            </a:r>
            <a:r>
              <a:rPr lang="ru-RU" dirty="0" err="1"/>
              <a:t>певного</a:t>
            </a:r>
            <a:r>
              <a:rPr lang="ru-RU" dirty="0"/>
              <a:t> </a:t>
            </a:r>
            <a:r>
              <a:rPr lang="ru-RU" dirty="0" err="1"/>
              <a:t>повідомлення</a:t>
            </a:r>
            <a:r>
              <a:rPr lang="ru-RU" dirty="0"/>
              <a:t>. Вони </a:t>
            </a:r>
            <a:r>
              <a:rPr lang="ru-RU" dirty="0" err="1"/>
              <a:t>можуть</a:t>
            </a:r>
            <a:r>
              <a:rPr lang="ru-RU" dirty="0"/>
              <a:t> бути явно </a:t>
            </a:r>
            <a:r>
              <a:rPr lang="ru-RU" dirty="0" err="1"/>
              <a:t>зазначені</a:t>
            </a:r>
            <a:r>
              <a:rPr lang="ru-RU" dirty="0"/>
              <a:t> на </a:t>
            </a:r>
            <a:r>
              <a:rPr lang="ru-RU" dirty="0" err="1"/>
              <a:t>діаграмі</a:t>
            </a:r>
            <a:r>
              <a:rPr lang="ru-RU" dirty="0"/>
              <a:t> </a:t>
            </a:r>
            <a:r>
              <a:rPr lang="ru-RU" dirty="0" err="1"/>
              <a:t>послідовності</a:t>
            </a:r>
            <a:r>
              <a:rPr lang="ru-RU" dirty="0"/>
              <a:t> у </a:t>
            </a:r>
            <a:r>
              <a:rPr lang="ru-RU" dirty="0" err="1"/>
              <a:t>формі</a:t>
            </a:r>
            <a:r>
              <a:rPr lang="ru-RU" dirty="0"/>
              <a:t> стереотипу У </a:t>
            </a:r>
            <a:r>
              <a:rPr lang="ru-RU" dirty="0" err="1"/>
              <a:t>цьому</a:t>
            </a:r>
            <a:r>
              <a:rPr lang="ru-RU" dirty="0"/>
              <a:t> </a:t>
            </a:r>
            <a:r>
              <a:rPr lang="ru-RU" dirty="0" err="1"/>
              <a:t>випадку</a:t>
            </a:r>
            <a:r>
              <a:rPr lang="ru-RU" dirty="0"/>
              <a:t> вони </a:t>
            </a:r>
            <a:r>
              <a:rPr lang="ru-RU" dirty="0" err="1"/>
              <a:t>записуються</a:t>
            </a:r>
            <a:r>
              <a:rPr lang="ru-RU" dirty="0"/>
              <a:t> в лапках. </a:t>
            </a:r>
            <a:r>
              <a:rPr lang="ru-RU" dirty="0" err="1"/>
              <a:t>Використовуються</a:t>
            </a:r>
            <a:r>
              <a:rPr lang="ru-RU" dirty="0"/>
              <a:t> </a:t>
            </a:r>
            <a:r>
              <a:rPr lang="ru-RU" dirty="0" err="1"/>
              <a:t>такі</a:t>
            </a:r>
            <a:r>
              <a:rPr lang="ru-RU" dirty="0"/>
              <a:t> </a:t>
            </a:r>
            <a:r>
              <a:rPr lang="ru-RU" dirty="0" err="1"/>
              <a:t>позначення</a:t>
            </a:r>
            <a:r>
              <a:rPr lang="ru-RU" dirty="0"/>
              <a:t> для </a:t>
            </a:r>
            <a:r>
              <a:rPr lang="ru-RU" dirty="0" err="1"/>
              <a:t>моделювання</a:t>
            </a:r>
            <a:r>
              <a:rPr lang="ru-RU" dirty="0"/>
              <a:t> </a:t>
            </a:r>
            <a:r>
              <a:rPr lang="ru-RU" dirty="0" err="1"/>
              <a:t>дій</a:t>
            </a:r>
            <a:r>
              <a:rPr lang="ru-RU" dirty="0"/>
              <a:t>:</a:t>
            </a:r>
          </a:p>
          <a:p>
            <a:r>
              <a:rPr lang="en-US" b="1" dirty="0"/>
              <a:t>"call"</a:t>
            </a:r>
            <a:r>
              <a:rPr lang="en-US" dirty="0"/>
              <a:t> </a:t>
            </a:r>
            <a:r>
              <a:rPr lang="uk-UA" dirty="0"/>
              <a:t>(викликати) - </a:t>
            </a:r>
            <a:r>
              <a:rPr lang="uk-UA" b="1" dirty="0" smtClean="0"/>
              <a:t>викликає </a:t>
            </a:r>
            <a:r>
              <a:rPr lang="uk-UA" b="1" dirty="0"/>
              <a:t>операції або процедури об'єкту</a:t>
            </a:r>
            <a:r>
              <a:rPr lang="uk-UA" dirty="0"/>
              <a:t>, який приймає; якщо повідомлення із цим стереотипом рефлексивне, то воно ініціює локальний виклик операції в самого об'єкту, що послав це повідомлення;</a:t>
            </a:r>
            <a:endParaRPr lang="en-US" dirty="0"/>
          </a:p>
          <a:p>
            <a:r>
              <a:rPr lang="en-US" b="1" dirty="0"/>
              <a:t>"return" </a:t>
            </a:r>
            <a:r>
              <a:rPr lang="ru-RU" dirty="0"/>
              <a:t>(</a:t>
            </a:r>
            <a:r>
              <a:rPr lang="ru-RU" dirty="0" err="1"/>
              <a:t>повернути</a:t>
            </a:r>
            <a:r>
              <a:rPr lang="ru-RU" dirty="0"/>
              <a:t>) - </a:t>
            </a:r>
            <a:r>
              <a:rPr lang="ru-RU" i="1" dirty="0" err="1" smtClean="0"/>
              <a:t>повертає</a:t>
            </a:r>
            <a:r>
              <a:rPr lang="ru-RU" i="1" dirty="0" smtClean="0"/>
              <a:t> </a:t>
            </a:r>
            <a:r>
              <a:rPr lang="ru-RU" i="1" dirty="0" err="1"/>
              <a:t>значення</a:t>
            </a:r>
            <a:r>
              <a:rPr lang="ru-RU" i="1" dirty="0"/>
              <a:t> </a:t>
            </a:r>
            <a:r>
              <a:rPr lang="ru-RU" dirty="0" err="1"/>
              <a:t>виконаної</a:t>
            </a:r>
            <a:r>
              <a:rPr lang="ru-RU" dirty="0"/>
              <a:t> </a:t>
            </a:r>
            <a:r>
              <a:rPr lang="ru-RU" dirty="0" err="1"/>
              <a:t>операції</a:t>
            </a:r>
            <a:r>
              <a:rPr lang="ru-RU" dirty="0"/>
              <a:t> </a:t>
            </a:r>
            <a:r>
              <a:rPr lang="ru-RU" dirty="0" err="1"/>
              <a:t>або</a:t>
            </a:r>
            <a:r>
              <a:rPr lang="ru-RU" dirty="0"/>
              <a:t> </a:t>
            </a:r>
            <a:r>
              <a:rPr lang="ru-RU" dirty="0" err="1"/>
              <a:t>процедури</a:t>
            </a:r>
            <a:r>
              <a:rPr lang="ru-RU" dirty="0"/>
              <a:t> </a:t>
            </a:r>
            <a:r>
              <a:rPr lang="ru-RU" dirty="0" err="1"/>
              <a:t>об'єкту</a:t>
            </a:r>
            <a:r>
              <a:rPr lang="ru-RU" dirty="0"/>
              <a:t>, </a:t>
            </a:r>
            <a:r>
              <a:rPr lang="ru-RU" dirty="0" err="1"/>
              <a:t>якщо</a:t>
            </a:r>
            <a:r>
              <a:rPr lang="ru-RU" dirty="0"/>
              <a:t> </a:t>
            </a:r>
            <a:r>
              <a:rPr lang="ru-RU" dirty="0" err="1"/>
              <a:t>її</a:t>
            </a:r>
            <a:r>
              <a:rPr lang="ru-RU" dirty="0"/>
              <a:t> </a:t>
            </a:r>
            <a:r>
              <a:rPr lang="ru-RU" dirty="0" err="1"/>
              <a:t>викликав</a:t>
            </a:r>
            <a:r>
              <a:rPr lang="ru-RU" dirty="0"/>
              <a:t>; </a:t>
            </a:r>
            <a:r>
              <a:rPr lang="ru-RU" dirty="0" err="1"/>
              <a:t>значення</a:t>
            </a:r>
            <a:r>
              <a:rPr lang="ru-RU" dirty="0"/>
              <a:t> результату </a:t>
            </a:r>
            <a:r>
              <a:rPr lang="ru-RU" dirty="0" err="1"/>
              <a:t>може</a:t>
            </a:r>
            <a:r>
              <a:rPr lang="ru-RU" dirty="0"/>
              <a:t> </a:t>
            </a:r>
            <a:r>
              <a:rPr lang="ru-RU" dirty="0" err="1"/>
              <a:t>ініціювати</a:t>
            </a:r>
            <a:r>
              <a:rPr lang="ru-RU" dirty="0"/>
              <a:t> </a:t>
            </a:r>
            <a:r>
              <a:rPr lang="ru-RU" dirty="0" err="1"/>
              <a:t>розгалуження</a:t>
            </a:r>
            <a:r>
              <a:rPr lang="ru-RU" dirty="0"/>
              <a:t> потоку </a:t>
            </a:r>
            <a:r>
              <a:rPr lang="ru-RU" dirty="0" err="1"/>
              <a:t>керування</a:t>
            </a:r>
            <a:r>
              <a:rPr lang="ru-RU" dirty="0"/>
              <a:t>;</a:t>
            </a:r>
            <a:endParaRPr lang="en-US" dirty="0"/>
          </a:p>
          <a:p>
            <a:r>
              <a:rPr lang="en-US" b="1" dirty="0"/>
              <a:t>"create" </a:t>
            </a:r>
            <a:r>
              <a:rPr lang="ru-RU" dirty="0"/>
              <a:t>(</a:t>
            </a:r>
            <a:r>
              <a:rPr lang="ru-RU" dirty="0" err="1"/>
              <a:t>створити</a:t>
            </a:r>
            <a:r>
              <a:rPr lang="ru-RU" dirty="0"/>
              <a:t>) </a:t>
            </a:r>
            <a:r>
              <a:rPr lang="ru-RU" dirty="0" err="1" smtClean="0"/>
              <a:t>вимагає</a:t>
            </a:r>
            <a:r>
              <a:rPr lang="ru-RU" dirty="0" smtClean="0"/>
              <a:t> </a:t>
            </a:r>
            <a:r>
              <a:rPr lang="ru-RU" b="1" dirty="0" err="1"/>
              <a:t>створення</a:t>
            </a:r>
            <a:r>
              <a:rPr lang="ru-RU" b="1" dirty="0"/>
              <a:t> </a:t>
            </a:r>
            <a:r>
              <a:rPr lang="ru-RU" dirty="0" err="1" smtClean="0"/>
              <a:t>іншого</a:t>
            </a:r>
            <a:r>
              <a:rPr lang="ru-RU" dirty="0" smtClean="0"/>
              <a:t>; </a:t>
            </a:r>
            <a:r>
              <a:rPr lang="ru-RU" dirty="0" err="1"/>
              <a:t>створений</a:t>
            </a:r>
            <a:r>
              <a:rPr lang="ru-RU" dirty="0"/>
              <a:t> </a:t>
            </a:r>
            <a:r>
              <a:rPr lang="ru-RU" dirty="0" err="1"/>
              <a:t>об'єкт</a:t>
            </a:r>
            <a:r>
              <a:rPr lang="ru-RU" dirty="0"/>
              <a:t> </a:t>
            </a:r>
            <a:r>
              <a:rPr lang="ru-RU" dirty="0" err="1"/>
              <a:t>може</a:t>
            </a:r>
            <a:r>
              <a:rPr lang="ru-RU" dirty="0"/>
              <a:t> </a:t>
            </a:r>
            <a:r>
              <a:rPr lang="ru-RU" dirty="0" err="1"/>
              <a:t>одержати</a:t>
            </a:r>
            <a:r>
              <a:rPr lang="ru-RU" dirty="0"/>
              <a:t> фокус </a:t>
            </a:r>
            <a:r>
              <a:rPr lang="ru-RU" dirty="0" err="1"/>
              <a:t>керування</a:t>
            </a:r>
            <a:r>
              <a:rPr lang="ru-RU" dirty="0"/>
              <a:t>, а </a:t>
            </a:r>
            <a:r>
              <a:rPr lang="ru-RU" dirty="0" err="1"/>
              <a:t>може</a:t>
            </a:r>
            <a:r>
              <a:rPr lang="ru-RU" dirty="0"/>
              <a:t> й не </a:t>
            </a:r>
            <a:r>
              <a:rPr lang="ru-RU" dirty="0" err="1"/>
              <a:t>одержати</a:t>
            </a:r>
            <a:r>
              <a:rPr lang="ru-RU" dirty="0"/>
              <a:t> </a:t>
            </a:r>
            <a:r>
              <a:rPr lang="ru-RU" dirty="0" err="1"/>
              <a:t>його</a:t>
            </a:r>
            <a:r>
              <a:rPr lang="ru-RU" dirty="0"/>
              <a:t>;</a:t>
            </a:r>
            <a:endParaRPr lang="en-US" dirty="0"/>
          </a:p>
          <a:p>
            <a:r>
              <a:rPr lang="en-US" b="1" dirty="0"/>
              <a:t>"destroy" </a:t>
            </a:r>
            <a:r>
              <a:rPr lang="uk-UA" dirty="0"/>
              <a:t>(знищити) - повідомлення з явною вимогою </a:t>
            </a:r>
            <a:r>
              <a:rPr lang="uk-UA" b="1" dirty="0"/>
              <a:t>знищити</a:t>
            </a:r>
            <a:r>
              <a:rPr lang="uk-UA" dirty="0"/>
              <a:t> відповідний об'єкт; посилається в тому випадку, коли необхідно припинити небажані дії з боку наявного в системі об'єкту, або коли об'єкт більше не потрібний і повинен звільнити задіяні ним системні ресурси;</a:t>
            </a:r>
            <a:endParaRPr lang="en-US" dirty="0"/>
          </a:p>
          <a:p>
            <a:r>
              <a:rPr lang="en-US" b="1" dirty="0"/>
              <a:t>"send" </a:t>
            </a:r>
            <a:r>
              <a:rPr lang="uk-UA" dirty="0"/>
              <a:t>(послати) - позначає посилання іншому об'єкту деякого сигналу, що асинхронно </a:t>
            </a:r>
            <a:r>
              <a:rPr lang="uk-UA" dirty="0" err="1"/>
              <a:t>ініціюється</a:t>
            </a:r>
            <a:r>
              <a:rPr lang="uk-UA" dirty="0"/>
              <a:t> одним об'єктом і приймається (перехоплюється) іншим; відмінність сигналу від повідомлення полягає в тому, що </a:t>
            </a:r>
            <a:r>
              <a:rPr lang="uk-UA" i="1" dirty="0"/>
              <a:t>сигнал має бути явно описаний у тому класі, об'єкт якого ініціює його передавання</a:t>
            </a:r>
            <a:r>
              <a:rPr lang="uk-UA" dirty="0"/>
              <a:t>.</a:t>
            </a:r>
            <a:endParaRPr lang="en-US" dirty="0"/>
          </a:p>
          <a:p>
            <a:pPr marL="0" indent="0">
              <a:buNone/>
            </a:pPr>
            <a:r>
              <a:rPr lang="uk-UA" dirty="0"/>
              <a:t>Крім стереотипів, повідомлення можуть мати власне позначення операції, викликання якої вони ініціюють у об'єкту, який приймає. У цьому випадку поруч зі стрілкою записується ім'я операції із круглими дужками, у яких можуть вказуватися параметри або аргументи відповідної операції. </a:t>
            </a:r>
          </a:p>
        </p:txBody>
      </p:sp>
    </p:spTree>
    <p:extLst>
      <p:ext uri="{BB962C8B-B14F-4D97-AF65-F5344CB8AC3E}">
        <p14:creationId xmlns:p14="http://schemas.microsoft.com/office/powerpoint/2010/main" val="32537409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Час</a:t>
            </a:r>
            <a:endParaRPr lang="uk-UA" dirty="0"/>
          </a:p>
        </p:txBody>
      </p:sp>
      <p:sp>
        <p:nvSpPr>
          <p:cNvPr id="3" name="Місце для вмісту 2"/>
          <p:cNvSpPr>
            <a:spLocks noGrp="1"/>
          </p:cNvSpPr>
          <p:nvPr>
            <p:ph idx="1"/>
          </p:nvPr>
        </p:nvSpPr>
        <p:spPr>
          <a:xfrm>
            <a:off x="407513" y="1615608"/>
            <a:ext cx="5693484" cy="4725232"/>
          </a:xfrm>
        </p:spPr>
        <p:txBody>
          <a:bodyPr>
            <a:normAutofit lnSpcReduction="10000"/>
          </a:bodyPr>
          <a:lstStyle/>
          <a:p>
            <a:r>
              <a:rPr lang="uk-UA" dirty="0"/>
              <a:t>В окремих випадках виконання </a:t>
            </a:r>
            <a:r>
              <a:rPr lang="uk-UA" dirty="0" smtClean="0"/>
              <a:t>дій </a:t>
            </a:r>
            <a:r>
              <a:rPr lang="uk-UA" dirty="0"/>
              <a:t>на діаграмі послідовності може вимагати явної специфікації </a:t>
            </a:r>
            <a:r>
              <a:rPr lang="uk-UA" dirty="0" smtClean="0"/>
              <a:t>часових обмежень</a:t>
            </a:r>
            <a:r>
              <a:rPr lang="uk-UA" dirty="0"/>
              <a:t> </a:t>
            </a:r>
            <a:r>
              <a:rPr lang="uk-UA" dirty="0" smtClean="0"/>
              <a:t>на виконання </a:t>
            </a:r>
            <a:r>
              <a:rPr lang="uk-UA" dirty="0"/>
              <a:t>операцій або передавання повідомлень. </a:t>
            </a:r>
            <a:endParaRPr lang="uk-UA" dirty="0" smtClean="0"/>
          </a:p>
          <a:p>
            <a:r>
              <a:rPr lang="uk-UA" dirty="0" smtClean="0"/>
              <a:t>Часові обмеження подають у </a:t>
            </a:r>
            <a:r>
              <a:rPr lang="uk-UA" b="1" dirty="0" smtClean="0"/>
              <a:t>фігурних дужках</a:t>
            </a:r>
            <a:r>
              <a:rPr lang="uk-UA" dirty="0" smtClean="0"/>
              <a:t>. </a:t>
            </a:r>
          </a:p>
          <a:p>
            <a:r>
              <a:rPr lang="uk-UA" dirty="0" smtClean="0"/>
              <a:t>На </a:t>
            </a:r>
            <a:r>
              <a:rPr lang="uk-UA" dirty="0"/>
              <a:t>відміну від умов розгалуження, </a:t>
            </a:r>
            <a:r>
              <a:rPr lang="uk-UA" dirty="0" smtClean="0"/>
              <a:t>які повинні </a:t>
            </a:r>
            <a:r>
              <a:rPr lang="uk-UA" dirty="0"/>
              <a:t>виконуватися альтернативно, </a:t>
            </a:r>
            <a:r>
              <a:rPr lang="uk-UA" dirty="0" smtClean="0"/>
              <a:t>часові </a:t>
            </a:r>
            <a:r>
              <a:rPr lang="uk-UA" dirty="0"/>
              <a:t>обмеження </a:t>
            </a:r>
            <a:r>
              <a:rPr lang="uk-UA" dirty="0" smtClean="0"/>
              <a:t>є </a:t>
            </a:r>
            <a:r>
              <a:rPr lang="uk-UA" b="1" dirty="0" smtClean="0"/>
              <a:t>обов'язковими </a:t>
            </a:r>
            <a:r>
              <a:rPr lang="uk-UA" dirty="0" smtClean="0"/>
              <a:t>для </a:t>
            </a:r>
            <a:r>
              <a:rPr lang="uk-UA" dirty="0"/>
              <a:t>об'єктів, що з ними асоціюються.</a:t>
            </a:r>
          </a:p>
          <a:p>
            <a:r>
              <a:rPr lang="uk-UA" dirty="0"/>
              <a:t>Ч</a:t>
            </a:r>
            <a:r>
              <a:rPr lang="uk-UA" dirty="0" smtClean="0"/>
              <a:t>асові </a:t>
            </a:r>
            <a:r>
              <a:rPr lang="uk-UA" dirty="0"/>
              <a:t>обмеження можуть записуватися поруч із початком стрілки відповідного </a:t>
            </a:r>
            <a:r>
              <a:rPr lang="uk-UA" dirty="0" smtClean="0"/>
              <a:t>повідомлення або ліворуч </a:t>
            </a:r>
            <a:r>
              <a:rPr lang="uk-UA" dirty="0"/>
              <a:t>від цієї стрілки на одному рівні з нею. </a:t>
            </a:r>
            <a:endParaRPr lang="uk-UA" dirty="0" smtClean="0"/>
          </a:p>
          <a:p>
            <a:r>
              <a:rPr lang="uk-UA" dirty="0" smtClean="0"/>
              <a:t>Якщо часова </a:t>
            </a:r>
            <a:r>
              <a:rPr lang="uk-UA" dirty="0"/>
              <a:t>характеристика </a:t>
            </a:r>
            <a:r>
              <a:rPr lang="uk-UA" dirty="0" err="1" smtClean="0"/>
              <a:t>стосуєтьсґ</a:t>
            </a:r>
            <a:r>
              <a:rPr lang="uk-UA" dirty="0" smtClean="0"/>
              <a:t> </a:t>
            </a:r>
            <a:r>
              <a:rPr lang="uk-UA" dirty="0"/>
              <a:t>конкретного об'єкту, то ім'я цього об'єкту записується перед ім'ям характеристики й відокремлюється від неї крапкою</a:t>
            </a:r>
            <a:r>
              <a:rPr lang="uk-UA" dirty="0" smtClean="0"/>
              <a:t>.</a:t>
            </a:r>
            <a:endParaRPr lang="uk-UA" dirty="0"/>
          </a:p>
        </p:txBody>
      </p:sp>
      <p:sp>
        <p:nvSpPr>
          <p:cNvPr id="5" name="Прямокутник 4"/>
          <p:cNvSpPr/>
          <p:nvPr/>
        </p:nvSpPr>
        <p:spPr>
          <a:xfrm>
            <a:off x="6370818" y="1615608"/>
            <a:ext cx="5196503" cy="1754326"/>
          </a:xfrm>
          <a:prstGeom prst="rect">
            <a:avLst/>
          </a:prstGeom>
        </p:spPr>
        <p:txBody>
          <a:bodyPr wrap="square">
            <a:spAutoFit/>
          </a:bodyPr>
          <a:lstStyle/>
          <a:p>
            <a:r>
              <a:rPr lang="ru-RU" dirty="0"/>
              <a:t>Приклад:</a:t>
            </a:r>
          </a:p>
          <a:p>
            <a:pPr algn="ctr"/>
            <a:r>
              <a:rPr lang="uk-UA" dirty="0"/>
              <a:t>{</a:t>
            </a:r>
            <a:r>
              <a:rPr lang="uk-UA" dirty="0" err="1"/>
              <a:t>час_прийомання_повідомлення</a:t>
            </a:r>
            <a:r>
              <a:rPr lang="uk-UA" dirty="0"/>
              <a:t> - </a:t>
            </a:r>
            <a:r>
              <a:rPr lang="uk-UA" dirty="0" err="1"/>
              <a:t>час_відсилання_повідомлення</a:t>
            </a:r>
            <a:r>
              <a:rPr lang="uk-UA" dirty="0"/>
              <a:t> &lt; 1 </a:t>
            </a:r>
            <a:r>
              <a:rPr lang="uk-UA" dirty="0" err="1"/>
              <a:t>сек</a:t>
            </a:r>
            <a:r>
              <a:rPr lang="uk-UA" dirty="0"/>
              <a:t>.}</a:t>
            </a:r>
          </a:p>
          <a:p>
            <a:pPr algn="ctr"/>
            <a:r>
              <a:rPr lang="uk-UA" dirty="0"/>
              <a:t>{</a:t>
            </a:r>
            <a:r>
              <a:rPr lang="uk-UA" dirty="0" err="1"/>
              <a:t>час_очікування_відповіді</a:t>
            </a:r>
            <a:r>
              <a:rPr lang="uk-UA" dirty="0"/>
              <a:t> &lt; 5 </a:t>
            </a:r>
            <a:r>
              <a:rPr lang="uk-UA" dirty="0" err="1"/>
              <a:t>сек</a:t>
            </a:r>
            <a:r>
              <a:rPr lang="uk-UA" dirty="0"/>
              <a:t>.}</a:t>
            </a:r>
          </a:p>
          <a:p>
            <a:pPr algn="ctr"/>
            <a:r>
              <a:rPr lang="uk-UA" dirty="0"/>
              <a:t>{</a:t>
            </a:r>
            <a:r>
              <a:rPr lang="uk-UA" dirty="0" err="1"/>
              <a:t>час_передавання_пакету</a:t>
            </a:r>
            <a:r>
              <a:rPr lang="uk-UA" dirty="0"/>
              <a:t> &lt; 10 </a:t>
            </a:r>
            <a:r>
              <a:rPr lang="uk-UA" dirty="0" err="1"/>
              <a:t>сек</a:t>
            </a:r>
            <a:r>
              <a:rPr lang="uk-UA" dirty="0"/>
              <a:t>.}</a:t>
            </a:r>
          </a:p>
          <a:p>
            <a:pPr algn="ctr"/>
            <a:r>
              <a:rPr lang="uk-UA" dirty="0"/>
              <a:t>{об'єкт_1. </a:t>
            </a:r>
            <a:r>
              <a:rPr lang="uk-UA" dirty="0" err="1"/>
              <a:t>час_подання_сигналу_тривоги</a:t>
            </a:r>
            <a:r>
              <a:rPr lang="uk-UA" dirty="0"/>
              <a:t> &gt;30 </a:t>
            </a:r>
            <a:r>
              <a:rPr lang="uk-UA" dirty="0" err="1"/>
              <a:t>сек</a:t>
            </a:r>
            <a:r>
              <a:rPr lang="uk-UA" dirty="0"/>
              <a:t>.}</a:t>
            </a:r>
          </a:p>
        </p:txBody>
      </p:sp>
    </p:spTree>
    <p:extLst>
      <p:ext uri="{BB962C8B-B14F-4D97-AF65-F5344CB8AC3E}">
        <p14:creationId xmlns:p14="http://schemas.microsoft.com/office/powerpoint/2010/main" val="9457289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Час</a:t>
            </a:r>
            <a:endParaRPr lang="uk-UA" dirty="0"/>
          </a:p>
        </p:txBody>
      </p:sp>
      <p:pic>
        <p:nvPicPr>
          <p:cNvPr id="4" name="Рисунок 3"/>
          <p:cNvPicPr>
            <a:picLocks noChangeAspect="1"/>
          </p:cNvPicPr>
          <p:nvPr/>
        </p:nvPicPr>
        <p:blipFill>
          <a:blip r:embed="rId2"/>
          <a:stretch>
            <a:fillRect/>
          </a:stretch>
        </p:blipFill>
        <p:spPr>
          <a:xfrm>
            <a:off x="939651" y="1514007"/>
            <a:ext cx="10447741" cy="4527355"/>
          </a:xfrm>
          <a:prstGeom prst="rect">
            <a:avLst/>
          </a:prstGeom>
        </p:spPr>
      </p:pic>
    </p:spTree>
    <p:extLst>
      <p:ext uri="{BB962C8B-B14F-4D97-AF65-F5344CB8AC3E}">
        <p14:creationId xmlns:p14="http://schemas.microsoft.com/office/powerpoint/2010/main" val="72454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sp>
        <p:nvSpPr>
          <p:cNvPr id="3" name="Місце для вмісту 2"/>
          <p:cNvSpPr>
            <a:spLocks noGrp="1"/>
          </p:cNvSpPr>
          <p:nvPr>
            <p:ph idx="1"/>
          </p:nvPr>
        </p:nvSpPr>
        <p:spPr/>
        <p:txBody>
          <a:bodyPr/>
          <a:lstStyle/>
          <a:p>
            <a:endParaRPr lang="uk-UA"/>
          </a:p>
        </p:txBody>
      </p:sp>
      <p:pic>
        <p:nvPicPr>
          <p:cNvPr id="4098" name="Picture 2" descr="An example of an interaction in the form of a sequence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062" y="609599"/>
            <a:ext cx="8793553" cy="5963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2184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Загальний порядок</a:t>
            </a:r>
            <a:endParaRPr lang="uk-UA" dirty="0"/>
          </a:p>
        </p:txBody>
      </p:sp>
      <p:sp>
        <p:nvSpPr>
          <p:cNvPr id="3" name="Місце для вмісту 2"/>
          <p:cNvSpPr>
            <a:spLocks noGrp="1"/>
          </p:cNvSpPr>
          <p:nvPr>
            <p:ph idx="1"/>
          </p:nvPr>
        </p:nvSpPr>
        <p:spPr>
          <a:xfrm>
            <a:off x="677334" y="1559979"/>
            <a:ext cx="9710850" cy="2426401"/>
          </a:xfrm>
        </p:spPr>
        <p:txBody>
          <a:bodyPr>
            <a:normAutofit fontScale="92500" lnSpcReduction="20000"/>
          </a:bodyPr>
          <a:lstStyle/>
          <a:p>
            <a:r>
              <a:rPr lang="en-US" b="1" dirty="0" err="1" smtClean="0"/>
              <a:t>GeneralOrdering</a:t>
            </a:r>
            <a:r>
              <a:rPr lang="en-US" dirty="0" smtClean="0"/>
              <a:t> </a:t>
            </a:r>
            <a:r>
              <a:rPr lang="en-US" dirty="0"/>
              <a:t>- </a:t>
            </a:r>
            <a:r>
              <a:rPr lang="uk-UA" dirty="0"/>
              <a:t>це елемент, який використовується для визначення часового порядку між подіями або повідомленнями на діаграмах послідовності. </a:t>
            </a:r>
            <a:r>
              <a:rPr lang="en-US" dirty="0" err="1"/>
              <a:t>GeneralOrdering</a:t>
            </a:r>
            <a:r>
              <a:rPr lang="en-US" dirty="0"/>
              <a:t> </a:t>
            </a:r>
            <a:r>
              <a:rPr lang="uk-UA" dirty="0"/>
              <a:t>дозволяє точно визначити, яка подія сталася першою в порівнянні з іншими подіями.</a:t>
            </a:r>
          </a:p>
          <a:p>
            <a:r>
              <a:rPr lang="uk-UA" dirty="0"/>
              <a:t>Цей елемент дозволяє моделювати складніше узгодження часу між подіями, яке не може бути точно визначено за допомогою послідовності. Він може використовуватися для уточнення послідовності подій або для представлення паралельних аспектів взаємодії між об'єктами.</a:t>
            </a:r>
          </a:p>
          <a:p>
            <a:r>
              <a:rPr lang="uk-UA" dirty="0"/>
              <a:t>На діаграмах послідовності </a:t>
            </a:r>
            <a:r>
              <a:rPr lang="en-US" dirty="0" err="1"/>
              <a:t>GeneralOrdering</a:t>
            </a:r>
            <a:r>
              <a:rPr lang="en-US" dirty="0"/>
              <a:t> </a:t>
            </a:r>
            <a:r>
              <a:rPr lang="uk-UA" dirty="0"/>
              <a:t>зазвичай позначається стрілкою, що вказує напрямок часу між двома подіями. Цей елемент допомагає визначити правильний порядок виконання дій або взаємодій між об'єктами в моделі.</a:t>
            </a:r>
          </a:p>
          <a:p>
            <a:endParaRPr lang="uk-UA" dirty="0"/>
          </a:p>
        </p:txBody>
      </p:sp>
      <p:pic>
        <p:nvPicPr>
          <p:cNvPr id="4" name="Рисунок 3"/>
          <p:cNvPicPr>
            <a:picLocks noChangeAspect="1"/>
          </p:cNvPicPr>
          <p:nvPr/>
        </p:nvPicPr>
        <p:blipFill>
          <a:blip r:embed="rId2"/>
          <a:stretch>
            <a:fillRect/>
          </a:stretch>
        </p:blipFill>
        <p:spPr>
          <a:xfrm>
            <a:off x="7364935" y="500505"/>
            <a:ext cx="3163478" cy="769495"/>
          </a:xfrm>
          <a:prstGeom prst="rect">
            <a:avLst/>
          </a:prstGeom>
        </p:spPr>
      </p:pic>
      <p:pic>
        <p:nvPicPr>
          <p:cNvPr id="5" name="Рисунок 4"/>
          <p:cNvPicPr>
            <a:picLocks noChangeAspect="1"/>
          </p:cNvPicPr>
          <p:nvPr/>
        </p:nvPicPr>
        <p:blipFill>
          <a:blip r:embed="rId3"/>
          <a:stretch>
            <a:fillRect/>
          </a:stretch>
        </p:blipFill>
        <p:spPr>
          <a:xfrm>
            <a:off x="2358610" y="3986380"/>
            <a:ext cx="6735510" cy="2544835"/>
          </a:xfrm>
          <a:prstGeom prst="rect">
            <a:avLst/>
          </a:prstGeom>
        </p:spPr>
      </p:pic>
    </p:spTree>
    <p:extLst>
      <p:ext uri="{BB962C8B-B14F-4D97-AF65-F5344CB8AC3E}">
        <p14:creationId xmlns:p14="http://schemas.microsoft.com/office/powerpoint/2010/main" val="4299860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Приклад</a:t>
            </a:r>
            <a:endParaRPr lang="uk-UA" dirty="0"/>
          </a:p>
        </p:txBody>
      </p:sp>
      <p:pic>
        <p:nvPicPr>
          <p:cNvPr id="4" name="Рисунок 3"/>
          <p:cNvPicPr>
            <a:picLocks noChangeAspect="1"/>
          </p:cNvPicPr>
          <p:nvPr/>
        </p:nvPicPr>
        <p:blipFill>
          <a:blip r:embed="rId2"/>
          <a:stretch>
            <a:fillRect/>
          </a:stretch>
        </p:blipFill>
        <p:spPr>
          <a:xfrm>
            <a:off x="1449709" y="1429657"/>
            <a:ext cx="8392696" cy="4944165"/>
          </a:xfrm>
          <a:prstGeom prst="rect">
            <a:avLst/>
          </a:prstGeom>
        </p:spPr>
      </p:pic>
    </p:spTree>
    <p:extLst>
      <p:ext uri="{BB962C8B-B14F-4D97-AF65-F5344CB8AC3E}">
        <p14:creationId xmlns:p14="http://schemas.microsoft.com/office/powerpoint/2010/main" val="9862111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865969" y="194383"/>
            <a:ext cx="8297433" cy="6106377"/>
          </a:xfrm>
          <a:prstGeom prst="rect">
            <a:avLst/>
          </a:prstGeom>
        </p:spPr>
      </p:pic>
    </p:spTree>
    <p:extLst>
      <p:ext uri="{BB962C8B-B14F-4D97-AF65-F5344CB8AC3E}">
        <p14:creationId xmlns:p14="http://schemas.microsoft.com/office/powerpoint/2010/main" val="1422911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Ключові слова фреймів</a:t>
            </a:r>
            <a:endParaRPr lang="uk-UA" dirty="0"/>
          </a:p>
        </p:txBody>
      </p:sp>
      <p:sp>
        <p:nvSpPr>
          <p:cNvPr id="5" name="Rectangle 2"/>
          <p:cNvSpPr>
            <a:spLocks noGrp="1" noChangeArrowheads="1"/>
          </p:cNvSpPr>
          <p:nvPr>
            <p:ph idx="1"/>
          </p:nvPr>
        </p:nvSpPr>
        <p:spPr bwMode="auto">
          <a:xfrm>
            <a:off x="677334" y="1439737"/>
            <a:ext cx="10804603" cy="409394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defTabSz="914400">
              <a:buSzTx/>
              <a:buNone/>
            </a:pPr>
            <a:r>
              <a:rPr lang="uk-UA" sz="1600" dirty="0" smtClean="0">
                <a:solidFill>
                  <a:srgbClr val="0D0D0D"/>
                </a:solidFill>
                <a:latin typeface="Söhne"/>
              </a:rPr>
              <a:t>Ключові </a:t>
            </a:r>
            <a:r>
              <a:rPr lang="uk-UA" sz="1600" dirty="0">
                <a:solidFill>
                  <a:srgbClr val="0D0D0D"/>
                </a:solidFill>
                <a:latin typeface="Söhne"/>
              </a:rPr>
              <a:t>слова дозволяють більш точно визначити взаємодію між об'єктами на діаграмі послідовності, враховуючи різні умови, цикли та альтернативні шляхи.</a:t>
            </a:r>
            <a:endParaRPr lang="uk-UA" sz="1600" dirty="0"/>
          </a:p>
          <a:p>
            <a:pPr defTabSz="914400">
              <a:buSzTx/>
            </a:pPr>
            <a:endParaRPr kumimoji="0" lang="uk-UA" sz="1600" b="1" i="0" u="none" strike="noStrike" cap="none" normalizeH="0" baseline="0" dirty="0" smtClean="0">
              <a:ln>
                <a:noFill/>
              </a:ln>
              <a:solidFill>
                <a:srgbClr val="0D0D0D"/>
              </a:solidFill>
              <a:effectLst/>
              <a:latin typeface="Söhne Mono"/>
            </a:endParaRPr>
          </a:p>
          <a:p>
            <a:pPr defTabSz="914400">
              <a:buSzTx/>
            </a:pPr>
            <a:r>
              <a:rPr kumimoji="0" lang="uk-UA" sz="1600" b="1" i="0" u="none" strike="noStrike" cap="none" normalizeH="0" baseline="0" dirty="0" err="1" smtClean="0">
                <a:ln>
                  <a:noFill/>
                </a:ln>
                <a:solidFill>
                  <a:srgbClr val="0D0D0D"/>
                </a:solidFill>
                <a:effectLst/>
                <a:latin typeface="Söhne Mono"/>
              </a:rPr>
              <a:t>ref</a:t>
            </a:r>
            <a:r>
              <a:rPr kumimoji="0" lang="uk-UA" sz="1600" b="0" i="0" u="none" strike="noStrike" cap="none" normalizeH="0" baseline="0" dirty="0" smtClean="0">
                <a:ln>
                  <a:noFill/>
                </a:ln>
                <a:solidFill>
                  <a:srgbClr val="0D0D0D"/>
                </a:solidFill>
                <a:effectLst/>
                <a:latin typeface="Söhne"/>
              </a:rPr>
              <a:t> - Використовується для відсилання до попередньо визначеної послідовності дій або фрагменту.</a:t>
            </a:r>
          </a:p>
          <a:p>
            <a:pPr defTabSz="914400">
              <a:buSzTx/>
            </a:pPr>
            <a:r>
              <a:rPr kumimoji="0" lang="uk-UA" sz="1600" b="1" i="0" u="none" strike="noStrike" cap="none" normalizeH="0" baseline="0" dirty="0" err="1" smtClean="0">
                <a:ln>
                  <a:noFill/>
                </a:ln>
                <a:solidFill>
                  <a:srgbClr val="0D0D0D"/>
                </a:solidFill>
                <a:effectLst/>
                <a:latin typeface="Söhne Mono"/>
              </a:rPr>
              <a:t>opt</a:t>
            </a:r>
            <a:r>
              <a:rPr kumimoji="0" lang="uk-UA" sz="1600" b="0" i="0" u="none" strike="noStrike" cap="none" normalizeH="0" baseline="0" dirty="0" smtClean="0">
                <a:ln>
                  <a:noFill/>
                </a:ln>
                <a:solidFill>
                  <a:srgbClr val="0D0D0D"/>
                </a:solidFill>
                <a:effectLst/>
                <a:latin typeface="Söhne"/>
              </a:rPr>
              <a:t> - Позначає дію, яка виконується лише за певної умови.</a:t>
            </a:r>
          </a:p>
          <a:p>
            <a:pPr defTabSz="914400">
              <a:buSzTx/>
            </a:pPr>
            <a:r>
              <a:rPr kumimoji="0" lang="uk-UA" sz="1600" b="1" i="0" u="none" strike="noStrike" cap="none" normalizeH="0" baseline="0" dirty="0" err="1" smtClean="0">
                <a:ln>
                  <a:noFill/>
                </a:ln>
                <a:solidFill>
                  <a:srgbClr val="0D0D0D"/>
                </a:solidFill>
                <a:effectLst/>
                <a:latin typeface="Söhne Mono"/>
              </a:rPr>
              <a:t>alt</a:t>
            </a:r>
            <a:r>
              <a:rPr kumimoji="0" lang="uk-UA" sz="1600" b="0" i="0" u="none" strike="noStrike" cap="none" normalizeH="0" baseline="0" dirty="0" smtClean="0">
                <a:ln>
                  <a:noFill/>
                </a:ln>
                <a:solidFill>
                  <a:srgbClr val="0D0D0D"/>
                </a:solidFill>
                <a:effectLst/>
                <a:latin typeface="Söhne"/>
              </a:rPr>
              <a:t> - Вказує на альтернативний шлях взаємодії у випадку виконання або невиконання певної умови.</a:t>
            </a:r>
          </a:p>
          <a:p>
            <a:pPr defTabSz="914400">
              <a:buSzTx/>
            </a:pPr>
            <a:r>
              <a:rPr kumimoji="0" lang="uk-UA" sz="1600" b="1" i="0" u="none" strike="noStrike" cap="none" normalizeH="0" baseline="0" dirty="0" err="1" smtClean="0">
                <a:ln>
                  <a:noFill/>
                </a:ln>
                <a:solidFill>
                  <a:srgbClr val="0D0D0D"/>
                </a:solidFill>
                <a:effectLst/>
                <a:latin typeface="Söhne Mono"/>
              </a:rPr>
              <a:t>loop</a:t>
            </a:r>
            <a:r>
              <a:rPr kumimoji="0" lang="uk-UA" sz="1600" b="0" i="0" u="none" strike="noStrike" cap="none" normalizeH="0" baseline="0" dirty="0" smtClean="0">
                <a:ln>
                  <a:noFill/>
                </a:ln>
                <a:solidFill>
                  <a:srgbClr val="0D0D0D"/>
                </a:solidFill>
                <a:effectLst/>
                <a:latin typeface="Söhne"/>
              </a:rPr>
              <a:t> - Показує повторення певної послідовності дій доти, доки виконується певна умова.</a:t>
            </a:r>
          </a:p>
          <a:p>
            <a:pPr defTabSz="914400">
              <a:buSzTx/>
            </a:pPr>
            <a:r>
              <a:rPr kumimoji="0" lang="uk-UA" sz="1600" b="1" i="0" u="none" strike="noStrike" cap="none" normalizeH="0" baseline="0" dirty="0" err="1" smtClean="0">
                <a:ln>
                  <a:noFill/>
                </a:ln>
                <a:solidFill>
                  <a:srgbClr val="0D0D0D"/>
                </a:solidFill>
                <a:effectLst/>
                <a:latin typeface="Söhne Mono"/>
              </a:rPr>
              <a:t>critical</a:t>
            </a:r>
            <a:r>
              <a:rPr kumimoji="0" lang="uk-UA" sz="1600" b="0" i="0" u="none" strike="noStrike" cap="none" normalizeH="0" baseline="0" dirty="0" smtClean="0">
                <a:ln>
                  <a:noFill/>
                </a:ln>
                <a:solidFill>
                  <a:srgbClr val="0D0D0D"/>
                </a:solidFill>
                <a:effectLst/>
                <a:latin typeface="Söhne"/>
              </a:rPr>
              <a:t> - Позначає критичну область, де важливо правильно управляти взаємодією для уникнення конфліктів.</a:t>
            </a:r>
          </a:p>
          <a:p>
            <a:pPr defTabSz="914400">
              <a:buSzTx/>
            </a:pPr>
            <a:r>
              <a:rPr kumimoji="0" lang="uk-UA" sz="1600" b="1" i="0" u="none" strike="noStrike" cap="none" normalizeH="0" baseline="0" dirty="0" err="1" smtClean="0">
                <a:ln>
                  <a:noFill/>
                </a:ln>
                <a:solidFill>
                  <a:srgbClr val="0D0D0D"/>
                </a:solidFill>
                <a:effectLst/>
                <a:latin typeface="Söhne Mono"/>
              </a:rPr>
              <a:t>neg</a:t>
            </a:r>
            <a:r>
              <a:rPr kumimoji="0" lang="uk-UA" sz="1600" b="0" i="0" u="none" strike="noStrike" cap="none" normalizeH="0" baseline="0" dirty="0" smtClean="0">
                <a:ln>
                  <a:noFill/>
                </a:ln>
                <a:solidFill>
                  <a:srgbClr val="0D0D0D"/>
                </a:solidFill>
                <a:effectLst/>
                <a:latin typeface="Söhne"/>
              </a:rPr>
              <a:t> - Показує негативний умовний стан, коли дія або подія не відбувається за певної умови.</a:t>
            </a:r>
          </a:p>
          <a:p>
            <a:pPr defTabSz="914400">
              <a:buSzTx/>
            </a:pPr>
            <a:r>
              <a:rPr kumimoji="0" lang="uk-UA" sz="1600" b="1" i="0" u="none" strike="noStrike" cap="none" normalizeH="0" baseline="0" dirty="0" err="1" smtClean="0">
                <a:ln>
                  <a:noFill/>
                </a:ln>
                <a:solidFill>
                  <a:srgbClr val="0D0D0D"/>
                </a:solidFill>
                <a:effectLst/>
                <a:latin typeface="Söhne Mono"/>
              </a:rPr>
              <a:t>par</a:t>
            </a:r>
            <a:r>
              <a:rPr kumimoji="0" lang="uk-UA" sz="1600" b="0" i="0" u="none" strike="noStrike" cap="none" normalizeH="0" baseline="0" dirty="0" smtClean="0">
                <a:ln>
                  <a:noFill/>
                </a:ln>
                <a:solidFill>
                  <a:srgbClr val="0D0D0D"/>
                </a:solidFill>
                <a:effectLst/>
                <a:latin typeface="Söhne"/>
              </a:rPr>
              <a:t> - Вказує на паралельні або одночасні взаємодії між об'єктами.</a:t>
            </a:r>
          </a:p>
          <a:p>
            <a:pPr defTabSz="914400">
              <a:buSzTx/>
            </a:pPr>
            <a:r>
              <a:rPr kumimoji="0" lang="uk-UA" sz="1600" b="1" i="0" u="none" strike="noStrike" cap="none" normalizeH="0" baseline="0" dirty="0" err="1" smtClean="0">
                <a:ln>
                  <a:noFill/>
                </a:ln>
                <a:solidFill>
                  <a:srgbClr val="0D0D0D"/>
                </a:solidFill>
                <a:effectLst/>
                <a:latin typeface="Söhne Mono"/>
              </a:rPr>
              <a:t>optloop</a:t>
            </a:r>
            <a:r>
              <a:rPr kumimoji="0" lang="uk-UA" sz="1600" b="0" i="0" u="none" strike="noStrike" cap="none" normalizeH="0" baseline="0" dirty="0" smtClean="0">
                <a:ln>
                  <a:noFill/>
                </a:ln>
                <a:solidFill>
                  <a:srgbClr val="0D0D0D"/>
                </a:solidFill>
                <a:effectLst/>
                <a:latin typeface="Söhne"/>
              </a:rPr>
              <a:t> - Комбінація </a:t>
            </a:r>
            <a:r>
              <a:rPr kumimoji="0" lang="uk-UA" sz="1600" b="0" i="0" u="none" strike="noStrike" cap="none" normalizeH="0" baseline="0" dirty="0" err="1" smtClean="0">
                <a:ln>
                  <a:noFill/>
                </a:ln>
                <a:solidFill>
                  <a:srgbClr val="0D0D0D"/>
                </a:solidFill>
                <a:effectLst/>
                <a:latin typeface="Söhne"/>
              </a:rPr>
              <a:t>опційного</a:t>
            </a:r>
            <a:r>
              <a:rPr kumimoji="0" lang="uk-UA" sz="1600" b="0" i="0" u="none" strike="noStrike" cap="none" normalizeH="0" baseline="0" dirty="0" smtClean="0">
                <a:ln>
                  <a:noFill/>
                </a:ln>
                <a:solidFill>
                  <a:srgbClr val="0D0D0D"/>
                </a:solidFill>
                <a:effectLst/>
                <a:latin typeface="Söhne"/>
              </a:rPr>
              <a:t> виклику, що виконує циклічну дію у випадку виконання певної умови.</a:t>
            </a:r>
          </a:p>
          <a:p>
            <a:pPr defTabSz="914400">
              <a:buSzTx/>
            </a:pPr>
            <a:r>
              <a:rPr kumimoji="0" lang="uk-UA" sz="1600" b="1" i="0" u="none" strike="noStrike" cap="none" normalizeH="0" baseline="0" dirty="0" err="1" smtClean="0">
                <a:ln>
                  <a:noFill/>
                </a:ln>
                <a:solidFill>
                  <a:srgbClr val="0D0D0D"/>
                </a:solidFill>
                <a:effectLst/>
                <a:latin typeface="Söhne Mono"/>
              </a:rPr>
              <a:t>sd</a:t>
            </a:r>
            <a:r>
              <a:rPr kumimoji="0" lang="uk-UA" sz="1600" b="0" i="0" u="none" strike="noStrike" cap="none" normalizeH="0" baseline="0" dirty="0" smtClean="0">
                <a:ln>
                  <a:noFill/>
                </a:ln>
                <a:solidFill>
                  <a:srgbClr val="0D0D0D"/>
                </a:solidFill>
                <a:effectLst/>
                <a:latin typeface="Söhne"/>
              </a:rPr>
              <a:t> - Показує взаємодію об'єкта з самим собою.</a:t>
            </a:r>
          </a:p>
          <a:p>
            <a:pPr defTabSz="914400">
              <a:buSzTx/>
            </a:pPr>
            <a:r>
              <a:rPr kumimoji="0" lang="uk-UA" sz="1600" b="1" i="0" u="none" strike="noStrike" cap="none" normalizeH="0" baseline="0" dirty="0" err="1" smtClean="0">
                <a:ln>
                  <a:noFill/>
                </a:ln>
                <a:solidFill>
                  <a:srgbClr val="0D0D0D"/>
                </a:solidFill>
                <a:effectLst/>
                <a:latin typeface="Söhne Mono"/>
              </a:rPr>
              <a:t>seq</a:t>
            </a:r>
            <a:r>
              <a:rPr kumimoji="0" lang="uk-UA" sz="1600" b="0" i="0" u="none" strike="noStrike" cap="none" normalizeH="0" baseline="0" dirty="0" smtClean="0">
                <a:ln>
                  <a:noFill/>
                </a:ln>
                <a:solidFill>
                  <a:srgbClr val="0D0D0D"/>
                </a:solidFill>
                <a:effectLst/>
                <a:latin typeface="Söhne"/>
              </a:rPr>
              <a:t> - Вказує на послідовність дій чи подій в рамках одного об'єкта чи між різними об'єктами.</a:t>
            </a:r>
          </a:p>
          <a:p>
            <a:pPr defTabSz="914400">
              <a:buSzTx/>
            </a:pPr>
            <a:r>
              <a:rPr kumimoji="0" lang="uk-UA" sz="1600" b="1" i="0" u="none" strike="noStrike" cap="none" normalizeH="0" baseline="0" dirty="0" err="1" smtClean="0">
                <a:ln>
                  <a:noFill/>
                </a:ln>
                <a:solidFill>
                  <a:srgbClr val="0D0D0D"/>
                </a:solidFill>
                <a:effectLst/>
                <a:latin typeface="Söhne Mono"/>
              </a:rPr>
              <a:t>altloop</a:t>
            </a:r>
            <a:r>
              <a:rPr kumimoji="0" lang="uk-UA" sz="1600" b="0" i="0" u="none" strike="noStrike" cap="none" normalizeH="0" baseline="0" dirty="0" smtClean="0">
                <a:ln>
                  <a:noFill/>
                </a:ln>
                <a:solidFill>
                  <a:srgbClr val="0D0D0D"/>
                </a:solidFill>
                <a:effectLst/>
                <a:latin typeface="Söhne"/>
              </a:rPr>
              <a:t> - Комбінація альтернативного шляху та циклу, що виконує циклічну дію у випадку невиконання певної умови.</a:t>
            </a:r>
          </a:p>
        </p:txBody>
      </p:sp>
    </p:spTree>
    <p:extLst>
      <p:ext uri="{BB962C8B-B14F-4D97-AF65-F5344CB8AC3E}">
        <p14:creationId xmlns:p14="http://schemas.microsoft.com/office/powerpoint/2010/main" val="3754946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147440" y="944380"/>
            <a:ext cx="6282827" cy="5231567"/>
          </a:xfrm>
          <a:prstGeom prst="rect">
            <a:avLst/>
          </a:prstGeom>
        </p:spPr>
      </p:pic>
      <p:pic>
        <p:nvPicPr>
          <p:cNvPr id="5" name="Рисунок 4"/>
          <p:cNvPicPr>
            <a:picLocks noChangeAspect="1"/>
          </p:cNvPicPr>
          <p:nvPr/>
        </p:nvPicPr>
        <p:blipFill>
          <a:blip r:embed="rId3"/>
          <a:stretch>
            <a:fillRect/>
          </a:stretch>
        </p:blipFill>
        <p:spPr>
          <a:xfrm>
            <a:off x="7045475" y="958993"/>
            <a:ext cx="4302080" cy="5216953"/>
          </a:xfrm>
          <a:prstGeom prst="rect">
            <a:avLst/>
          </a:prstGeom>
        </p:spPr>
      </p:pic>
    </p:spTree>
    <p:extLst>
      <p:ext uri="{BB962C8B-B14F-4D97-AF65-F5344CB8AC3E}">
        <p14:creationId xmlns:p14="http://schemas.microsoft.com/office/powerpoint/2010/main" val="3596931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903125" y="219856"/>
            <a:ext cx="9185256" cy="6436552"/>
          </a:xfrm>
          <a:prstGeom prst="rect">
            <a:avLst/>
          </a:prstGeom>
        </p:spPr>
      </p:pic>
    </p:spTree>
    <p:extLst>
      <p:ext uri="{BB962C8B-B14F-4D97-AF65-F5344CB8AC3E}">
        <p14:creationId xmlns:p14="http://schemas.microsoft.com/office/powerpoint/2010/main" val="439121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sp>
        <p:nvSpPr>
          <p:cNvPr id="3" name="Місце для вмісту 2"/>
          <p:cNvSpPr>
            <a:spLocks noGrp="1"/>
          </p:cNvSpPr>
          <p:nvPr>
            <p:ph idx="1"/>
          </p:nvPr>
        </p:nvSpPr>
        <p:spPr/>
        <p:txBody>
          <a:bodyPr/>
          <a:lstStyle/>
          <a:p>
            <a:endParaRPr lang="uk-UA"/>
          </a:p>
        </p:txBody>
      </p:sp>
      <p:pic>
        <p:nvPicPr>
          <p:cNvPr id="4" name="Рисунок 3"/>
          <p:cNvPicPr>
            <a:picLocks noChangeAspect="1"/>
          </p:cNvPicPr>
          <p:nvPr/>
        </p:nvPicPr>
        <p:blipFill>
          <a:blip r:embed="rId2"/>
          <a:stretch>
            <a:fillRect/>
          </a:stretch>
        </p:blipFill>
        <p:spPr>
          <a:xfrm>
            <a:off x="124207" y="344774"/>
            <a:ext cx="9702921" cy="6378315"/>
          </a:xfrm>
          <a:prstGeom prst="rect">
            <a:avLst/>
          </a:prstGeom>
        </p:spPr>
      </p:pic>
    </p:spTree>
    <p:extLst>
      <p:ext uri="{BB962C8B-B14F-4D97-AF65-F5344CB8AC3E}">
        <p14:creationId xmlns:p14="http://schemas.microsoft.com/office/powerpoint/2010/main" val="203352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pic>
        <p:nvPicPr>
          <p:cNvPr id="4" name="Рисунок 3"/>
          <p:cNvPicPr>
            <a:picLocks noChangeAspect="1"/>
          </p:cNvPicPr>
          <p:nvPr/>
        </p:nvPicPr>
        <p:blipFill>
          <a:blip r:embed="rId2"/>
          <a:stretch>
            <a:fillRect/>
          </a:stretch>
        </p:blipFill>
        <p:spPr>
          <a:xfrm>
            <a:off x="366140" y="1626406"/>
            <a:ext cx="6672012" cy="3481049"/>
          </a:xfrm>
          <a:prstGeom prst="rect">
            <a:avLst/>
          </a:prstGeom>
        </p:spPr>
      </p:pic>
      <p:pic>
        <p:nvPicPr>
          <p:cNvPr id="5" name="Місце для вмісту 4"/>
          <p:cNvPicPr>
            <a:picLocks noGrp="1" noChangeAspect="1"/>
          </p:cNvPicPr>
          <p:nvPr>
            <p:ph idx="1"/>
          </p:nvPr>
        </p:nvPicPr>
        <p:blipFill>
          <a:blip r:embed="rId3"/>
          <a:stretch>
            <a:fillRect/>
          </a:stretch>
        </p:blipFill>
        <p:spPr>
          <a:xfrm>
            <a:off x="5721991" y="2848883"/>
            <a:ext cx="5799522" cy="3275378"/>
          </a:xfrm>
          <a:prstGeom prst="rect">
            <a:avLst/>
          </a:prstGeom>
        </p:spPr>
      </p:pic>
    </p:spTree>
    <p:extLst>
      <p:ext uri="{BB962C8B-B14F-4D97-AF65-F5344CB8AC3E}">
        <p14:creationId xmlns:p14="http://schemas.microsoft.com/office/powerpoint/2010/main" val="3186898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sp>
        <p:nvSpPr>
          <p:cNvPr id="3" name="Місце для вмісту 2"/>
          <p:cNvSpPr>
            <a:spLocks noGrp="1"/>
          </p:cNvSpPr>
          <p:nvPr>
            <p:ph idx="1"/>
          </p:nvPr>
        </p:nvSpPr>
        <p:spPr/>
        <p:txBody>
          <a:bodyPr/>
          <a:lstStyle/>
          <a:p>
            <a:endParaRPr lang="uk-UA" dirty="0"/>
          </a:p>
        </p:txBody>
      </p:sp>
      <p:pic>
        <p:nvPicPr>
          <p:cNvPr id="4" name="Рисунок 3"/>
          <p:cNvPicPr>
            <a:picLocks noChangeAspect="1"/>
          </p:cNvPicPr>
          <p:nvPr/>
        </p:nvPicPr>
        <p:blipFill>
          <a:blip r:embed="rId2"/>
          <a:stretch>
            <a:fillRect/>
          </a:stretch>
        </p:blipFill>
        <p:spPr>
          <a:xfrm>
            <a:off x="416581" y="1490628"/>
            <a:ext cx="4522946" cy="4182256"/>
          </a:xfrm>
          <a:prstGeom prst="rect">
            <a:avLst/>
          </a:prstGeom>
        </p:spPr>
      </p:pic>
      <p:pic>
        <p:nvPicPr>
          <p:cNvPr id="5" name="Рисунок 4"/>
          <p:cNvPicPr>
            <a:picLocks noChangeAspect="1"/>
          </p:cNvPicPr>
          <p:nvPr/>
        </p:nvPicPr>
        <p:blipFill>
          <a:blip r:embed="rId3"/>
          <a:stretch>
            <a:fillRect/>
          </a:stretch>
        </p:blipFill>
        <p:spPr>
          <a:xfrm>
            <a:off x="5200280" y="1490628"/>
            <a:ext cx="7036241" cy="4182256"/>
          </a:xfrm>
          <a:prstGeom prst="rect">
            <a:avLst/>
          </a:prstGeom>
        </p:spPr>
      </p:pic>
    </p:spTree>
    <p:extLst>
      <p:ext uri="{BB962C8B-B14F-4D97-AF65-F5344CB8AC3E}">
        <p14:creationId xmlns:p14="http://schemas.microsoft.com/office/powerpoint/2010/main" val="38009231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Місце для вмісту 5"/>
          <p:cNvPicPr>
            <a:picLocks noGrp="1" noChangeAspect="1"/>
          </p:cNvPicPr>
          <p:nvPr>
            <p:ph idx="1"/>
          </p:nvPr>
        </p:nvPicPr>
        <p:blipFill>
          <a:blip r:embed="rId2"/>
          <a:stretch>
            <a:fillRect/>
          </a:stretch>
        </p:blipFill>
        <p:spPr>
          <a:xfrm>
            <a:off x="5855420" y="2582466"/>
            <a:ext cx="5517737" cy="3353637"/>
          </a:xfrm>
          <a:prstGeom prst="rect">
            <a:avLst/>
          </a:prstGeom>
        </p:spPr>
      </p:pic>
      <p:pic>
        <p:nvPicPr>
          <p:cNvPr id="5" name="Рисунок 4"/>
          <p:cNvPicPr>
            <a:picLocks noChangeAspect="1"/>
          </p:cNvPicPr>
          <p:nvPr/>
        </p:nvPicPr>
        <p:blipFill>
          <a:blip r:embed="rId3"/>
          <a:stretch>
            <a:fillRect/>
          </a:stretch>
        </p:blipFill>
        <p:spPr>
          <a:xfrm>
            <a:off x="389744" y="2582466"/>
            <a:ext cx="5186597" cy="3353637"/>
          </a:xfrm>
          <a:prstGeom prst="rect">
            <a:avLst/>
          </a:prstGeom>
        </p:spPr>
      </p:pic>
    </p:spTree>
    <p:extLst>
      <p:ext uri="{BB962C8B-B14F-4D97-AF65-F5344CB8AC3E}">
        <p14:creationId xmlns:p14="http://schemas.microsoft.com/office/powerpoint/2010/main" val="2950369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pic>
        <p:nvPicPr>
          <p:cNvPr id="4" name="Рисунок 3"/>
          <p:cNvPicPr>
            <a:picLocks noChangeAspect="1"/>
          </p:cNvPicPr>
          <p:nvPr/>
        </p:nvPicPr>
        <p:blipFill>
          <a:blip r:embed="rId2"/>
          <a:stretch>
            <a:fillRect/>
          </a:stretch>
        </p:blipFill>
        <p:spPr>
          <a:xfrm>
            <a:off x="1360108" y="1598638"/>
            <a:ext cx="7913894" cy="5004673"/>
          </a:xfrm>
          <a:prstGeom prst="rect">
            <a:avLst/>
          </a:prstGeom>
        </p:spPr>
      </p:pic>
    </p:spTree>
    <p:extLst>
      <p:ext uri="{BB962C8B-B14F-4D97-AF65-F5344CB8AC3E}">
        <p14:creationId xmlns:p14="http://schemas.microsoft.com/office/powerpoint/2010/main" val="5324013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1449495" y="420477"/>
            <a:ext cx="7374101" cy="6040284"/>
          </a:xfrm>
          <a:prstGeom prst="rect">
            <a:avLst/>
          </a:prstGeom>
        </p:spPr>
      </p:pic>
    </p:spTree>
    <p:extLst>
      <p:ext uri="{BB962C8B-B14F-4D97-AF65-F5344CB8AC3E}">
        <p14:creationId xmlns:p14="http://schemas.microsoft.com/office/powerpoint/2010/main" val="405352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Часова діаграма</a:t>
            </a:r>
            <a:r>
              <a:rPr lang="en-US" dirty="0" smtClean="0"/>
              <a:t> (Time diagram)</a:t>
            </a:r>
            <a:endParaRPr lang="uk-UA" dirty="0"/>
          </a:p>
        </p:txBody>
      </p:sp>
      <p:sp>
        <p:nvSpPr>
          <p:cNvPr id="3" name="Прямокутник 2"/>
          <p:cNvSpPr/>
          <p:nvPr/>
        </p:nvSpPr>
        <p:spPr>
          <a:xfrm>
            <a:off x="677334" y="1719705"/>
            <a:ext cx="9498767" cy="4524315"/>
          </a:xfrm>
          <a:prstGeom prst="rect">
            <a:avLst/>
          </a:prstGeom>
        </p:spPr>
        <p:txBody>
          <a:bodyPr wrap="square">
            <a:spAutoFit/>
          </a:bodyPr>
          <a:lstStyle/>
          <a:p>
            <a:r>
              <a:rPr lang="uk-UA" dirty="0">
                <a:solidFill>
                  <a:srgbClr val="0D0D0D"/>
                </a:solidFill>
                <a:latin typeface="Söhne"/>
              </a:rPr>
              <a:t>Часова </a:t>
            </a:r>
            <a:r>
              <a:rPr lang="uk-UA" dirty="0" smtClean="0">
                <a:solidFill>
                  <a:srgbClr val="0D0D0D"/>
                </a:solidFill>
                <a:latin typeface="Söhne"/>
              </a:rPr>
              <a:t>діаграма</a:t>
            </a:r>
            <a:r>
              <a:rPr lang="en-US" dirty="0" smtClean="0">
                <a:solidFill>
                  <a:srgbClr val="0D0D0D"/>
                </a:solidFill>
                <a:latin typeface="Söhne"/>
              </a:rPr>
              <a:t> </a:t>
            </a:r>
            <a:r>
              <a:rPr lang="en-US" dirty="0">
                <a:solidFill>
                  <a:srgbClr val="0D0D0D"/>
                </a:solidFill>
                <a:latin typeface="Söhne"/>
              </a:rPr>
              <a:t>- </a:t>
            </a:r>
            <a:r>
              <a:rPr lang="uk-UA" dirty="0">
                <a:solidFill>
                  <a:srgbClr val="0D0D0D"/>
                </a:solidFill>
                <a:latin typeface="Söhne"/>
              </a:rPr>
              <a:t>це вид діаграми, який використовується для візуалізації взаємодії між об'єктами чи компонентами системи відносно часу. Це може бути корисно для моделювання послідовностей подій, реакцій та взаємодій у реальному часі.</a:t>
            </a:r>
          </a:p>
          <a:p>
            <a:r>
              <a:rPr lang="uk-UA" dirty="0">
                <a:solidFill>
                  <a:srgbClr val="0D0D0D"/>
                </a:solidFill>
                <a:latin typeface="Söhne"/>
              </a:rPr>
              <a:t>На часовій діаграмі можуть бути показані такі елементи:</a:t>
            </a:r>
          </a:p>
          <a:p>
            <a:pPr>
              <a:buFont typeface="+mj-lt"/>
              <a:buAutoNum type="arabicPeriod"/>
            </a:pPr>
            <a:r>
              <a:rPr lang="uk-UA" b="1" dirty="0" smtClean="0">
                <a:solidFill>
                  <a:srgbClr val="0D0D0D"/>
                </a:solidFill>
                <a:latin typeface="Söhne"/>
              </a:rPr>
              <a:t> Лінії </a:t>
            </a:r>
            <a:r>
              <a:rPr lang="uk-UA" b="1" dirty="0">
                <a:solidFill>
                  <a:srgbClr val="0D0D0D"/>
                </a:solidFill>
                <a:latin typeface="Söhne"/>
              </a:rPr>
              <a:t>часу (</a:t>
            </a:r>
            <a:r>
              <a:rPr lang="en-US" b="1" dirty="0">
                <a:solidFill>
                  <a:srgbClr val="0D0D0D"/>
                </a:solidFill>
                <a:latin typeface="Söhne"/>
              </a:rPr>
              <a:t>Lifelines)</a:t>
            </a:r>
            <a:r>
              <a:rPr lang="en-US" dirty="0">
                <a:solidFill>
                  <a:srgbClr val="0D0D0D"/>
                </a:solidFill>
                <a:latin typeface="Söhne"/>
              </a:rPr>
              <a:t>: </a:t>
            </a:r>
            <a:r>
              <a:rPr lang="uk-UA" dirty="0">
                <a:solidFill>
                  <a:srgbClr val="0D0D0D"/>
                </a:solidFill>
                <a:latin typeface="Söhne"/>
              </a:rPr>
              <a:t>Представляють об'єкти або компоненти системи, які беруть участь у взаємодії. Кожна лінія часу зазвичай відповідає окремому об'єкту або компоненту, і вона може мати послідовності подій, що відбуваються на цьому об'єкті.</a:t>
            </a:r>
          </a:p>
          <a:p>
            <a:pPr>
              <a:buFont typeface="+mj-lt"/>
              <a:buAutoNum type="arabicPeriod"/>
            </a:pPr>
            <a:r>
              <a:rPr lang="uk-UA" b="1" dirty="0" smtClean="0">
                <a:solidFill>
                  <a:srgbClr val="0D0D0D"/>
                </a:solidFill>
                <a:latin typeface="Söhne"/>
              </a:rPr>
              <a:t> Послідовність </a:t>
            </a:r>
            <a:r>
              <a:rPr lang="uk-UA" b="1" dirty="0">
                <a:solidFill>
                  <a:srgbClr val="0D0D0D"/>
                </a:solidFill>
                <a:latin typeface="Söhne"/>
              </a:rPr>
              <a:t>повідомлень (</a:t>
            </a:r>
            <a:r>
              <a:rPr lang="en-US" b="1" dirty="0">
                <a:solidFill>
                  <a:srgbClr val="0D0D0D"/>
                </a:solidFill>
                <a:latin typeface="Söhne"/>
              </a:rPr>
              <a:t>Message Sequence)</a:t>
            </a:r>
            <a:r>
              <a:rPr lang="en-US" dirty="0">
                <a:solidFill>
                  <a:srgbClr val="0D0D0D"/>
                </a:solidFill>
                <a:latin typeface="Söhne"/>
              </a:rPr>
              <a:t>: </a:t>
            </a:r>
            <a:r>
              <a:rPr lang="uk-UA" dirty="0">
                <a:solidFill>
                  <a:srgbClr val="0D0D0D"/>
                </a:solidFill>
                <a:latin typeface="Söhne"/>
              </a:rPr>
              <a:t>Вказує послідовність взаємодії між об'єктами чи компонентами. Ці повідомлення зазвичай відображаються у вигляді стрілок між лініями часу, що вказують, який об'єкт або компонент відправляє або отримує повідомлення.</a:t>
            </a:r>
          </a:p>
          <a:p>
            <a:pPr>
              <a:buFont typeface="+mj-lt"/>
              <a:buAutoNum type="arabicPeriod"/>
            </a:pPr>
            <a:r>
              <a:rPr lang="uk-UA" b="1" dirty="0" smtClean="0">
                <a:solidFill>
                  <a:srgbClr val="0D0D0D"/>
                </a:solidFill>
                <a:latin typeface="Söhne"/>
              </a:rPr>
              <a:t> Активаційні </a:t>
            </a:r>
            <a:r>
              <a:rPr lang="uk-UA" b="1" dirty="0">
                <a:solidFill>
                  <a:srgbClr val="0D0D0D"/>
                </a:solidFill>
                <a:latin typeface="Söhne"/>
              </a:rPr>
              <a:t>та </a:t>
            </a:r>
            <a:r>
              <a:rPr lang="uk-UA" b="1" dirty="0" err="1">
                <a:solidFill>
                  <a:srgbClr val="0D0D0D"/>
                </a:solidFill>
                <a:latin typeface="Söhne"/>
              </a:rPr>
              <a:t>деактиваційні</a:t>
            </a:r>
            <a:r>
              <a:rPr lang="uk-UA" b="1" dirty="0">
                <a:solidFill>
                  <a:srgbClr val="0D0D0D"/>
                </a:solidFill>
                <a:latin typeface="Söhne"/>
              </a:rPr>
              <a:t> сигнали (</a:t>
            </a:r>
            <a:r>
              <a:rPr lang="en-US" b="1" dirty="0">
                <a:solidFill>
                  <a:srgbClr val="0D0D0D"/>
                </a:solidFill>
                <a:latin typeface="Söhne"/>
              </a:rPr>
              <a:t>Activation/Deactivation signals)</a:t>
            </a:r>
            <a:r>
              <a:rPr lang="en-US" dirty="0">
                <a:solidFill>
                  <a:srgbClr val="0D0D0D"/>
                </a:solidFill>
                <a:latin typeface="Söhne"/>
              </a:rPr>
              <a:t>: </a:t>
            </a:r>
            <a:r>
              <a:rPr lang="uk-UA" dirty="0">
                <a:solidFill>
                  <a:srgbClr val="0D0D0D"/>
                </a:solidFill>
                <a:latin typeface="Söhne"/>
              </a:rPr>
              <a:t>Показують період активації об'єкту або компонента, коли він знаходиться у стані виконання певної операції або взаємодії з іншими об'єктами.</a:t>
            </a:r>
          </a:p>
          <a:p>
            <a:pPr>
              <a:buFont typeface="+mj-lt"/>
              <a:buAutoNum type="arabicPeriod"/>
            </a:pPr>
            <a:r>
              <a:rPr lang="uk-UA" b="1" dirty="0" smtClean="0">
                <a:solidFill>
                  <a:srgbClr val="0D0D0D"/>
                </a:solidFill>
                <a:latin typeface="Söhne"/>
              </a:rPr>
              <a:t> Загальний </a:t>
            </a:r>
            <a:r>
              <a:rPr lang="uk-UA" b="1" dirty="0">
                <a:solidFill>
                  <a:srgbClr val="0D0D0D"/>
                </a:solidFill>
                <a:latin typeface="Söhne"/>
              </a:rPr>
              <a:t>порядок (</a:t>
            </a:r>
            <a:r>
              <a:rPr lang="en-US" b="1" dirty="0">
                <a:solidFill>
                  <a:srgbClr val="0D0D0D"/>
                </a:solidFill>
                <a:latin typeface="Söhne"/>
              </a:rPr>
              <a:t>General Ordering)</a:t>
            </a:r>
            <a:r>
              <a:rPr lang="en-US" dirty="0">
                <a:solidFill>
                  <a:srgbClr val="0D0D0D"/>
                </a:solidFill>
                <a:latin typeface="Söhne"/>
              </a:rPr>
              <a:t>: </a:t>
            </a:r>
            <a:r>
              <a:rPr lang="uk-UA" dirty="0">
                <a:solidFill>
                  <a:srgbClr val="0D0D0D"/>
                </a:solidFill>
                <a:latin typeface="Söhne"/>
              </a:rPr>
              <a:t>Використовується для визначення часового порядку між подіями або повідомленнями, які відбуваються на діаграмі.</a:t>
            </a:r>
            <a:endParaRPr lang="uk-UA" b="0" i="0" dirty="0">
              <a:solidFill>
                <a:srgbClr val="0D0D0D"/>
              </a:solidFill>
              <a:effectLst/>
              <a:latin typeface="Söhne"/>
            </a:endParaRPr>
          </a:p>
        </p:txBody>
      </p:sp>
    </p:spTree>
    <p:extLst>
      <p:ext uri="{BB962C8B-B14F-4D97-AF65-F5344CB8AC3E}">
        <p14:creationId xmlns:p14="http://schemas.microsoft.com/office/powerpoint/2010/main" val="34419436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77334" y="609600"/>
            <a:ext cx="8596668" cy="859436"/>
          </a:xfrm>
        </p:spPr>
        <p:txBody>
          <a:bodyPr/>
          <a:lstStyle/>
          <a:p>
            <a:r>
              <a:rPr lang="uk-UA" dirty="0" smtClean="0"/>
              <a:t>Часова діаграма</a:t>
            </a:r>
            <a:endParaRPr lang="uk-UA" dirty="0"/>
          </a:p>
        </p:txBody>
      </p:sp>
      <p:pic>
        <p:nvPicPr>
          <p:cNvPr id="5" name="Рисунок 4"/>
          <p:cNvPicPr>
            <a:picLocks noChangeAspect="1"/>
          </p:cNvPicPr>
          <p:nvPr/>
        </p:nvPicPr>
        <p:blipFill>
          <a:blip r:embed="rId2"/>
          <a:stretch>
            <a:fillRect/>
          </a:stretch>
        </p:blipFill>
        <p:spPr>
          <a:xfrm>
            <a:off x="6933548" y="2624896"/>
            <a:ext cx="4651904" cy="2486362"/>
          </a:xfrm>
          <a:prstGeom prst="rect">
            <a:avLst/>
          </a:prstGeom>
        </p:spPr>
      </p:pic>
      <p:pic>
        <p:nvPicPr>
          <p:cNvPr id="6" name="Рисунок 5"/>
          <p:cNvPicPr>
            <a:picLocks noChangeAspect="1"/>
          </p:cNvPicPr>
          <p:nvPr/>
        </p:nvPicPr>
        <p:blipFill>
          <a:blip r:embed="rId3"/>
          <a:stretch>
            <a:fillRect/>
          </a:stretch>
        </p:blipFill>
        <p:spPr>
          <a:xfrm>
            <a:off x="6933548" y="5111258"/>
            <a:ext cx="4781226" cy="1196551"/>
          </a:xfrm>
          <a:prstGeom prst="rect">
            <a:avLst/>
          </a:prstGeom>
        </p:spPr>
      </p:pic>
      <p:graphicFrame>
        <p:nvGraphicFramePr>
          <p:cNvPr id="7" name="Таблиця 6"/>
          <p:cNvGraphicFramePr>
            <a:graphicFrameLocks noGrp="1"/>
          </p:cNvGraphicFramePr>
          <p:nvPr>
            <p:extLst>
              <p:ext uri="{D42A27DB-BD31-4B8C-83A1-F6EECF244321}">
                <p14:modId xmlns:p14="http://schemas.microsoft.com/office/powerpoint/2010/main" val="2847725374"/>
              </p:ext>
            </p:extLst>
          </p:nvPr>
        </p:nvGraphicFramePr>
        <p:xfrm>
          <a:off x="677334" y="2542242"/>
          <a:ext cx="6049277" cy="3749040"/>
        </p:xfrm>
        <a:graphic>
          <a:graphicData uri="http://schemas.openxmlformats.org/drawingml/2006/table">
            <a:tbl>
              <a:tblPr firstRow="1" bandRow="1">
                <a:tableStyleId>{5C22544A-7EE6-4342-B048-85BDC9FD1C3A}</a:tableStyleId>
              </a:tblPr>
              <a:tblGrid>
                <a:gridCol w="2113528"/>
                <a:gridCol w="3935749"/>
              </a:tblGrid>
              <a:tr h="872566">
                <a:tc>
                  <a:txBody>
                    <a:bodyPr/>
                    <a:lstStyle/>
                    <a:p>
                      <a:r>
                        <a:rPr lang="en-US" b="1" dirty="0" smtClean="0">
                          <a:solidFill>
                            <a:schemeClr val="tx1"/>
                          </a:solidFill>
                        </a:rPr>
                        <a:t>State or condition timeline</a:t>
                      </a:r>
                      <a:endParaRPr lang="uk-UA" b="1" dirty="0">
                        <a:solidFill>
                          <a:schemeClr val="tx1"/>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uk-UA" b="0" dirty="0" smtClean="0">
                          <a:solidFill>
                            <a:schemeClr val="tx1"/>
                          </a:solidFill>
                        </a:rPr>
                        <a:t>Позначаються різні стани об'єкта чи системи  та  моменти їх змін. Наприклад, якщо об'єкт може перебувати у станах "активний", "</a:t>
                      </a:r>
                      <a:r>
                        <a:rPr lang="uk-UA" b="0" dirty="0" err="1" smtClean="0">
                          <a:solidFill>
                            <a:schemeClr val="tx1"/>
                          </a:solidFill>
                        </a:rPr>
                        <a:t>очікуючий</a:t>
                      </a:r>
                      <a:r>
                        <a:rPr lang="uk-UA" b="0" dirty="0" smtClean="0">
                          <a:solidFill>
                            <a:schemeClr val="tx1"/>
                          </a:solidFill>
                        </a:rPr>
                        <a:t>" і "відключений", то на діаграмі можна показати, коли саме об'єкт переходить між цими станами</a:t>
                      </a:r>
                      <a:r>
                        <a:rPr lang="uk-UA" b="0" baseline="0" dirty="0" smtClean="0">
                          <a:solidFill>
                            <a:schemeClr val="tx1"/>
                          </a:solidFill>
                        </a:rPr>
                        <a:t> та з використанням яких повідомлень.</a:t>
                      </a:r>
                      <a:endParaRPr lang="uk-UA" b="0" dirty="0">
                        <a:solidFill>
                          <a:schemeClr val="tx1"/>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r>
              <a:tr h="370840">
                <a:tc>
                  <a:txBody>
                    <a:bodyPr/>
                    <a:lstStyle/>
                    <a:p>
                      <a:r>
                        <a:rPr lang="en-US" b="1" dirty="0" smtClean="0">
                          <a:solidFill>
                            <a:schemeClr val="tx1"/>
                          </a:solidFill>
                        </a:rPr>
                        <a:t>General value lifeline</a:t>
                      </a:r>
                      <a:endParaRPr lang="uk-UA" b="1" dirty="0">
                        <a:solidFill>
                          <a:schemeClr val="tx1"/>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r>
                        <a:rPr lang="ru-RU" dirty="0" err="1" smtClean="0"/>
                        <a:t>Показує</a:t>
                      </a:r>
                      <a:r>
                        <a:rPr lang="ru-RU" dirty="0" smtClean="0"/>
                        <a:t> </a:t>
                      </a:r>
                      <a:r>
                        <a:rPr lang="uk-UA" dirty="0" smtClean="0"/>
                        <a:t>зміну</a:t>
                      </a:r>
                      <a:r>
                        <a:rPr lang="uk-UA" baseline="0" dirty="0" smtClean="0"/>
                        <a:t> </a:t>
                      </a:r>
                      <a:r>
                        <a:rPr lang="uk-UA" baseline="0" dirty="0" err="1" smtClean="0"/>
                        <a:t>стату</a:t>
                      </a:r>
                      <a:r>
                        <a:rPr lang="uk-UA" baseline="0" dirty="0" smtClean="0"/>
                        <a:t> </a:t>
                      </a:r>
                      <a:r>
                        <a:rPr lang="ru-RU" dirty="0" err="1" smtClean="0"/>
                        <a:t>елемента</a:t>
                      </a:r>
                      <a:r>
                        <a:rPr lang="ru-RU" dirty="0" smtClean="0"/>
                        <a:t> як </a:t>
                      </a:r>
                      <a:r>
                        <a:rPr lang="ru-RU" dirty="0" err="1" smtClean="0"/>
                        <a:t>функцію</a:t>
                      </a:r>
                      <a:r>
                        <a:rPr lang="ru-RU" dirty="0" smtClean="0"/>
                        <a:t> часу. </a:t>
                      </a:r>
                      <a:r>
                        <a:rPr lang="ru-RU" dirty="0" err="1" smtClean="0"/>
                        <a:t>Перетин</a:t>
                      </a:r>
                      <a:r>
                        <a:rPr lang="ru-RU" dirty="0" smtClean="0"/>
                        <a:t> </a:t>
                      </a:r>
                      <a:r>
                        <a:rPr lang="ru-RU" dirty="0" err="1" smtClean="0"/>
                        <a:t>відображає</a:t>
                      </a:r>
                      <a:r>
                        <a:rPr lang="ru-RU" dirty="0" smtClean="0"/>
                        <a:t> </a:t>
                      </a:r>
                      <a:r>
                        <a:rPr lang="ru-RU" dirty="0" err="1" smtClean="0"/>
                        <a:t>подію</a:t>
                      </a:r>
                      <a:r>
                        <a:rPr lang="ru-RU" dirty="0" smtClean="0"/>
                        <a:t>, коли стан </a:t>
                      </a:r>
                      <a:r>
                        <a:rPr lang="ru-RU" dirty="0" err="1" smtClean="0"/>
                        <a:t>змінився</a:t>
                      </a:r>
                      <a:r>
                        <a:rPr lang="ru-RU" dirty="0" smtClean="0"/>
                        <a:t>. </a:t>
                      </a:r>
                      <a:r>
                        <a:rPr lang="ru-RU" dirty="0" err="1" smtClean="0"/>
                        <a:t>Опис</a:t>
                      </a:r>
                      <a:r>
                        <a:rPr lang="ru-RU" dirty="0" smtClean="0"/>
                        <a:t> </a:t>
                      </a:r>
                      <a:r>
                        <a:rPr lang="ru-RU" dirty="0" err="1" smtClean="0"/>
                        <a:t>змін</a:t>
                      </a:r>
                      <a:r>
                        <a:rPr lang="ru-RU" dirty="0" smtClean="0"/>
                        <a:t> явно </a:t>
                      </a:r>
                      <a:r>
                        <a:rPr lang="ru-RU" dirty="0" err="1" smtClean="0"/>
                        <a:t>позначається</a:t>
                      </a:r>
                      <a:r>
                        <a:rPr lang="ru-RU" dirty="0" smtClean="0"/>
                        <a:t> як текст. </a:t>
                      </a:r>
                      <a:endParaRPr lang="uk-UA"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r>
            </a:tbl>
          </a:graphicData>
        </a:graphic>
      </p:graphicFrame>
      <p:pic>
        <p:nvPicPr>
          <p:cNvPr id="8" name="Рисунок 7"/>
          <p:cNvPicPr>
            <a:picLocks noChangeAspect="1"/>
          </p:cNvPicPr>
          <p:nvPr/>
        </p:nvPicPr>
        <p:blipFill>
          <a:blip r:embed="rId4"/>
          <a:stretch>
            <a:fillRect/>
          </a:stretch>
        </p:blipFill>
        <p:spPr>
          <a:xfrm>
            <a:off x="6675198" y="229172"/>
            <a:ext cx="3117151" cy="2021667"/>
          </a:xfrm>
          <a:prstGeom prst="rect">
            <a:avLst/>
          </a:prstGeom>
        </p:spPr>
      </p:pic>
    </p:spTree>
    <p:extLst>
      <p:ext uri="{BB962C8B-B14F-4D97-AF65-F5344CB8AC3E}">
        <p14:creationId xmlns:p14="http://schemas.microsoft.com/office/powerpoint/2010/main" val="3275643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Зміна станів</a:t>
            </a:r>
            <a:endParaRPr lang="uk-UA" dirty="0"/>
          </a:p>
        </p:txBody>
      </p:sp>
      <p:pic>
        <p:nvPicPr>
          <p:cNvPr id="1028" name="Picture 4" descr="Duration constraint example - ice should melt into water in 1 to 6 minut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91445" y="1362989"/>
            <a:ext cx="3747402" cy="269812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ccount lifeline is terminat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2714" y="4781842"/>
            <a:ext cx="3973219" cy="158928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Lifelines representing instances of System and Viru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8096" y="1721155"/>
            <a:ext cx="2827467" cy="2481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14696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Повідомлення</a:t>
            </a:r>
            <a:endParaRPr lang="uk-UA" dirty="0"/>
          </a:p>
        </p:txBody>
      </p:sp>
      <p:pic>
        <p:nvPicPr>
          <p:cNvPr id="9" name="Рисунок 8"/>
          <p:cNvPicPr>
            <a:picLocks noChangeAspect="1"/>
          </p:cNvPicPr>
          <p:nvPr/>
        </p:nvPicPr>
        <p:blipFill rotWithShape="1">
          <a:blip r:embed="rId2"/>
          <a:srcRect l="-467" t="40375" r="467" b="294"/>
          <a:stretch/>
        </p:blipFill>
        <p:spPr>
          <a:xfrm>
            <a:off x="5381467" y="4271548"/>
            <a:ext cx="3212805" cy="2048583"/>
          </a:xfrm>
          <a:prstGeom prst="rect">
            <a:avLst/>
          </a:prstGeom>
        </p:spPr>
      </p:pic>
      <p:pic>
        <p:nvPicPr>
          <p:cNvPr id="11" name="Рисунок 10"/>
          <p:cNvPicPr>
            <a:picLocks noChangeAspect="1"/>
          </p:cNvPicPr>
          <p:nvPr/>
        </p:nvPicPr>
        <p:blipFill>
          <a:blip r:embed="rId3"/>
          <a:stretch>
            <a:fillRect/>
          </a:stretch>
        </p:blipFill>
        <p:spPr>
          <a:xfrm rot="16200000">
            <a:off x="405297" y="2313499"/>
            <a:ext cx="2119020" cy="1574947"/>
          </a:xfrm>
          <a:prstGeom prst="rect">
            <a:avLst/>
          </a:prstGeom>
        </p:spPr>
      </p:pic>
      <p:sp>
        <p:nvSpPr>
          <p:cNvPr id="12" name="TextBox 11"/>
          <p:cNvSpPr txBox="1"/>
          <p:nvPr/>
        </p:nvSpPr>
        <p:spPr>
          <a:xfrm>
            <a:off x="284811" y="4271548"/>
            <a:ext cx="2548328" cy="1200329"/>
          </a:xfrm>
          <a:prstGeom prst="rect">
            <a:avLst/>
          </a:prstGeom>
          <a:noFill/>
        </p:spPr>
        <p:txBody>
          <a:bodyPr wrap="square" rtlCol="0">
            <a:spAutoFit/>
          </a:bodyPr>
          <a:lstStyle/>
          <a:p>
            <a:pPr algn="ctr"/>
            <a:r>
              <a:rPr lang="uk-UA" dirty="0" smtClean="0"/>
              <a:t>Синхронні повідомлення</a:t>
            </a:r>
          </a:p>
          <a:p>
            <a:pPr algn="ctr"/>
            <a:r>
              <a:rPr lang="uk-UA" dirty="0" smtClean="0"/>
              <a:t>(повідомлення та відповідь на неї)</a:t>
            </a:r>
            <a:endParaRPr lang="uk-UA" dirty="0"/>
          </a:p>
        </p:txBody>
      </p:sp>
      <p:pic>
        <p:nvPicPr>
          <p:cNvPr id="13" name="Рисунок 12"/>
          <p:cNvPicPr>
            <a:picLocks noChangeAspect="1"/>
          </p:cNvPicPr>
          <p:nvPr/>
        </p:nvPicPr>
        <p:blipFill>
          <a:blip r:embed="rId4"/>
          <a:stretch>
            <a:fillRect/>
          </a:stretch>
        </p:blipFill>
        <p:spPr>
          <a:xfrm rot="16200000">
            <a:off x="2397900" y="2720339"/>
            <a:ext cx="2336751" cy="398114"/>
          </a:xfrm>
          <a:prstGeom prst="rect">
            <a:avLst/>
          </a:prstGeom>
        </p:spPr>
      </p:pic>
      <p:sp>
        <p:nvSpPr>
          <p:cNvPr id="14" name="TextBox 13"/>
          <p:cNvSpPr txBox="1"/>
          <p:nvPr/>
        </p:nvSpPr>
        <p:spPr>
          <a:xfrm>
            <a:off x="2833139" y="4271548"/>
            <a:ext cx="1571668" cy="646331"/>
          </a:xfrm>
          <a:prstGeom prst="rect">
            <a:avLst/>
          </a:prstGeom>
          <a:noFill/>
        </p:spPr>
        <p:txBody>
          <a:bodyPr wrap="square" rtlCol="0">
            <a:spAutoFit/>
          </a:bodyPr>
          <a:lstStyle/>
          <a:p>
            <a:pPr algn="ctr"/>
            <a:r>
              <a:rPr lang="uk-UA" dirty="0" smtClean="0"/>
              <a:t>Асинхронне повідомлення</a:t>
            </a:r>
          </a:p>
        </p:txBody>
      </p:sp>
      <p:sp>
        <p:nvSpPr>
          <p:cNvPr id="15" name="Прямокутник 14"/>
          <p:cNvSpPr/>
          <p:nvPr/>
        </p:nvSpPr>
        <p:spPr>
          <a:xfrm>
            <a:off x="4942165" y="1930400"/>
            <a:ext cx="5124337" cy="1754326"/>
          </a:xfrm>
          <a:prstGeom prst="rect">
            <a:avLst/>
          </a:prstGeom>
        </p:spPr>
        <p:txBody>
          <a:bodyPr wrap="square">
            <a:spAutoFit/>
          </a:bodyPr>
          <a:lstStyle/>
          <a:p>
            <a:r>
              <a:rPr lang="uk-UA" dirty="0" smtClean="0"/>
              <a:t>Мітки на повідомленнях - умовні </a:t>
            </a:r>
            <a:r>
              <a:rPr lang="uk-UA" dirty="0"/>
              <a:t>позначення, які використовуються </a:t>
            </a:r>
            <a:r>
              <a:rPr lang="uk-UA" dirty="0" smtClean="0"/>
              <a:t>уникненням позначень повідомлень (стрілок), </a:t>
            </a:r>
            <a:r>
              <a:rPr lang="uk-UA" dirty="0"/>
              <a:t>що перетинають діаграму </a:t>
            </a:r>
            <a:r>
              <a:rPr lang="uk-UA" dirty="0" smtClean="0"/>
              <a:t>оскільки знаходяться </a:t>
            </a:r>
            <a:r>
              <a:rPr lang="uk-UA" dirty="0"/>
              <a:t>на великій відстані одна від одної. </a:t>
            </a:r>
            <a:r>
              <a:rPr lang="uk-UA" dirty="0" smtClean="0"/>
              <a:t>Стрілки повідомлень перериваються і вставляються мітки.</a:t>
            </a:r>
            <a:endParaRPr lang="uk-UA" dirty="0"/>
          </a:p>
        </p:txBody>
      </p:sp>
    </p:spTree>
    <p:extLst>
      <p:ext uri="{BB962C8B-B14F-4D97-AF65-F5344CB8AC3E}">
        <p14:creationId xmlns:p14="http://schemas.microsoft.com/office/powerpoint/2010/main" val="32506077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344843" y="1930400"/>
            <a:ext cx="5381400" cy="2454155"/>
          </a:xfrm>
          <a:prstGeom prst="rect">
            <a:avLst/>
          </a:prstGeom>
        </p:spPr>
      </p:pic>
      <p:pic>
        <p:nvPicPr>
          <p:cNvPr id="5" name="Рисунок 4"/>
          <p:cNvPicPr>
            <a:picLocks noChangeAspect="1"/>
          </p:cNvPicPr>
          <p:nvPr/>
        </p:nvPicPr>
        <p:blipFill>
          <a:blip r:embed="rId3"/>
          <a:stretch>
            <a:fillRect/>
          </a:stretch>
        </p:blipFill>
        <p:spPr>
          <a:xfrm>
            <a:off x="5726243" y="1930400"/>
            <a:ext cx="6300096" cy="4085620"/>
          </a:xfrm>
          <a:prstGeom prst="rect">
            <a:avLst/>
          </a:prstGeom>
        </p:spPr>
      </p:pic>
    </p:spTree>
    <p:extLst>
      <p:ext uri="{BB962C8B-B14F-4D97-AF65-F5344CB8AC3E}">
        <p14:creationId xmlns:p14="http://schemas.microsoft.com/office/powerpoint/2010/main" val="38955183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ajor elements of timing UML diagram - lifeline, timeline, state or condition, message, duration constraint, timing rul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846" y="444708"/>
            <a:ext cx="8559080" cy="6061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08703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Timing diagram example - User Experience Website Latency Tim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417" y="436720"/>
            <a:ext cx="8096250" cy="6067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2693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77334" y="609600"/>
            <a:ext cx="6922679" cy="1320800"/>
          </a:xfrm>
        </p:spPr>
        <p:txBody>
          <a:bodyPr/>
          <a:lstStyle/>
          <a:p>
            <a:r>
              <a:rPr lang="uk-UA" dirty="0" smtClean="0"/>
              <a:t>Діаграма кооперац</a:t>
            </a:r>
            <a:r>
              <a:rPr lang="uk-UA" dirty="0"/>
              <a:t>ії </a:t>
            </a:r>
            <a:r>
              <a:rPr lang="uk-UA" dirty="0" smtClean="0"/>
              <a:t>(</a:t>
            </a:r>
            <a:r>
              <a:rPr lang="en-US" dirty="0"/>
              <a:t>Collaboration</a:t>
            </a:r>
            <a:r>
              <a:rPr lang="en-US" dirty="0" smtClean="0"/>
              <a:t> </a:t>
            </a:r>
            <a:r>
              <a:rPr lang="en-US" dirty="0"/>
              <a:t>Diagram)</a:t>
            </a:r>
            <a:endParaRPr lang="uk-UA" dirty="0"/>
          </a:p>
        </p:txBody>
      </p:sp>
      <p:sp>
        <p:nvSpPr>
          <p:cNvPr id="5" name="Місце для вмісту 4"/>
          <p:cNvSpPr>
            <a:spLocks noGrp="1"/>
          </p:cNvSpPr>
          <p:nvPr>
            <p:ph idx="1"/>
          </p:nvPr>
        </p:nvSpPr>
        <p:spPr>
          <a:xfrm>
            <a:off x="677334" y="2098623"/>
            <a:ext cx="10025643" cy="4452405"/>
          </a:xfrm>
        </p:spPr>
        <p:txBody>
          <a:bodyPr>
            <a:normAutofit/>
          </a:bodyPr>
          <a:lstStyle/>
          <a:p>
            <a:r>
              <a:rPr lang="uk-UA" dirty="0" smtClean="0"/>
              <a:t>Головна </a:t>
            </a:r>
            <a:r>
              <a:rPr lang="uk-UA" dirty="0"/>
              <a:t>особливість діаграми кооперації полягає в можливості графічно зобразити не тільки послідовність взаємодії, але і всі структурні відношення між об'єктами, що беруть </a:t>
            </a:r>
            <a:r>
              <a:rPr lang="uk-UA" dirty="0" smtClean="0"/>
              <a:t>участь </a:t>
            </a:r>
            <a:r>
              <a:rPr lang="uk-UA" dirty="0"/>
              <a:t>в цій взаємодії.</a:t>
            </a:r>
          </a:p>
          <a:p>
            <a:r>
              <a:rPr lang="uk-UA" dirty="0" smtClean="0"/>
              <a:t>Об'єкти</a:t>
            </a:r>
            <a:r>
              <a:rPr lang="uk-UA" dirty="0"/>
              <a:t>, що беруть участь у </a:t>
            </a:r>
            <a:r>
              <a:rPr lang="uk-UA" dirty="0" smtClean="0"/>
              <a:t>взаємодії, </a:t>
            </a:r>
            <a:r>
              <a:rPr lang="uk-UA" dirty="0"/>
              <a:t>зображають </a:t>
            </a:r>
            <a:r>
              <a:rPr lang="uk-UA" dirty="0" smtClean="0"/>
              <a:t>у </a:t>
            </a:r>
            <a:r>
              <a:rPr lang="uk-UA" dirty="0"/>
              <a:t>вигляді </a:t>
            </a:r>
            <a:r>
              <a:rPr lang="uk-UA" dirty="0" smtClean="0"/>
              <a:t>прямокутників, що містять </a:t>
            </a:r>
            <a:r>
              <a:rPr lang="uk-UA" dirty="0"/>
              <a:t>ім'я об'єкту, його клас і, можливо, значення атрибутів. </a:t>
            </a:r>
            <a:endParaRPr lang="uk-UA" dirty="0" smtClean="0"/>
          </a:p>
          <a:p>
            <a:r>
              <a:rPr lang="uk-UA" dirty="0" smtClean="0"/>
              <a:t>Асоціації </a:t>
            </a:r>
            <a:r>
              <a:rPr lang="uk-UA" dirty="0"/>
              <a:t>між об'єктами </a:t>
            </a:r>
            <a:r>
              <a:rPr lang="uk-UA" dirty="0" smtClean="0"/>
              <a:t>зображають у </a:t>
            </a:r>
            <a:r>
              <a:rPr lang="uk-UA" dirty="0"/>
              <a:t>вигляді різних з’єднувальних ліній. При цьому можна явно вказати імена асоціації і ролей, які відіграють об'єкти в цій асоціації. </a:t>
            </a:r>
            <a:endParaRPr lang="uk-UA" dirty="0" smtClean="0"/>
          </a:p>
          <a:p>
            <a:r>
              <a:rPr lang="uk-UA" dirty="0" smtClean="0"/>
              <a:t>Додатково </a:t>
            </a:r>
            <a:r>
              <a:rPr lang="uk-UA" dirty="0"/>
              <a:t>можуть бути зображені динамічні зв'язки - потоки повідомлень. Вони </a:t>
            </a:r>
            <a:r>
              <a:rPr lang="uk-UA" dirty="0" err="1"/>
              <a:t>зображаються</a:t>
            </a:r>
            <a:r>
              <a:rPr lang="uk-UA" dirty="0"/>
              <a:t> також у вигляді з’єднувальних ліній між об'єктами, над якими розташовується стрілка із вказанням напрямку, імені повідомлення і порядкового номера в загальній послідовності ініціалізації повідомлень.</a:t>
            </a:r>
          </a:p>
          <a:p>
            <a:r>
              <a:rPr lang="uk-UA" dirty="0" smtClean="0"/>
              <a:t>Послідовність </a:t>
            </a:r>
            <a:r>
              <a:rPr lang="uk-UA" dirty="0"/>
              <a:t>взаємодій і паралельних потоків </a:t>
            </a:r>
            <a:r>
              <a:rPr lang="uk-UA" dirty="0" smtClean="0"/>
              <a:t>задають  </a:t>
            </a:r>
            <a:r>
              <a:rPr lang="uk-UA" dirty="0"/>
              <a:t>за допомогою порядкових номерів</a:t>
            </a:r>
            <a:r>
              <a:rPr lang="uk-UA" dirty="0" smtClean="0"/>
              <a:t>.</a:t>
            </a:r>
          </a:p>
        </p:txBody>
      </p:sp>
    </p:spTree>
    <p:extLst>
      <p:ext uri="{BB962C8B-B14F-4D97-AF65-F5344CB8AC3E}">
        <p14:creationId xmlns:p14="http://schemas.microsoft.com/office/powerpoint/2010/main" val="384705102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Кооперація</a:t>
            </a:r>
            <a:endParaRPr lang="uk-UA" dirty="0"/>
          </a:p>
        </p:txBody>
      </p:sp>
      <p:sp>
        <p:nvSpPr>
          <p:cNvPr id="5" name="Місце для вмісту 4"/>
          <p:cNvSpPr>
            <a:spLocks noGrp="1"/>
          </p:cNvSpPr>
          <p:nvPr>
            <p:ph idx="1"/>
          </p:nvPr>
        </p:nvSpPr>
        <p:spPr>
          <a:xfrm>
            <a:off x="778934" y="1529217"/>
            <a:ext cx="8596668" cy="5141406"/>
          </a:xfrm>
        </p:spPr>
        <p:txBody>
          <a:bodyPr>
            <a:normAutofit fontScale="92500" lnSpcReduction="10000"/>
          </a:bodyPr>
          <a:lstStyle/>
          <a:p>
            <a:r>
              <a:rPr lang="uk-UA" dirty="0"/>
              <a:t>Поняття кооперації </a:t>
            </a:r>
            <a:r>
              <a:rPr lang="en-US" dirty="0"/>
              <a:t>(collaboration) </a:t>
            </a:r>
            <a:r>
              <a:rPr lang="ru-RU" dirty="0"/>
              <a:t>є одним </a:t>
            </a:r>
            <a:r>
              <a:rPr lang="ru-RU" dirty="0" err="1"/>
              <a:t>із</a:t>
            </a:r>
            <a:r>
              <a:rPr lang="ru-RU" dirty="0"/>
              <a:t> </a:t>
            </a:r>
            <a:r>
              <a:rPr lang="ru-RU" dirty="0" err="1"/>
              <a:t>фундаментальних</a:t>
            </a:r>
            <a:r>
              <a:rPr lang="ru-RU" dirty="0"/>
              <a:t> понять у </a:t>
            </a:r>
            <a:r>
              <a:rPr lang="ru-RU" dirty="0" err="1"/>
              <a:t>мові</a:t>
            </a:r>
            <a:r>
              <a:rPr lang="ru-RU" dirty="0"/>
              <a:t> </a:t>
            </a:r>
            <a:r>
              <a:rPr lang="en-US" dirty="0"/>
              <a:t>UML. </a:t>
            </a:r>
            <a:r>
              <a:rPr lang="uk-UA" dirty="0" smtClean="0"/>
              <a:t>Це множина </a:t>
            </a:r>
            <a:r>
              <a:rPr lang="uk-UA" dirty="0"/>
              <a:t>об'єктів, що взаємодіють з певною метою, в загальному контексті модельованої системи. </a:t>
            </a:r>
            <a:endParaRPr lang="uk-UA" dirty="0" smtClean="0"/>
          </a:p>
          <a:p>
            <a:r>
              <a:rPr lang="uk-UA" dirty="0" smtClean="0"/>
              <a:t>Мета побудови діаграми кооперації </a:t>
            </a:r>
            <a:r>
              <a:rPr lang="uk-UA" dirty="0"/>
              <a:t>полягає в тому, щоб специфікувати особливості реалізації окремих </a:t>
            </a:r>
            <a:r>
              <a:rPr lang="uk-UA" dirty="0" smtClean="0"/>
              <a:t>найбільш значущих </a:t>
            </a:r>
            <a:r>
              <a:rPr lang="uk-UA" dirty="0"/>
              <a:t>операцій в системі. </a:t>
            </a:r>
          </a:p>
          <a:p>
            <a:pPr marL="0" indent="0">
              <a:buNone/>
            </a:pPr>
            <a:r>
              <a:rPr lang="ru-RU" dirty="0" err="1"/>
              <a:t>Кооперація</a:t>
            </a:r>
            <a:r>
              <a:rPr lang="ru-RU" dirty="0"/>
              <a:t> </a:t>
            </a:r>
            <a:r>
              <a:rPr lang="ru-RU" dirty="0" err="1"/>
              <a:t>може</a:t>
            </a:r>
            <a:r>
              <a:rPr lang="ru-RU" dirty="0"/>
              <a:t> бути подана на </a:t>
            </a:r>
            <a:r>
              <a:rPr lang="ru-RU" dirty="0" err="1"/>
              <a:t>двох</a:t>
            </a:r>
            <a:r>
              <a:rPr lang="ru-RU" dirty="0"/>
              <a:t> </a:t>
            </a:r>
            <a:r>
              <a:rPr lang="ru-RU" dirty="0" err="1"/>
              <a:t>рівнях</a:t>
            </a:r>
            <a:r>
              <a:rPr lang="ru-RU" dirty="0"/>
              <a:t>:</a:t>
            </a:r>
          </a:p>
          <a:p>
            <a:pPr marL="1168400"/>
            <a:r>
              <a:rPr lang="uk-UA" dirty="0"/>
              <a:t>на рівні </a:t>
            </a:r>
            <a:r>
              <a:rPr lang="uk-UA" b="1" dirty="0"/>
              <a:t>специфікації</a:t>
            </a:r>
            <a:r>
              <a:rPr lang="uk-UA" dirty="0"/>
              <a:t> - вказує ролі класифікаторів і ролі асоціацій в цій взаємодії;</a:t>
            </a:r>
          </a:p>
          <a:p>
            <a:pPr marL="1168400"/>
            <a:r>
              <a:rPr lang="uk-UA" dirty="0"/>
              <a:t>на рівні </a:t>
            </a:r>
            <a:r>
              <a:rPr lang="uk-UA" b="1" dirty="0"/>
              <a:t>прикладів</a:t>
            </a:r>
            <a:r>
              <a:rPr lang="uk-UA" dirty="0"/>
              <a:t> — вказує екземпляри і зв'язки, створюючи окремі ролі в кооперації.</a:t>
            </a:r>
          </a:p>
          <a:p>
            <a:r>
              <a:rPr lang="uk-UA" dirty="0"/>
              <a:t>Діаграма кооперації рівня специфікації вказує ролі, які відіграють елементи, що беруть участь у взаємодії. Елементами кооперації на цьому рівні є класи й асоціації, які позначають окремі ролі класифікаторів і асоціації між учасниками кооперації.</a:t>
            </a:r>
          </a:p>
          <a:p>
            <a:r>
              <a:rPr lang="uk-UA" dirty="0"/>
              <a:t>Діаграма кооперації рівня прикладів подається сукупністю об'єктів (екземпляри класів) і </a:t>
            </a:r>
            <a:r>
              <a:rPr lang="uk-UA" dirty="0" err="1"/>
              <a:t>зв'язків</a:t>
            </a:r>
            <a:r>
              <a:rPr lang="uk-UA" dirty="0"/>
              <a:t> (екземпляри асоціацій). При цьому зв'язки доповнюються стрілками повідомлень. На цьому рівні вказуються тільки релевантні об'єкти, тобто такі, що мають безпосереднє відношення до реалізації операції або класифікатора.</a:t>
            </a:r>
          </a:p>
        </p:txBody>
      </p:sp>
    </p:spTree>
    <p:extLst>
      <p:ext uri="{BB962C8B-B14F-4D97-AF65-F5344CB8AC3E}">
        <p14:creationId xmlns:p14="http://schemas.microsoft.com/office/powerpoint/2010/main" val="347708532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1283694" y="2160589"/>
            <a:ext cx="8788091" cy="3473053"/>
          </a:xfrm>
          <a:prstGeom prst="rect">
            <a:avLst/>
          </a:prstGeom>
        </p:spPr>
      </p:pic>
      <p:sp>
        <p:nvSpPr>
          <p:cNvPr id="5" name="Заголовок 1"/>
          <p:cNvSpPr>
            <a:spLocks noGrp="1"/>
          </p:cNvSpPr>
          <p:nvPr>
            <p:ph type="title"/>
          </p:nvPr>
        </p:nvSpPr>
        <p:spPr>
          <a:xfrm>
            <a:off x="677334" y="609600"/>
            <a:ext cx="6922679" cy="1320800"/>
          </a:xfrm>
        </p:spPr>
        <p:txBody>
          <a:bodyPr/>
          <a:lstStyle/>
          <a:p>
            <a:r>
              <a:rPr lang="uk-UA" dirty="0" smtClean="0"/>
              <a:t>Приклади</a:t>
            </a:r>
            <a:endParaRPr lang="uk-UA" dirty="0"/>
          </a:p>
        </p:txBody>
      </p:sp>
    </p:spTree>
    <p:extLst>
      <p:ext uri="{BB962C8B-B14F-4D97-AF65-F5344CB8AC3E}">
        <p14:creationId xmlns:p14="http://schemas.microsoft.com/office/powerpoint/2010/main" val="48747470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Місце для вмісту 3"/>
          <p:cNvPicPr>
            <a:picLocks noGrp="1" noChangeAspect="1"/>
          </p:cNvPicPr>
          <p:nvPr>
            <p:ph idx="1"/>
          </p:nvPr>
        </p:nvPicPr>
        <p:blipFill>
          <a:blip r:embed="rId2"/>
          <a:stretch>
            <a:fillRect/>
          </a:stretch>
        </p:blipFill>
        <p:spPr>
          <a:xfrm>
            <a:off x="1501916" y="1930399"/>
            <a:ext cx="7511455" cy="3995953"/>
          </a:xfrm>
          <a:prstGeom prst="rect">
            <a:avLst/>
          </a:prstGeom>
        </p:spPr>
      </p:pic>
    </p:spTree>
    <p:extLst>
      <p:ext uri="{BB962C8B-B14F-4D97-AF65-F5344CB8AC3E}">
        <p14:creationId xmlns:p14="http://schemas.microsoft.com/office/powerpoint/2010/main" val="73415014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Місце для вмісту 3"/>
          <p:cNvPicPr>
            <a:picLocks noGrp="1" noChangeAspect="1"/>
          </p:cNvPicPr>
          <p:nvPr>
            <p:ph idx="1"/>
          </p:nvPr>
        </p:nvPicPr>
        <p:blipFill>
          <a:blip r:embed="rId2"/>
          <a:stretch>
            <a:fillRect/>
          </a:stretch>
        </p:blipFill>
        <p:spPr>
          <a:xfrm>
            <a:off x="928537" y="1330462"/>
            <a:ext cx="8873405" cy="4175721"/>
          </a:xfrm>
          <a:prstGeom prst="rect">
            <a:avLst/>
          </a:prstGeom>
        </p:spPr>
      </p:pic>
    </p:spTree>
    <p:extLst>
      <p:ext uri="{BB962C8B-B14F-4D97-AF65-F5344CB8AC3E}">
        <p14:creationId xmlns:p14="http://schemas.microsoft.com/office/powerpoint/2010/main" val="250577097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Місце для вмісту 3"/>
          <p:cNvPicPr>
            <a:picLocks noGrp="1" noChangeAspect="1"/>
          </p:cNvPicPr>
          <p:nvPr>
            <p:ph idx="1"/>
          </p:nvPr>
        </p:nvPicPr>
        <p:blipFill>
          <a:blip r:embed="rId2"/>
          <a:stretch>
            <a:fillRect/>
          </a:stretch>
        </p:blipFill>
        <p:spPr>
          <a:xfrm>
            <a:off x="291306" y="1608606"/>
            <a:ext cx="5826411" cy="3156972"/>
          </a:xfrm>
          <a:prstGeom prst="rect">
            <a:avLst/>
          </a:prstGeom>
        </p:spPr>
      </p:pic>
      <p:pic>
        <p:nvPicPr>
          <p:cNvPr id="5" name="Рисунок 4"/>
          <p:cNvPicPr>
            <a:picLocks noChangeAspect="1"/>
          </p:cNvPicPr>
          <p:nvPr/>
        </p:nvPicPr>
        <p:blipFill>
          <a:blip r:embed="rId3"/>
          <a:stretch>
            <a:fillRect/>
          </a:stretch>
        </p:blipFill>
        <p:spPr>
          <a:xfrm>
            <a:off x="6402529" y="1703067"/>
            <a:ext cx="5341382" cy="3156973"/>
          </a:xfrm>
          <a:prstGeom prst="rect">
            <a:avLst/>
          </a:prstGeom>
        </p:spPr>
      </p:pic>
    </p:spTree>
    <p:extLst>
      <p:ext uri="{BB962C8B-B14F-4D97-AF65-F5344CB8AC3E}">
        <p14:creationId xmlns:p14="http://schemas.microsoft.com/office/powerpoint/2010/main" val="292688607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298006" y="417930"/>
            <a:ext cx="6312389" cy="4587785"/>
          </a:xfrm>
          <a:prstGeom prst="rect">
            <a:avLst/>
          </a:prstGeom>
        </p:spPr>
      </p:pic>
      <p:pic>
        <p:nvPicPr>
          <p:cNvPr id="5" name="Місце для вмісту 4"/>
          <p:cNvPicPr>
            <a:picLocks noGrp="1" noChangeAspect="1"/>
          </p:cNvPicPr>
          <p:nvPr>
            <p:ph idx="1"/>
          </p:nvPr>
        </p:nvPicPr>
        <p:blipFill>
          <a:blip r:embed="rId3"/>
          <a:stretch>
            <a:fillRect/>
          </a:stretch>
        </p:blipFill>
        <p:spPr>
          <a:xfrm>
            <a:off x="6479171" y="1591439"/>
            <a:ext cx="4639367" cy="3414276"/>
          </a:xfrm>
          <a:prstGeom prst="rect">
            <a:avLst/>
          </a:prstGeom>
        </p:spPr>
      </p:pic>
      <p:sp>
        <p:nvSpPr>
          <p:cNvPr id="6" name="Прямокутник 5"/>
          <p:cNvSpPr/>
          <p:nvPr/>
        </p:nvSpPr>
        <p:spPr>
          <a:xfrm>
            <a:off x="677334" y="5513589"/>
            <a:ext cx="9753600" cy="646331"/>
          </a:xfrm>
          <a:prstGeom prst="rect">
            <a:avLst/>
          </a:prstGeom>
        </p:spPr>
        <p:txBody>
          <a:bodyPr wrap="square">
            <a:spAutoFit/>
          </a:bodyPr>
          <a:lstStyle/>
          <a:p>
            <a:pPr>
              <a:buChar char="♦"/>
            </a:pPr>
            <a:r>
              <a:rPr lang="en-US" dirty="0">
                <a:solidFill>
                  <a:srgbClr val="000000"/>
                </a:solidFill>
                <a:latin typeface="Times New Roman" panose="02020603050405020304" pitchFamily="18" charset="0"/>
              </a:rPr>
              <a:t>’’local" - </a:t>
            </a:r>
            <a:r>
              <a:rPr lang="ru-RU" dirty="0">
                <a:solidFill>
                  <a:srgbClr val="000000"/>
                </a:solidFill>
                <a:latin typeface="Times New Roman" panose="02020603050405020304" pitchFamily="18" charset="0"/>
              </a:rPr>
              <a:t>локальна </a:t>
            </a:r>
            <a:r>
              <a:rPr lang="ru-RU" dirty="0" err="1">
                <a:solidFill>
                  <a:srgbClr val="000000"/>
                </a:solidFill>
                <a:latin typeface="Times New Roman" panose="02020603050405020304" pitchFamily="18" charset="0"/>
              </a:rPr>
              <a:t>змінна</a:t>
            </a:r>
            <a:r>
              <a:rPr lang="ru-RU" dirty="0">
                <a:solidFill>
                  <a:srgbClr val="000000"/>
                </a:solidFill>
                <a:latin typeface="Times New Roman" panose="02020603050405020304" pitchFamily="18" charset="0"/>
              </a:rPr>
              <a:t> методу; </a:t>
            </a:r>
            <a:r>
              <a:rPr lang="ru-RU" dirty="0" err="1">
                <a:solidFill>
                  <a:srgbClr val="000000"/>
                </a:solidFill>
                <a:latin typeface="Times New Roman" panose="02020603050405020304" pitchFamily="18" charset="0"/>
              </a:rPr>
              <a:t>її</a:t>
            </a:r>
            <a:r>
              <a:rPr lang="ru-RU" dirty="0">
                <a:solidFill>
                  <a:srgbClr val="000000"/>
                </a:solidFill>
                <a:latin typeface="Times New Roman" panose="02020603050405020304" pitchFamily="18" charset="0"/>
              </a:rPr>
              <a:t> область </a:t>
            </a:r>
            <a:r>
              <a:rPr lang="ru-RU" dirty="0" err="1">
                <a:solidFill>
                  <a:srgbClr val="000000"/>
                </a:solidFill>
                <a:latin typeface="Times New Roman" panose="02020603050405020304" pitchFamily="18" charset="0"/>
              </a:rPr>
              <a:t>видимості</a:t>
            </a:r>
            <a:r>
              <a:rPr lang="ru-RU" dirty="0">
                <a:solidFill>
                  <a:srgbClr val="000000"/>
                </a:solidFill>
                <a:latin typeface="Times New Roman" panose="02020603050405020304" pitchFamily="18" charset="0"/>
              </a:rPr>
              <a:t> </a:t>
            </a:r>
            <a:r>
              <a:rPr lang="ru-RU" dirty="0" err="1">
                <a:solidFill>
                  <a:srgbClr val="000000"/>
                </a:solidFill>
                <a:latin typeface="Times New Roman" panose="02020603050405020304" pitchFamily="18" charset="0"/>
              </a:rPr>
              <a:t>обмежена</a:t>
            </a:r>
            <a:r>
              <a:rPr lang="ru-RU" dirty="0">
                <a:solidFill>
                  <a:srgbClr val="000000"/>
                </a:solidFill>
                <a:latin typeface="Times New Roman" panose="02020603050405020304" pitchFamily="18" charset="0"/>
              </a:rPr>
              <a:t> </a:t>
            </a:r>
            <a:r>
              <a:rPr lang="ru-RU" dirty="0" err="1">
                <a:solidFill>
                  <a:srgbClr val="000000"/>
                </a:solidFill>
                <a:latin typeface="Times New Roman" panose="02020603050405020304" pitchFamily="18" charset="0"/>
              </a:rPr>
              <a:t>тільки</a:t>
            </a:r>
            <a:r>
              <a:rPr lang="ru-RU" dirty="0">
                <a:solidFill>
                  <a:srgbClr val="000000"/>
                </a:solidFill>
                <a:latin typeface="Times New Roman" panose="02020603050405020304" pitchFamily="18" charset="0"/>
              </a:rPr>
              <a:t> </a:t>
            </a:r>
            <a:r>
              <a:rPr lang="ru-RU" dirty="0" err="1">
                <a:solidFill>
                  <a:srgbClr val="000000"/>
                </a:solidFill>
                <a:latin typeface="Times New Roman" panose="02020603050405020304" pitchFamily="18" charset="0"/>
              </a:rPr>
              <a:t>сусіднім</a:t>
            </a:r>
            <a:r>
              <a:rPr lang="ru-RU" dirty="0">
                <a:solidFill>
                  <a:srgbClr val="000000"/>
                </a:solidFill>
                <a:latin typeface="Times New Roman" panose="02020603050405020304" pitchFamily="18" charset="0"/>
              </a:rPr>
              <a:t> </a:t>
            </a:r>
            <a:r>
              <a:rPr lang="ru-RU" dirty="0" err="1">
                <a:solidFill>
                  <a:srgbClr val="000000"/>
                </a:solidFill>
                <a:latin typeface="Times New Roman" panose="02020603050405020304" pitchFamily="18" charset="0"/>
              </a:rPr>
              <a:t>об'єктом</a:t>
            </a:r>
            <a:r>
              <a:rPr lang="ru-RU" dirty="0">
                <a:solidFill>
                  <a:srgbClr val="000000"/>
                </a:solidFill>
                <a:latin typeface="Times New Roman" panose="02020603050405020304" pitchFamily="18" charset="0"/>
              </a:rPr>
              <a:t>;</a:t>
            </a:r>
            <a:endParaRPr lang="en-US" dirty="0">
              <a:solidFill>
                <a:srgbClr val="000000"/>
              </a:solidFill>
              <a:latin typeface="Times New Roman" panose="02020603050405020304" pitchFamily="18" charset="0"/>
            </a:endParaRPr>
          </a:p>
          <a:p>
            <a:pPr>
              <a:buChar char="♦"/>
            </a:pPr>
            <a:r>
              <a:rPr lang="en-US" dirty="0">
                <a:solidFill>
                  <a:srgbClr val="000000"/>
                </a:solidFill>
                <a:latin typeface="Times New Roman" panose="02020603050405020304" pitchFamily="18" charset="0"/>
              </a:rPr>
              <a:t>"global" </a:t>
            </a:r>
            <a:r>
              <a:rPr lang="ru-RU" dirty="0">
                <a:solidFill>
                  <a:srgbClr val="000000"/>
                </a:solidFill>
                <a:latin typeface="Times New Roman" panose="02020603050405020304" pitchFamily="18" charset="0"/>
              </a:rPr>
              <a:t>- глобальна </a:t>
            </a:r>
            <a:r>
              <a:rPr lang="ru-RU" dirty="0" err="1">
                <a:solidFill>
                  <a:srgbClr val="000000"/>
                </a:solidFill>
                <a:latin typeface="Times New Roman" panose="02020603050405020304" pitchFamily="18" charset="0"/>
              </a:rPr>
              <a:t>змінна</a:t>
            </a:r>
            <a:r>
              <a:rPr lang="ru-RU" dirty="0">
                <a:solidFill>
                  <a:srgbClr val="000000"/>
                </a:solidFill>
                <a:latin typeface="Times New Roman" panose="02020603050405020304" pitchFamily="18" charset="0"/>
              </a:rPr>
              <a:t>; </a:t>
            </a:r>
            <a:r>
              <a:rPr lang="ru-RU" dirty="0" err="1">
                <a:solidFill>
                  <a:srgbClr val="000000"/>
                </a:solidFill>
                <a:latin typeface="Times New Roman" panose="02020603050405020304" pitchFamily="18" charset="0"/>
              </a:rPr>
              <a:t>її</a:t>
            </a:r>
            <a:r>
              <a:rPr lang="ru-RU" dirty="0">
                <a:solidFill>
                  <a:srgbClr val="000000"/>
                </a:solidFill>
                <a:latin typeface="Times New Roman" panose="02020603050405020304" pitchFamily="18" charset="0"/>
              </a:rPr>
              <a:t> область </a:t>
            </a:r>
            <a:r>
              <a:rPr lang="ru-RU" dirty="0" err="1">
                <a:solidFill>
                  <a:srgbClr val="000000"/>
                </a:solidFill>
                <a:latin typeface="Times New Roman" panose="02020603050405020304" pitchFamily="18" charset="0"/>
              </a:rPr>
              <a:t>видимості</a:t>
            </a:r>
            <a:r>
              <a:rPr lang="ru-RU" dirty="0">
                <a:solidFill>
                  <a:srgbClr val="000000"/>
                </a:solidFill>
                <a:latin typeface="Times New Roman" panose="02020603050405020304" pitchFamily="18" charset="0"/>
              </a:rPr>
              <a:t> </a:t>
            </a:r>
            <a:r>
              <a:rPr lang="ru-RU" dirty="0" err="1">
                <a:solidFill>
                  <a:srgbClr val="000000"/>
                </a:solidFill>
                <a:latin typeface="Times New Roman" panose="02020603050405020304" pitchFamily="18" charset="0"/>
              </a:rPr>
              <a:t>розповсюджується</a:t>
            </a:r>
            <a:r>
              <a:rPr lang="ru-RU" dirty="0">
                <a:solidFill>
                  <a:srgbClr val="000000"/>
                </a:solidFill>
                <a:latin typeface="Times New Roman" panose="02020603050405020304" pitchFamily="18" charset="0"/>
              </a:rPr>
              <a:t> на всю </a:t>
            </a:r>
            <a:r>
              <a:rPr lang="ru-RU" dirty="0" err="1">
                <a:solidFill>
                  <a:srgbClr val="000000"/>
                </a:solidFill>
                <a:latin typeface="Times New Roman" panose="02020603050405020304" pitchFamily="18" charset="0"/>
              </a:rPr>
              <a:t>діаграму</a:t>
            </a:r>
            <a:r>
              <a:rPr lang="ru-RU" dirty="0">
                <a:solidFill>
                  <a:srgbClr val="000000"/>
                </a:solidFill>
                <a:latin typeface="Times New Roman" panose="02020603050405020304" pitchFamily="18" charset="0"/>
              </a:rPr>
              <a:t> </a:t>
            </a:r>
            <a:r>
              <a:rPr lang="ru-RU" dirty="0" err="1">
                <a:solidFill>
                  <a:srgbClr val="000000"/>
                </a:solidFill>
                <a:latin typeface="Times New Roman" panose="02020603050405020304" pitchFamily="18" charset="0"/>
              </a:rPr>
              <a:t>кооперації</a:t>
            </a:r>
            <a:r>
              <a:rPr lang="ru-RU" dirty="0">
                <a:solidFill>
                  <a:srgbClr val="000000"/>
                </a:solidFill>
                <a:latin typeface="Times New Roman" panose="02020603050405020304" pitchFamily="18" charset="0"/>
              </a:rPr>
              <a:t>;</a:t>
            </a:r>
            <a:endParaRPr lang="uk-UA" dirty="0"/>
          </a:p>
        </p:txBody>
      </p:sp>
    </p:spTree>
    <p:extLst>
      <p:ext uri="{BB962C8B-B14F-4D97-AF65-F5344CB8AC3E}">
        <p14:creationId xmlns:p14="http://schemas.microsoft.com/office/powerpoint/2010/main" val="5533684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pic>
        <p:nvPicPr>
          <p:cNvPr id="4" name="Місце для вмісту 3"/>
          <p:cNvPicPr>
            <a:picLocks noGrp="1" noChangeAspect="1"/>
          </p:cNvPicPr>
          <p:nvPr>
            <p:ph idx="1"/>
          </p:nvPr>
        </p:nvPicPr>
        <p:blipFill>
          <a:blip r:embed="rId2"/>
          <a:stretch>
            <a:fillRect/>
          </a:stretch>
        </p:blipFill>
        <p:spPr>
          <a:xfrm>
            <a:off x="1228879" y="1659988"/>
            <a:ext cx="7661903" cy="4991847"/>
          </a:xfrm>
          <a:prstGeom prst="rect">
            <a:avLst/>
          </a:prstGeom>
        </p:spPr>
      </p:pic>
    </p:spTree>
    <p:extLst>
      <p:ext uri="{BB962C8B-B14F-4D97-AF65-F5344CB8AC3E}">
        <p14:creationId xmlns:p14="http://schemas.microsoft.com/office/powerpoint/2010/main" val="207357956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pic>
        <p:nvPicPr>
          <p:cNvPr id="4" name="Місце для вмісту 3"/>
          <p:cNvPicPr>
            <a:picLocks noGrp="1" noChangeAspect="1"/>
          </p:cNvPicPr>
          <p:nvPr>
            <p:ph idx="1"/>
          </p:nvPr>
        </p:nvPicPr>
        <p:blipFill>
          <a:blip r:embed="rId2"/>
          <a:stretch>
            <a:fillRect/>
          </a:stretch>
        </p:blipFill>
        <p:spPr>
          <a:xfrm>
            <a:off x="1145460" y="1930400"/>
            <a:ext cx="8570386" cy="3684465"/>
          </a:xfrm>
          <a:prstGeom prst="rect">
            <a:avLst/>
          </a:prstGeom>
        </p:spPr>
      </p:pic>
    </p:spTree>
    <p:extLst>
      <p:ext uri="{BB962C8B-B14F-4D97-AF65-F5344CB8AC3E}">
        <p14:creationId xmlns:p14="http://schemas.microsoft.com/office/powerpoint/2010/main" val="174812941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1337157" y="1829679"/>
            <a:ext cx="7658529" cy="2664880"/>
          </a:xfrm>
          <a:prstGeom prst="rect">
            <a:avLst/>
          </a:prstGeom>
        </p:spPr>
      </p:pic>
    </p:spTree>
    <p:extLst>
      <p:ext uri="{BB962C8B-B14F-4D97-AF65-F5344CB8AC3E}">
        <p14:creationId xmlns:p14="http://schemas.microsoft.com/office/powerpoint/2010/main" val="124326334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p:txBody>
          <a:bodyPr/>
          <a:lstStyle/>
          <a:p>
            <a:endParaRPr lang="uk-UA"/>
          </a:p>
        </p:txBody>
      </p:sp>
      <p:pic>
        <p:nvPicPr>
          <p:cNvPr id="4" name="Рисунок 3"/>
          <p:cNvPicPr>
            <a:picLocks noChangeAspect="1"/>
          </p:cNvPicPr>
          <p:nvPr/>
        </p:nvPicPr>
        <p:blipFill>
          <a:blip r:embed="rId2"/>
          <a:stretch>
            <a:fillRect/>
          </a:stretch>
        </p:blipFill>
        <p:spPr>
          <a:xfrm>
            <a:off x="-147549" y="954827"/>
            <a:ext cx="6382641" cy="3724795"/>
          </a:xfrm>
          <a:prstGeom prst="rect">
            <a:avLst/>
          </a:prstGeom>
        </p:spPr>
      </p:pic>
      <p:pic>
        <p:nvPicPr>
          <p:cNvPr id="5" name="Рисунок 4"/>
          <p:cNvPicPr>
            <a:picLocks noChangeAspect="1"/>
          </p:cNvPicPr>
          <p:nvPr/>
        </p:nvPicPr>
        <p:blipFill>
          <a:blip r:embed="rId3"/>
          <a:stretch>
            <a:fillRect/>
          </a:stretch>
        </p:blipFill>
        <p:spPr>
          <a:xfrm>
            <a:off x="6108110" y="1496369"/>
            <a:ext cx="5221020" cy="2641712"/>
          </a:xfrm>
          <a:prstGeom prst="rect">
            <a:avLst/>
          </a:prstGeom>
        </p:spPr>
      </p:pic>
    </p:spTree>
    <p:extLst>
      <p:ext uri="{BB962C8B-B14F-4D97-AF65-F5344CB8AC3E}">
        <p14:creationId xmlns:p14="http://schemas.microsoft.com/office/powerpoint/2010/main" val="226553798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Місце для вмісту 3"/>
          <p:cNvPicPr>
            <a:picLocks noGrp="1" noChangeAspect="1"/>
          </p:cNvPicPr>
          <p:nvPr>
            <p:ph idx="1"/>
          </p:nvPr>
        </p:nvPicPr>
        <p:blipFill>
          <a:blip r:embed="rId2"/>
          <a:stretch>
            <a:fillRect/>
          </a:stretch>
        </p:blipFill>
        <p:spPr>
          <a:xfrm>
            <a:off x="677334" y="1305119"/>
            <a:ext cx="6077798" cy="3515216"/>
          </a:xfrm>
          <a:prstGeom prst="rect">
            <a:avLst/>
          </a:prstGeom>
        </p:spPr>
      </p:pic>
      <p:pic>
        <p:nvPicPr>
          <p:cNvPr id="5" name="Рисунок 4"/>
          <p:cNvPicPr>
            <a:picLocks noChangeAspect="1"/>
          </p:cNvPicPr>
          <p:nvPr/>
        </p:nvPicPr>
        <p:blipFill>
          <a:blip r:embed="rId3"/>
          <a:stretch>
            <a:fillRect/>
          </a:stretch>
        </p:blipFill>
        <p:spPr>
          <a:xfrm>
            <a:off x="5896863" y="1930400"/>
            <a:ext cx="5596644" cy="2391589"/>
          </a:xfrm>
          <a:prstGeom prst="rect">
            <a:avLst/>
          </a:prstGeom>
        </p:spPr>
      </p:pic>
    </p:spTree>
    <p:extLst>
      <p:ext uri="{BB962C8B-B14F-4D97-AF65-F5344CB8AC3E}">
        <p14:creationId xmlns:p14="http://schemas.microsoft.com/office/powerpoint/2010/main" val="274733738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Місце для вмісту 4"/>
          <p:cNvPicPr>
            <a:picLocks noGrp="1" noChangeAspect="1"/>
          </p:cNvPicPr>
          <p:nvPr>
            <p:ph idx="1"/>
          </p:nvPr>
        </p:nvPicPr>
        <p:blipFill>
          <a:blip r:embed="rId2"/>
          <a:stretch>
            <a:fillRect/>
          </a:stretch>
        </p:blipFill>
        <p:spPr>
          <a:xfrm>
            <a:off x="5944869" y="1635485"/>
            <a:ext cx="6027806" cy="3599543"/>
          </a:xfrm>
          <a:prstGeom prst="rect">
            <a:avLst/>
          </a:prstGeom>
        </p:spPr>
      </p:pic>
      <p:pic>
        <p:nvPicPr>
          <p:cNvPr id="4" name="Рисунок 3"/>
          <p:cNvPicPr>
            <a:picLocks noChangeAspect="1"/>
          </p:cNvPicPr>
          <p:nvPr/>
        </p:nvPicPr>
        <p:blipFill>
          <a:blip r:embed="rId3"/>
          <a:stretch>
            <a:fillRect/>
          </a:stretch>
        </p:blipFill>
        <p:spPr>
          <a:xfrm>
            <a:off x="234480" y="1393015"/>
            <a:ext cx="5575477" cy="4613889"/>
          </a:xfrm>
          <a:prstGeom prst="rect">
            <a:avLst/>
          </a:prstGeom>
        </p:spPr>
      </p:pic>
    </p:spTree>
    <p:extLst>
      <p:ext uri="{BB962C8B-B14F-4D97-AF65-F5344CB8AC3E}">
        <p14:creationId xmlns:p14="http://schemas.microsoft.com/office/powerpoint/2010/main" val="208601956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p:txBody>
          <a:bodyPr/>
          <a:lstStyle/>
          <a:p>
            <a:endParaRPr lang="uk-UA"/>
          </a:p>
        </p:txBody>
      </p:sp>
      <p:pic>
        <p:nvPicPr>
          <p:cNvPr id="5" name="Рисунок 4"/>
          <p:cNvPicPr>
            <a:picLocks noChangeAspect="1"/>
          </p:cNvPicPr>
          <p:nvPr/>
        </p:nvPicPr>
        <p:blipFill>
          <a:blip r:embed="rId2"/>
          <a:stretch>
            <a:fillRect/>
          </a:stretch>
        </p:blipFill>
        <p:spPr>
          <a:xfrm>
            <a:off x="5715228" y="690549"/>
            <a:ext cx="6163535" cy="3410426"/>
          </a:xfrm>
          <a:prstGeom prst="rect">
            <a:avLst/>
          </a:prstGeom>
        </p:spPr>
      </p:pic>
      <p:pic>
        <p:nvPicPr>
          <p:cNvPr id="4" name="Рисунок 3"/>
          <p:cNvPicPr>
            <a:picLocks noChangeAspect="1"/>
          </p:cNvPicPr>
          <p:nvPr/>
        </p:nvPicPr>
        <p:blipFill>
          <a:blip r:embed="rId3"/>
          <a:stretch>
            <a:fillRect/>
          </a:stretch>
        </p:blipFill>
        <p:spPr>
          <a:xfrm>
            <a:off x="824435" y="2495763"/>
            <a:ext cx="6154009" cy="3372321"/>
          </a:xfrm>
          <a:prstGeom prst="rect">
            <a:avLst/>
          </a:prstGeom>
        </p:spPr>
      </p:pic>
    </p:spTree>
    <p:extLst>
      <p:ext uri="{BB962C8B-B14F-4D97-AF65-F5344CB8AC3E}">
        <p14:creationId xmlns:p14="http://schemas.microsoft.com/office/powerpoint/2010/main" val="7349744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643333" y="388314"/>
            <a:ext cx="6096851" cy="3448531"/>
          </a:xfrm>
          <a:prstGeom prst="rect">
            <a:avLst/>
          </a:prstGeom>
        </p:spPr>
      </p:pic>
      <p:pic>
        <p:nvPicPr>
          <p:cNvPr id="5" name="Рисунок 4"/>
          <p:cNvPicPr>
            <a:picLocks noChangeAspect="1"/>
          </p:cNvPicPr>
          <p:nvPr/>
        </p:nvPicPr>
        <p:blipFill>
          <a:blip r:embed="rId3"/>
          <a:stretch>
            <a:fillRect/>
          </a:stretch>
        </p:blipFill>
        <p:spPr>
          <a:xfrm>
            <a:off x="5634929" y="3170624"/>
            <a:ext cx="6030167" cy="3086531"/>
          </a:xfrm>
          <a:prstGeom prst="rect">
            <a:avLst/>
          </a:prstGeom>
        </p:spPr>
      </p:pic>
    </p:spTree>
    <p:extLst>
      <p:ext uri="{BB962C8B-B14F-4D97-AF65-F5344CB8AC3E}">
        <p14:creationId xmlns:p14="http://schemas.microsoft.com/office/powerpoint/2010/main" val="31018467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Місце для вмісту 3"/>
          <p:cNvPicPr>
            <a:picLocks noGrp="1" noChangeAspect="1"/>
          </p:cNvPicPr>
          <p:nvPr>
            <p:ph idx="1"/>
          </p:nvPr>
        </p:nvPicPr>
        <p:blipFill>
          <a:blip r:embed="rId2"/>
          <a:stretch>
            <a:fillRect/>
          </a:stretch>
        </p:blipFill>
        <p:spPr>
          <a:xfrm>
            <a:off x="344803" y="831581"/>
            <a:ext cx="6077798" cy="2676899"/>
          </a:xfrm>
          <a:prstGeom prst="rect">
            <a:avLst/>
          </a:prstGeom>
        </p:spPr>
      </p:pic>
      <p:pic>
        <p:nvPicPr>
          <p:cNvPr id="5" name="Рисунок 4"/>
          <p:cNvPicPr>
            <a:picLocks noChangeAspect="1"/>
          </p:cNvPicPr>
          <p:nvPr/>
        </p:nvPicPr>
        <p:blipFill>
          <a:blip r:embed="rId3"/>
          <a:stretch>
            <a:fillRect/>
          </a:stretch>
        </p:blipFill>
        <p:spPr>
          <a:xfrm>
            <a:off x="4671422" y="2760521"/>
            <a:ext cx="6096851" cy="3591426"/>
          </a:xfrm>
          <a:prstGeom prst="rect">
            <a:avLst/>
          </a:prstGeom>
        </p:spPr>
      </p:pic>
    </p:spTree>
    <p:extLst>
      <p:ext uri="{BB962C8B-B14F-4D97-AF65-F5344CB8AC3E}">
        <p14:creationId xmlns:p14="http://schemas.microsoft.com/office/powerpoint/2010/main" val="361160810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3047574" y="1633287"/>
            <a:ext cx="6096851" cy="3591426"/>
          </a:xfrm>
          <a:prstGeom prst="rect">
            <a:avLst/>
          </a:prstGeom>
        </p:spPr>
      </p:pic>
    </p:spTree>
    <p:extLst>
      <p:ext uri="{BB962C8B-B14F-4D97-AF65-F5344CB8AC3E}">
        <p14:creationId xmlns:p14="http://schemas.microsoft.com/office/powerpoint/2010/main" val="148628681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a:blip r:embed="rId2"/>
          <a:stretch>
            <a:fillRect/>
          </a:stretch>
        </p:blipFill>
        <p:spPr>
          <a:xfrm>
            <a:off x="5941422" y="778707"/>
            <a:ext cx="6020640" cy="3134162"/>
          </a:xfrm>
          <a:prstGeom prst="rect">
            <a:avLst/>
          </a:prstGeom>
        </p:spPr>
      </p:pic>
      <p:pic>
        <p:nvPicPr>
          <p:cNvPr id="4" name="Рисунок 3"/>
          <p:cNvPicPr>
            <a:picLocks noChangeAspect="1"/>
          </p:cNvPicPr>
          <p:nvPr/>
        </p:nvPicPr>
        <p:blipFill>
          <a:blip r:embed="rId3"/>
          <a:stretch>
            <a:fillRect/>
          </a:stretch>
        </p:blipFill>
        <p:spPr>
          <a:xfrm>
            <a:off x="677334" y="3785179"/>
            <a:ext cx="5877745" cy="2486372"/>
          </a:xfrm>
          <a:prstGeom prst="rect">
            <a:avLst/>
          </a:prstGeom>
        </p:spPr>
      </p:pic>
    </p:spTree>
    <p:extLst>
      <p:ext uri="{BB962C8B-B14F-4D97-AF65-F5344CB8AC3E}">
        <p14:creationId xmlns:p14="http://schemas.microsoft.com/office/powerpoint/2010/main" val="350290190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sp>
        <p:nvSpPr>
          <p:cNvPr id="3" name="Місце для вмісту 2"/>
          <p:cNvSpPr>
            <a:spLocks noGrp="1"/>
          </p:cNvSpPr>
          <p:nvPr>
            <p:ph idx="1"/>
          </p:nvPr>
        </p:nvSpPr>
        <p:spPr/>
        <p:txBody>
          <a:bodyPr/>
          <a:lstStyle/>
          <a:p>
            <a:endParaRPr lang="uk-UA"/>
          </a:p>
        </p:txBody>
      </p:sp>
      <p:pic>
        <p:nvPicPr>
          <p:cNvPr id="4" name="Рисунок 3"/>
          <p:cNvPicPr>
            <a:picLocks noChangeAspect="1"/>
          </p:cNvPicPr>
          <p:nvPr/>
        </p:nvPicPr>
        <p:blipFill>
          <a:blip r:embed="rId2"/>
          <a:stretch>
            <a:fillRect/>
          </a:stretch>
        </p:blipFill>
        <p:spPr>
          <a:xfrm>
            <a:off x="3057101" y="1466576"/>
            <a:ext cx="6077798" cy="3924848"/>
          </a:xfrm>
          <a:prstGeom prst="rect">
            <a:avLst/>
          </a:prstGeom>
        </p:spPr>
      </p:pic>
    </p:spTree>
    <p:extLst>
      <p:ext uri="{BB962C8B-B14F-4D97-AF65-F5344CB8AC3E}">
        <p14:creationId xmlns:p14="http://schemas.microsoft.com/office/powerpoint/2010/main" val="377887496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sp>
        <p:nvSpPr>
          <p:cNvPr id="3" name="Місце для вмісту 2"/>
          <p:cNvSpPr>
            <a:spLocks noGrp="1"/>
          </p:cNvSpPr>
          <p:nvPr>
            <p:ph idx="1"/>
          </p:nvPr>
        </p:nvSpPr>
        <p:spPr/>
        <p:txBody>
          <a:bodyPr/>
          <a:lstStyle/>
          <a:p>
            <a:endParaRPr lang="uk-UA"/>
          </a:p>
        </p:txBody>
      </p:sp>
      <p:pic>
        <p:nvPicPr>
          <p:cNvPr id="4" name="Рисунок 3"/>
          <p:cNvPicPr>
            <a:picLocks noChangeAspect="1"/>
          </p:cNvPicPr>
          <p:nvPr/>
        </p:nvPicPr>
        <p:blipFill>
          <a:blip r:embed="rId2"/>
          <a:stretch>
            <a:fillRect/>
          </a:stretch>
        </p:blipFill>
        <p:spPr>
          <a:xfrm>
            <a:off x="677334" y="160162"/>
            <a:ext cx="8596668" cy="6501812"/>
          </a:xfrm>
          <a:prstGeom prst="rect">
            <a:avLst/>
          </a:prstGeom>
        </p:spPr>
      </p:pic>
    </p:spTree>
    <p:extLst>
      <p:ext uri="{BB962C8B-B14F-4D97-AF65-F5344CB8AC3E}">
        <p14:creationId xmlns:p14="http://schemas.microsoft.com/office/powerpoint/2010/main" val="42746975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sp>
        <p:nvSpPr>
          <p:cNvPr id="3" name="Місце для вмісту 2"/>
          <p:cNvSpPr>
            <a:spLocks noGrp="1"/>
          </p:cNvSpPr>
          <p:nvPr>
            <p:ph idx="1"/>
          </p:nvPr>
        </p:nvSpPr>
        <p:spPr/>
        <p:txBody>
          <a:bodyPr/>
          <a:lstStyle/>
          <a:p>
            <a:endParaRPr lang="uk-UA"/>
          </a:p>
        </p:txBody>
      </p:sp>
      <p:pic>
        <p:nvPicPr>
          <p:cNvPr id="4" name="Рисунок 3"/>
          <p:cNvPicPr>
            <a:picLocks noChangeAspect="1"/>
          </p:cNvPicPr>
          <p:nvPr/>
        </p:nvPicPr>
        <p:blipFill>
          <a:blip r:embed="rId2"/>
          <a:stretch>
            <a:fillRect/>
          </a:stretch>
        </p:blipFill>
        <p:spPr>
          <a:xfrm>
            <a:off x="677334" y="330262"/>
            <a:ext cx="8724276" cy="6527738"/>
          </a:xfrm>
          <a:prstGeom prst="rect">
            <a:avLst/>
          </a:prstGeom>
        </p:spPr>
      </p:pic>
    </p:spTree>
    <p:extLst>
      <p:ext uri="{BB962C8B-B14F-4D97-AF65-F5344CB8AC3E}">
        <p14:creationId xmlns:p14="http://schemas.microsoft.com/office/powerpoint/2010/main" val="6779522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p:txBody>
          <a:bodyPr/>
          <a:lstStyle/>
          <a:p>
            <a:endParaRPr lang="uk-UA" dirty="0"/>
          </a:p>
        </p:txBody>
      </p:sp>
      <p:pic>
        <p:nvPicPr>
          <p:cNvPr id="4" name="Рисунок 3"/>
          <p:cNvPicPr>
            <a:picLocks noChangeAspect="1"/>
          </p:cNvPicPr>
          <p:nvPr/>
        </p:nvPicPr>
        <p:blipFill>
          <a:blip r:embed="rId2"/>
          <a:stretch>
            <a:fillRect/>
          </a:stretch>
        </p:blipFill>
        <p:spPr>
          <a:xfrm>
            <a:off x="468409" y="-102423"/>
            <a:ext cx="6741859" cy="6960423"/>
          </a:xfrm>
          <a:prstGeom prst="rect">
            <a:avLst/>
          </a:prstGeom>
        </p:spPr>
      </p:pic>
      <p:sp>
        <p:nvSpPr>
          <p:cNvPr id="5" name="AutoShape 2" descr="data:image/png;base64,iVBORw0KGgoAAAANSUhEUgAAGrwAAAp8CAYAAAA7iBkeAAAAAXNSR0IArs4c6QAAhu90RVh0bXhmaWxlACUzQ214R3JhcGhNb2RlbCUyMGR4JTNEJTIyMjIwMCUyMiUyMGR5JTNEJTIyMTM4OSUyMiUyMGdyaWQlM0QlMjIwJTIyJTIwZ3JpZFNpemUlM0QlMjIxMCUyMiUyMGd1aWRlcyUzRCUyMjElMjIlMjB0b29sdGlwcyUzRCUyMjElMjIlMjBjb25uZWN0JTNEJTIyMSUyMiUyMGFycm93cyUzRCUyMjElMjIlMjBmb2xkJTNEJTIyMSUyMiUyMHBhZ2UlM0QlMjIwJTIyJTIwcGFnZVNjYWxlJTNEJTIyMSUyMiUyMHBhZ2VXaWR0aCUzRCUyMjgyNyUyMiUyMHBhZ2VIZWlnaHQlM0QlMjIxMTY5JTIyJTIwbWF0aCUzRCUyMjAlMjIlMjBzaGFkb3clM0QlMjIwJTIyJTNFJTNDcm9vdCUzRSUzQ214Q2VsbCUyMGlkJTNEJTIyMCUyMiUyRiUzRSUzQ214Q2VsbCUyMGlkJTNEJTIyMSUyMiUyMHBhcmVudCUzRCUyMjAlMjIlMkYlM0UlM0NteENlbGwlMjBpZCUzRCUyMjgyTTBPOFNYNVBVRm9mUnBQUFhILTU0JTIyJTIwdmFsdWUlM0QlMjIlMjZsdCUzQmRpdiUyMHN0eWxlJTNEJTI2cXVvdCUzQnRleHQtYWxpZ24lM0ElMjBsZWZ0JTNCJTI2cXVvdCUzQiUyNmd0JTNCJTI2bHQlM0JzcGFuJTIwc3R5bGUlM0QlMjZxdW90JTNCYmFja2dyb3VuZC1jb2xvciUzQSUyMGluaXRpYWwlM0IlMjZxdW90JTNCJTI2Z3QlM0IxJTNBTmV3JTIwb3JkZXIoKSUyNmx0JTNCJTJGc3BhbiUyNmd0JTNCJTI2bHQlM0IlMkZkaXYlMjZndCUzQiUyNmx0JTNCZGl2JTIwc3R5bGUlM0QlMjZxdW90JTNCdGV4dC1hbGlnbiUzQSUyMGxlZnQlM0IlMjZxdW90JTNCJTI2Z3QlM0IyJTNBJTIwKiUyME5ldyUyMHByb2R1Y3QoKSUyNmx0JTNCYnIlMjZndCUzQiUyNmx0JTNCJTJGZGl2JTI2Z3QlM0IlMjZsdCUzQmRpdiUyMHN0eWxlJTNEJTI2cXVvdCUzQnRleHQtYWxpZ24lM0ElMjBsZWZ0JTNCJTI2cXVvdCUzQiUyNmd0JTNCJTI2bHQlM0JzcGFuJTIwc3R5bGUlM0QlMjZxdW90JTNCdGV4dC1hbGlnbiUzQSUyMGNlbnRlciUzQiUyNnF1b3QlM0IlMjZndCUzQjMuJTIwRmluaXNoKCklMjZsdCUzQiUyRnNwYW4lMjZndCUzQiUyNmx0JTNCYnIlMjZndCUzQiUyNmx0JTNCJTJGZGl2JTI2Z3QlM0IlMjIlMjBzdHlsZSUzRCUyMmh0bWwlM0QxJTNCdmVydGljYWxBbGlnbiUzRGJvdHRvbSUzQmxhYmVsQmFja2dyb3VuZENvbG9yJTNEbm9uZSUzQmVuZEFycm93JTNEb3BlbiUzQmVuZEZpbGwlM0QwJTNCcm91bmRlZCUzRDAlM0Jmb250U2l6ZSUzRDExJTNCc3RhcnRTaXplJTNEOCUzQmVuZFNpemUlM0Q4JTNCY3VydmVkJTNEMSUzQiUyMiUyMGVkZ2UlM0QlMjIxJTIyJTIwcGFyZW50JTNEJTIyMSUyMiUzRSUzQ214R2VvbWV0cnklMjB4JTNEJTIyLTAuMDg4JTIyJTIweSUzRCUyMi01MCUyMiUyMHdpZHRoJTNEJTIyMTYwJTIyJTIwcmVsYXRpdmUlM0QlMjIxJTIyJTIwYXMlM0QlMjJnZW9tZXRyeSUyMiUzRSUzQ214UG9pbnQlMjB4JTNEJTIyODAlMjIlMjB5JTNEJTIyLTIzNCUyMiUyMGFzJTNEJTIyc291cmNlUG9pbnQlMjIlMkYlM0UlM0NteFBvaW50JTIweCUzRCUyMjIwNSUyMiUyMHklM0QlMjItMjM0JTIyJTIwYXMlM0QlMjJ0YXJnZXRQb2ludCUyMiUyRiUzRSUzQ214UG9pbnQlMjBhcyUzRCUyMm9mZnNldCUyMiUyRiUzRSUzQyUyRm14R2VvbWV0cnklM0UlM0MlMkZteENlbGwlM0UlM0NteENlbGwlMjBpZCUzRCUyMjgyTTBPOFNYNVBVRm9mUnBQUFhILTU1JTIyJTIwdmFsdWUlM0QlMjIlRDAlQjclRDAlQjAlRDAlQkMlRDAlQkUlRDAlQjIlRDAlQkQlRDAlQjglRDAlQkElMjIlMjBzdHlsZSUzRCUyMnNoYXBlJTNEdW1sQWN0b3IlM0J2ZXJ0aWNhbExhYmVsUG9zaXRpb24lM0Rib3R0b20lM0J2ZXJ0aWNhbEFsaWduJTNEdG9wJTNCaHRtbCUzRDElM0Jmb250U2l6ZSUzRDExJTNCJTIyJTIwdmVydGV4JTNEJTIyMSUyMiUyMHBhcmVudCUzRCUyMjElMjIlM0UlM0NteEdlb21ldHJ5JTIweCUzRCUyMjM5JTIyJTIweSUzRCUyMi0yODIlMjIlMjB3aWR0aCUzRCUyMjMwJTIyJTIwaGVpZ2h0JTNEJTIyNjAlMjIlMjBhcyUzRCUyMmdlb21ldHJ5JTIyJTJGJTNFJTNDJTJGbXhDZWxsJTNFJTNDbXhDZWxsJTIwaWQlM0QlMjI4Mk0wTzhTWDVQVUZvZlJwUFBYSC01OCUyMiUyMHZhbHVlJTNEJTIyJTNBSW50ZXJmYWNlJTIyJTIwc3R5bGUlM0QlMjJzaGFwZSUzRHVtbExpZmVsaW5lJTNCcGVyaW1ldGVyJTNEbGlmZWxpbmVQZXJpbWV0ZXIlM0J3aGl0ZVNwYWNlJTNEd3JhcCUzQmh0bWwlM0QxJTNCY29udGFpbmVyJTNEMCUzQmRyb3BUYXJnZXQlM0QwJTNCY29sbGFwc2libGUlM0QwJTNCcmVjdXJzaXZlUmVzaXplJTNEMCUzQm91dGxpbmVDb25uZWN0JTNEMCUzQnBvcnRDb25zdHJhaW50JTNEZWFzdHdlc3QlM0JuZXdFZGdlU3R5bGUlM0QlN0IlMjZxdW90JTNCZWRnZVN0eWxlJTI2cXVvdCUzQiUzQSUyNnF1b3QlM0JlbGJvd0VkZ2VTdHlsZSUyNnF1b3QlM0IlMkMlMjZxdW90JTNCZWxib3clMjZxdW90JTNCJTNBJTI2cXVvdCUzQnZlcnRpY2FsJTI2cXVvdCUzQiUyQyUyNnF1b3QlM0JjdXJ2ZWQlMjZxdW90JTNCJTNBMCUyQyUyNnF1b3QlM0Jyb3VuZGVkJTI2cXVvdCUzQiUzQTAlN0QlM0Jmb250U2l6ZSUzRDExJTNCJTIyJTIwdmVydGV4JTNEJTIyMSUyMiUyMHBhcmVudCUzRCUyMjElMjIlM0UlM0NteEdlb21ldHJ5JTIweCUzRCUyMjIxOSUyMiUyMHklM0QlMjItMjQ3JTIyJTIwd2lkdGglM0QlMjIxMDAlMjIlMjBoZWlnaHQlM0QlMjI0MyUyMiUyMGFzJTNEJTIyZ2VvbWV0cnklMjIlMkYlM0UlM0MlMkZteENlbGwlM0UlM0NteENlbGwlMjBpZCUzRCUyMjgyTTBPOFNYNVBVRm9mUnBQUFhILTU5JTIyJTIwdmFsdWUlM0QlMjIlMjZsdCUzQmRpdiUyMHN0eWxlJTNEJTI2cXVvdCUzQnRleHQtYWxpZ24lM0ElMjBsZWZ0JTNCJTI2cXVvdCUzQiUyNmd0JTNCJTI2bHQlM0JzcGFuJTIwc3R5bGUlM0QlMjZxdW90JTNCYmFja2dyb3VuZC1jb2xvciUzQSUyMGluaXRpYWwlM0IlMjZxdW90JTNCJTI2Z3QlM0IxLjElM0FDcmVhdGUlMjBvcmRlcigpJTI2bHQlM0IlMkZzcGFuJTI2Z3QlM0IlMjZsdCUzQiUyRmRpdiUyNmd0JTNCJTI2bHQlM0JkaXYlMjBzdHlsZSUzRCUyNnF1b3QlM0J0ZXh0LWFsaWduJTNBJTIwbGVmdCUzQiUyNnF1b3QlM0IlMjZndCUzQjIuMSUzQUFkZCUyMHByb2R1Y3QobmFtZSklMjZsdCUzQmJyJTI2Z3QlM0IlMjZsdCUzQiUyRmRpdiUyNmd0JTNCJTI2bHQlM0JkaXYlMjBzdHlsZSUzRCUyNnF1b3QlM0J0ZXh0LWFsaWduJTNBJTIwbGVmdCUzQiUyNnF1b3QlM0IlMjZndCUzQjUlM0ElMjBEZWxldGUlMjZsdCUzQnNwYW4lMjBzdHlsZSUzRCUyNnF1b3QlM0Jjb2xvciUzQSUyMHJnYmEoMCUyQyUyMDAlMkMlMjAwJTJDJTIwMCklM0IlMjBmb250LWZhbWlseSUzQSUyMG1vbm9zcGFjZSUzQiUyMGZvbnQtc2l6ZSUzQSUyMDBweCUzQiUyMGJhY2tncm91bmQtY29sb3IlM0ElMjBpbml0aWFsJTNCJTI2cXVvdCUzQiUyNmd0JTNCM0NteEdyYXBoTW9kZWwlMjUzRSUyNTNDcm9vdCUyNTNFJTI1M0NteENlbGwlMjUyMGlkJTI1M0QlMjUyMjAlMjUyMiUyNTJGJTI1M0UlMjUzQ214Q2VsbCUyNTIwaWQlMjUzRCUyNTIyMSUyNTIyJTI1MjBwYXJlbnQlMjUzRCUyNTIyMCUyNTIyJTI1MkYlMjUzRSUyNTNDbXhDZWxsJTI1MjBpZCUyNTNEJTI1MjIyJTI1MjIlMjUyMHZhbHVlJTI1M0QlMjUyMjUlMjUzQSUyNTIwRGVsZXRlJTI1MjIlMjUyMHN0eWxlJTI1M0QlMjUyMmh0bWwlMjUzRDElMjUzQnZlcnRpY2FsQWxpZ24lMjUzRGJvdHRvbSUyNTNCbGFiZWxCYWNrZ3JvdW5kQ29sb3IlMjUzRG5vbmUlMjUzQmVuZEFycm93JTI1M0RvcGVuJTI1M0JlbmRGaWxsJTI1M0QwJTI1M0Jyb3VuZGVkJTI1M0QwJTI1M0Jmb250U2l6ZSUyNTNEMTElMjUzQnN0YXJ0U2l6ZSUyNTNEOCUyNTNCZW5kU2l6ZSUyNTNEOCUyNTNCY3VydmVkJTI1M0QxJTI1M0IlMjUyMiUyNTIwZWRnZSUyNTNEJTI1MjIxJTI1MjIlMjUyMHBhcmVudCUyNTNEJTI1MjIxJTI1MjIlMjUzRSUyNTNDbXhHZW9tZXRyeSUyNTIwd2lkdGglMjUzRCUyNTIyMTYwJTI1MjIlMjUyMHJlbGF0aXZlJTI1M0QlMjUyMjElMjUyMiUyNTIwYXMlMjUzRCUyNTIyZ2VvbWV0cnklMjUyMiUyNTNFJTI1M0NteFBvaW50JTI1MjB4JTI1M0QlMjUyMjIwMCUyNTIyJTI1MjB5JTI1M0QlMjUyMjY1MyUyNTIyJTI1MjBhcyUyNTNEJTI1MjJzb3VyY2VQb2ludCUyNTIyJTI1MkYlMjUzRSUyNTNDbXhQb2ludCUyNTIweCUyNTNEJTI1MjIzMDglMjUyMiUyNTIweSUyNTNEJTI1MjI2NTMlMjUyMiUyNTIwYXMlMjUzRCUyNTIydGFyZ2V0UG9pbnQlMjUyMiUyNTJGJTI1M0UlMjUzQyUyNTJGbXhHZW9tZXRyeSUyNTNFJTI1M0MlMjUyRm14Q2VsbCUyNTNFJTI1M0MlMjUyRnJvb3QlMjUzRSUyNTNDJTI1MkZteEdyYXBoTW9kZWwlMjUzRTUlMjZsdCUzQiUyRnNwYW4lMjZndCUzQiUyNmx0JTNCJTJGZGl2JTI2Z3QlM0IlMjIlMjBzdHlsZSUzRCUyMmh0bWwlM0QxJTNCdmVydGljYWxBbGlnbiUzRGJvdHRvbSUzQmxhYmVsQmFja2dyb3VuZENvbG9yJTNEbm9uZSUzQmVuZEFycm93JTNEb3BlbiUzQmVuZEZpbGwlM0QwJTNCcm91bmRlZCUzRDAlM0Jmb250U2l6ZSUzRDExJTNCc3RhcnRTaXplJTNEOCUzQmVuZFNpemUlM0Q4JTNCY3VydmVkJTNEMSUzQiUyMiUyMGVkZ2UlM0QlMjIxJTIyJTIwcGFyZW50JTNEJTIyMSUyMiUyMHNvdXJjZSUzRCUyMjgyTTBPOFNYNVBVRm9mUnBQUFhILTU4JTIyJTNFJTNDbXhHZW9tZXRyeSUyMHglM0QlMjIwLjg2NjglMjIlMjB5JTNEJTIyLTY0JTIyJTIwd2lkdGglM0QlMjIxNjAlMjIlMjByZWxhdGl2ZSUzRCUyMjElMjIlMjBhcyUzRCUyMmdlb21ldHJ5JTIyJTNFJTNDbXhQb2ludCUyMHglM0QlMjIyNzIlMjIlMjB5JTNEJTIyLTIwMiUyMiUyMGFzJTNEJTIyc291cmNlUG9pbnQlMjIlMkYlM0UlM0NteFBvaW50JTIweCUzRCUyMjI2OSUyMiUyMHklM0QlMjItMTIzJTIyJTIwYXMlM0QlMjJ0YXJnZXRQb2ludCUyMiUyRiUzRSUzQ214UG9pbnQlMjBhcyUzRCUyMm9mZnNldCUyMiUyRiUzRSUzQyUyRm14R2VvbWV0cnklM0UlM0MlMkZteENlbGwlM0UlM0NteENlbGwlMjBpZCUzRCUyMjgyTTBPOFNYNVBVRm9mUnBQUFhILTYwJTIyJTIwdmFsdWUlM0QlMjIlM0FPcmRlciUyMiUyMHN0eWxlJTNEJTIyc2hhcGUlM0R1bWxMaWZlbGluZSUzQnBlcmltZXRlciUzRGxpZmVsaW5lUGVyaW1ldGVyJTNCd2hpdGVTcGFjZSUzRHdyYXAlM0JodG1sJTNEMSUzQmNvbnRhaW5lciUzRDAlM0Jkcm9wVGFyZ2V0JTNEMCUzQmNvbGxhcHNpYmxlJTNEMCUzQnJlY3Vyc2l2ZVJlc2l6ZSUzRDAlM0JvdXRsaW5lQ29ubmVjdCUzRDAlM0Jwb3J0Q29uc3RyYWludCUzRGVhc3R3ZXN0JTNCbmV3RWRnZVN0eWxlJTNEJTdCJTI2cXVvdCUzQmVkZ2VTdHlsZSUyNnF1b3QlM0IlM0ElMjZxdW90JTNCZWxib3dFZGdlU3R5bGUlMjZxdW90JTNCJTJDJTI2cXVvdCUzQmVsYm93JTI2cXVvdCUzQiUzQSUyNnF1b3QlM0J2ZXJ0aWNhbCUyNnF1b3QlM0IlMkMlMjZxdW90JTNCY3VydmVkJTI2cXVvdCUzQiUzQTAlMkMlMjZxdW90JTNCcm91bmRlZCUyNnF1b3QlM0IlM0EwJTdEJTNCZm9udFNpemUlM0QxMSUzQiUyMiUyMHZlcnRleCUzRCUyMjElMjIlMjBwYXJlbnQlM0QlMjIxJTIyJTNFJTNDbXhHZW9tZXRyeSUyMHglM0QlMjIyMTklMjIlMjB5JTNEJTIyLTExOC4wMDAwMDAwMDAwMDAwMSUyMiUyMHdpZHRoJTNEJTIyMTAwJTIyJTIwaGVpZ2h0JTNEJTIyNDMlMjIlMjBhcyUzRCUyMmdlb21ldHJ5JTIyJTJGJTNFJTNDJTJGbXhDZWxsJTNFJTNDbXhDZWxsJTIwaWQlM0QlMjI4Mk0wTzhTWDVQVUZvZlJwUFBYSC02NSUyMiUyMHZhbHVlJTNEJTIyMS4yJTNBU2hvdyUyNmFtcCUzQm5ic3AlM0IlMjZsdCUzQnNwYW4lMjBzdHlsZSUzRCUyNnF1b3QlM0JiYWNrZ3JvdW5kLWNvbG9yJTNBJTIwaW5pdGlhbCUzQiUyNnF1b3QlM0IlMjZndCUzQlByb2R1Y3RzKCklMjZsdCUzQiUyRnNwYW4lMjZndCUzQiUyNmx0JTNCZGl2JTI2Z3QlM0IlMjZsdCUzQnNwYW4lMjBzdHlsZSUzRCUyNnF1b3QlM0J0ZXh0LWFsaWduJTNBJTIwY2VudGVyJTNCJTI2cXVvdCUzQiUyNmd0JTNCMi40JTNBU2hvdyUyMExpc3QlMjZsdCUzQiUyRnNwYW4lMjZndCUzQiUyNmx0JTNCc3BhbiUyMHN0eWxlJTNEJTI2cXVvdCUzQnRleHQtYWxpZ24lM0ElMjBjZW50ZXIlM0IlMjBiYWNrZ3JvdW5kLWNvbG9yJTNBJTIwaW5pdGlhbCUzQiUyNnF1b3QlM0IlMjZndCUzQigpJTI2bHQlM0IlMkZzcGFuJTI2Z3QlM0IlMjZsdCUzQnNwYW4lMjBzdHlsZSUzRCUyNnF1b3QlM0JiYWNrZ3JvdW5kLWNvbG9yJTNBJTIwaW5pdGlhbCUzQiUyNnF1b3QlM0IlMjZndCUzQiUyNmx0JTNCYnIlMjZndCUzQiUyNmx0JTNCJTJGc3BhbiUyNmd0JTNCJTI2bHQlM0IlMkZkaXYlMjZndCUzQiUyMiUyMHN0eWxlJTNEJTIyaHRtbCUzRDElM0J2ZXJ0aWNhbEFsaWduJTNEYm90dG9tJTNCbGFiZWxCYWNrZ3JvdW5kQ29sb3IlM0Rub25lJTNCZW5kQXJyb3clM0RvcGVuJTNCZW5kRmlsbCUzRDAlM0Jyb3VuZGVkJTNEMCUzQmZvbnRTaXplJTNEMTElM0JzdGFydFNpemUlM0Q4JTNCZW5kU2l6ZSUzRDglM0JlZGdlU3R5bGUlM0RlbGJvd0VkZ2VTdHlsZSUzQmVsYm93JTNEaG9yaXpvbnRhbCUzQmFsaWduJTNEbGVmdCUzQiUyMiUyMGVkZ2UlM0QlMjIxJTIyJTIwcGFyZW50JTNEJTIyMSUyMiUzRSUzQ214R2VvbWV0cnklMjB4JTNEJTIyMC4zMzMzJTIyJTIweSUzRCUyMjEzJTIyJTIwd2lkdGglM0QlMjIxNjAlMjIlMjByZWxhdGl2ZSUzRCUyMjElMjIlMjBhcyUzRCUyMmdlb21ldHJ5JTIyJTNFJTNDbXhQb2ludCUyMHglM0QlMjIzMzQlMjIlMjB5JTNEJTIyLTIzNS41JTIyJTIwYXMlM0QlMjJzb3VyY2VQb2ludCUyMiUyRiUzRSUzQ214UG9pbnQlMjB4JTNEJTIyMzM0JTIyJTIweSUzRCUyMi0yMTUuNSUyMiUyMGFzJTNEJTIydGFyZ2V0UG9pbnQlMjIlMkYlM0UlM0NBcnJheSUyMGFzJTNEJTIycG9pbnRzJTIyJTNFJTNDbXhQb2ludCUyMHglM0QlMjIzNTQlMjIlMjB5JTNEJTIyLTIxNS41JTIyJTJGJTNFJTNDJTJGQXJyYXklM0UlM0NteFBvaW50JTIweCUzRCUyMjEwJTIyJTIweSUzRCUyMi01JTIyJTIwYXMlM0QlMjJvZmZzZXQlMjIlMkYlM0UlM0MlMkZteEdlb21ldHJ5JTNFJTNDJTJGbXhDZWxsJTNFJTNDbXhDZWxsJTIwaWQlM0QlMjI4Mk0wTzhTWDVQVUZvZlJwUFBYSC02NiUyMiUyMHZhbHVlJTNEJTIyJTNBUHJvZHVjdHMlMjIlMjBzdHlsZSUzRCUyMnNoYXBlJTNEdW1sTGlmZWxpbmUlM0JwZXJpbWV0ZXIlM0RsaWZlbGluZVBlcmltZXRlciUzQndoaXRlU3BhY2UlM0R3cmFwJTNCaHRtbCUzRDElM0Jjb250YWluZXIlM0QwJTNCZHJvcFRhcmdldCUzRDAlM0Jjb2xsYXBzaWJsZSUzRDAlM0JyZWN1cnNpdmVSZXNpemUlM0QwJTNCb3V0bGluZUNvbm5lY3QlM0QwJTNCcG9ydENvbnN0cmFpbnQlM0RlYXN0d2VzdCUzQm5ld0VkZ2VTdHlsZSUzRCU3QiUyNnF1b3QlM0JlZGdlU3R5bGUlMjZxdW90JTNCJTNBJTI2cXVvdCUzQmVsYm93RWRnZVN0eWxlJTI2cXVvdCUzQiUyQyUyNnF1b3QlM0JlbGJvdyUyNnF1b3QlM0IlM0ElMjZxdW90JTNCdmVydGljYWwlMjZxdW90JTNCJTJDJTI2cXVvdCUzQmN1cnZlZCUyNnF1b3QlM0IlM0EwJTJDJTI2cXVvdCUzQnJvdW5kZWQlMjZxdW90JTNCJTNBMCU3RCUzQmZvbnRTaXplJTNEMTElM0IlMjIlMjB2ZXJ0ZXglM0QlMjIxJTIyJTIwcGFyZW50JTNEJTIyMSUyMiUzRSUzQ214R2VvbWV0cnklMjB4JTNEJTIyMjIzJTIyJTIweSUzRCUyMjIlMjIlMjB3aWR0aCUzRCUyMjEwMCUyMiUyMGhlaWdodCUzRCUyMjM5JTIyJTIwYXMlM0QlMjJnZW9tZXRyeSUyMiUyRiUzRSUzQyUyRm14Q2VsbCUzRSUzQ214Q2VsbCUyMGlkJTNEJTIyODJNME84U1g1UFVGb2ZScFBQWEgtNjklMjIlMjB2YWx1ZSUzRCUyMiUzQVBheW1lbnQlMjBtYW5hZ2VyJTIyJTIwc3R5bGUlM0QlMjJzaGFwZSUzRHVtbExpZmVsaW5lJTNCcGVyaW1ldGVyJTNEbGlmZWxpbmVQZXJpbWV0ZXIlM0J3aGl0ZVNwYWNlJTNEd3JhcCUzQmh0bWwlM0QxJTNCY29udGFpbmVyJTNEMCUzQmRyb3BUYXJnZXQlM0QwJTNCY29sbGFwc2libGUlM0QwJTNCcmVjdXJzaXZlUmVzaXplJTNEMCUzQm91dGxpbmVDb25uZWN0JTNEMCUzQnBvcnRDb25zdHJhaW50JTNEZWFzdHdlc3QlM0JuZXdFZGdlU3R5bGUlM0QlN0IlMjZxdW90JTNCZWRnZVN0eWxlJTI2cXVvdCUzQiUzQSUyNnF1b3QlM0JlbGJvd0VkZ2VTdHlsZSUyNnF1b3QlM0IlMkMlMjZxdW90JTNCZWxib3clMjZxdW90JTNCJTNBJTI2cXVvdCUzQnZlcnRpY2FsJTI2cXVvdCUzQiUyQyUyNnF1b3QlM0JjdXJ2ZWQlMjZxdW90JTNCJTNBMCUyQyUyNnF1b3QlM0Jyb3VuZGVkJTI2cXVvdCUzQiUzQTAlN0QlM0Jmb250U2l6ZSUzRDExJTNCJTIyJTIwdmVydGV4JTNEJTIyMSUyMiUyMHBhcmVudCUzRCUyMjElMjIlM0UlM0NteEdlb21ldHJ5JTIweCUzRCUyMjIyOSUyMiUyMHklM0QlMjItNDI3JTIyJTIwd2lkdGglM0QlMjIxMDAlMjIlMjBoZWlnaHQlM0QlMjIzOSUyMiUyMGFzJTNEJTIyZ2VvbWV0cnklMjIlMkYlM0UlM0MlMkZteENlbGwlM0UlM0NteENlbGwlMjBpZCUzRCUyMjgyTTBPOFNYNVBVRm9mUnBQUFhILTcwJTIyJTIwdmFsdWUlM0QlMjIyLjIlM0FHaXYlRDAlQjUlMjBwcmljZShuYW1lKSUyMiUyMHN0eWxlJTNEJTIyaHRtbCUzRDElM0J2ZXJ0aWNhbEFsaWduJTNEYm90dG9tJTNCbGFiZWxCYWNrZ3JvdW5kQ29sb3IlM0Rub25lJTNCZW5kQXJyb3clM0RvcGVuJTNCZW5kRmlsbCUzRDAlM0Jyb3VuZGVkJTNEMCUzQmZvbnRTaXplJTNEMTElM0JzdGFydFNpemUlM0Q4JTNCZW5kU2l6ZSUzRDglM0JjdXJ2ZWQlM0QxJTNCJTIyJTIwZWRnZSUzRCUyMjElMjIlMjBwYXJlbnQlM0QlMjIxJTIyJTNFJTNDbXhHZW9tZXRyeSUyMHglM0QlMjIwLjQ2MDclMjIlMjB5JTNEJTIyLTYxJTIyJTIwd2lkdGglM0QlMjIxNjAlMjIlMjByZWxhdGl2ZSUzRCUyMjElMjIlMjBhcyUzRCUyMmdlb21ldHJ5JTIyJTNFJTNDbXhQb2ludCUyMHglM0QlMjIyNjMlMjIlMjB5JTNEJTIyLTcyJTIyJTIwYXMlM0QlMjJzb3VyY2VQb2ludCUyMiUyRiUzRSUzQ214UG9pbnQlMjB4JTNEJTIyMjYzJTIyJTIweSUzRCUyMjElMjIlMjBhcyUzRCUyMnRhcmdldFBvaW50JTIyJTJGJTNFJTNDbXhQb2ludCUyMGFzJTNEJTIyb2Zmc2V0JTIyJTJGJTNFJTNDJTJGbXhHZW9tZXRyeSUzRSUzQyUyRm14Q2VsbCUzRSUzQ214Q2VsbCUyMGlkJTNEJTIyODJNME84U1g1UFVGb2ZScFBQWEgtNzElMjIlMjB2YWx1ZSUzRCUyMiUyMiUyMHN0eWxlJTNEJTIyaHRtbCUzRDElM0J2ZXJ0aWNhbEFsaWduJTNEYm90dG9tJTNCbGFiZWxCYWNrZ3JvdW5kQ29sb3IlM0Rub25lJTNCZW5kQXJyb3clM0RvcGVuJTNCZW5kRmlsbCUzRDAlM0JkYXNoZWQlM0QxJTNCcm91bmRlZCUzRDAlM0Jmb250U2l6ZSUzRDExJTNCc3RhcnRTaXplJTNEOCUzQmVuZFNpemUlM0Q4JTNCY3VydmVkJTNEMSUzQmRhc2hQYXR0ZXJuJTNEOCUyMDglM0IlMjIlMjBlZGdlJTNEJTIyMSUyMiUyMHBhcmVudCUzRCUyMjElMjIlM0UlM0NteEdlb21ldHJ5JTIwd2lkdGglM0QlMjIxNjAlMjIlMjByZWxhdGl2ZSUzRCUyMjElMjIlMjBhcyUzRCUyMmdlb21ldHJ5JTIyJTNFJTNDbXhQb2ludCUyMHglM0QlMjIyNzQlMjIlMjB5JTNEJTIyLTMlMjIlMjBhcyUzRCUyMnNvdXJjZVBvaW50JTIyJTJGJTNFJTNDbXhQb2ludCUyMHglM0QlMjIyNzQlMjIlMjB5JTNEJTIyLTcxJTIyJTIwYXMlM0QlMjJ0YXJnZXRQb2ludCUyMiUyRiUzRSUzQyUyRm14R2VvbWV0cnklM0UlM0MlMkZteENlbGwlM0UlM0NteENlbGwlMjBpZCUzRCUyMjgyTTBPOFNYNVBVRm9mUnBQUFhILTcyJTIyJTIwdmFsdWUlM0QlMjIyJTI2bHQlM0JzcGFuJTIwc3R5bGUlM0QlMjZxdW90JTNCYmFja2dyb3VuZC1jb2xvciUzQSUyMGluaXRpYWwlM0IlMjZxdW90JTNCJTI2Z3QlM0IuMyUzQSUyMFN1bSUyNmx0JTNCJTJGc3BhbiUyNmd0JTNCJTIyJTIwc3R5bGUlM0QlMjJodG1sJTNEMSUzQnZlcnRpY2FsQWxpZ24lM0Rib3R0b20lM0JsYWJlbEJhY2tncm91bmRDb2xvciUzRG5vbmUlM0JlbmRBcnJvdyUzRG9wZW4lM0JlbmRGaWxsJTNEMCUzQnJvdW5kZWQlM0QwJTNCZm9udFNpemUlM0QxMSUzQnN0YXJ0U2l6ZSUzRDglM0JlbmRTaXplJTNEOCUzQmVkZ2VTdHlsZSUzRGVsYm93RWRnZVN0eWxlJTNCZWxib3clM0Rob3Jpem9udGFsJTNCJTIyJTIwZWRnZSUzRCUyMjElMjIlMjBwYXJlbnQlM0QlMjIxJTIyJTNFJTNDbXhHZW9tZXRyeSUyMHglM0QlMjIwLjMzMzMlMjIlMjB5JTNEJTIyLTI2JTIyJTIwd2lkdGglM0QlMjIxNjAlMjIlMjByZWxhdGl2ZSUzRCUyMjElMjIlMjBhcyUzRCUyMmdlb21ldHJ5JTIyJTNFJTNDbXhQb2ludCUyMHglM0QlMjIzMjYlMjIlMjB5JTNEJTIyLTEwMyUyMiUyMGFzJTNEJTIyc291cmNlUG9pbnQlMjIlMkYlM0UlM0NteFBvaW50JTIweCUzRCUyMjMyNiUyMiUyMHklM0QlMjItODMlMjIlMjBhcyUzRCUyMnRhcmdldFBvaW50JTIyJTJGJTNFJTNDQXJyYXklMjBhcyUzRCUyMnBvaW50cyUyMiUzRSUzQ214UG9pbnQlMjB4JTNEJTIyMzQ2JTIyJTIweSUzRCUyMi04MyUyMiUyRiUzRSUzQyUyRkFycmF5JTNFJTNDbXhQb2ludCUyMHglM0QlMjIyNiUyMiUyMHklM0QlMjIyNiUyMiUyMGFzJTNEJTIyb2Zmc2V0JTIyJTJGJTNFJTNDJTJGbXhHZW9tZXRyeSUzRSUzQyUyRm14Q2VsbCUzRSUzQ214Q2VsbCUyMGlkJTNEJTIyODJNME84U1g1UFVGb2ZScFBQWEgtNzQlMjIlMjB2YWx1ZSUzRCUyMiUyMiUyMHN0eWxlJTNEJTIyaHRtbCUzRDElM0J2ZXJ0aWNhbEFsaWduJTNEYm90dG9tJTNCbGFiZWxCYWNrZ3JvdW5kQ29sb3IlM0Rub25lJTNCZW5kQXJyb3clM0RvcGVuJTNCZW5kRmlsbCUzRDAlM0JkYXNoZWQlM0QxJTNCcm91bmRlZCUzRDAlM0Jmb250U2l6ZSUzRDExJTNCc3RhcnRTaXplJTNEOCUzQmVuZFNpemUlM0Q4JTNCY3VydmVkJTNEMSUzQmRhc2hQYXR0ZXJuJTNEOCUyMDglM0IlMjIlMjBlZGdlJTNEJTIyMSUyMiUyMHBhcmVudCUzRCUyMjElMjIlM0UlM0NteEdlb21ldHJ5JTIwd2lkdGglM0QlMjIxNjAlMjIlMjByZWxhdGl2ZSUzRCUyMjElMjIlMjBhcyUzRCUyMmdlb21ldHJ5JTIyJTNFJTNDbXhQb2ludCUyMHglM0QlMjIyNzguNSUyMiUyMHklM0QlMjItMTMxLjUxJTIyJTIwYXMlM0QlMjJzb3VyY2VQb2ludCUyMiUyRiUzRSUzQ214UG9pbnQlMjB4JTNEJTIyMjc4JTIyJTIweSUzRCUyMi0yMDAlMjIlMjBhcyUzRCUyMnRhcmdldFBvaW50JTIyJTJGJTNFJTNDJTJGbXhHZW9tZXRyeSUzRSUzQyUyRm14Q2VsbCUzRSUzQ214Q2VsbCUyMGlkJTNEJTIyODJNME84U1g1UFVGb2ZScFBQWEgtNzYlMjIlMjB2YWx1ZSUzRCUyMiUyNmx0JTNCZGl2JTIwc3R5bGUlM0QlMjZxdW90JTNCdGV4dC1hbGlnbiUzQSUyMGxlZnQlM0IlMjZxdW90JTNCJTI2Z3QlM0IlMjZsdCUzQnNwYW4lMjBzdHlsZSUzRCUyNnF1b3QlM0J0ZXh0LWFsaWduJTNBJTIwY2VudGVyJTNCJTI2cXVvdCUzQiUyNmd0JTNCMy4xJTNBQWN0aXZhdGUlMjZhbXAlM0JuYnNwJTNCJTI2bHQlM0IlMkZzcGFuJTI2Z3QlM0IlMjZsdCUzQiUyRmRpdiUyNmd0JTNCJTI2bHQlM0JkaXYlMjBzdHlsZSUzRCUyNnF1b3QlM0J0ZXh0LWFsaWduJTNBJTIwbGVmdCUzQiUyNnF1b3QlM0IlMjZndCUzQiUyNmx0JTNCc3BhbiUyMHN0eWxlJTNEJTI2cXVvdCUzQnRleHQtYWxpZ24lM0ElMjBjZW50ZXIlM0IlMjB0ZXh0LXdyYXAlM0ElMjB3cmFwJTNCJTI2cXVvdCUzQiUyNmd0JTNCUGF5bWVudCUyNmx0JTNCJTJGc3BhbiUyNmd0JTNCJTI2bHQlM0JzcGFuJTIwc3R5bGUlM0QlMjZxdW90JTNCdGV4dC1hbGlnbiUzQSUyMGNlbnRlciUzQiUyNnF1b3QlM0IlMjZndCUzQiUyNmFtcCUzQm5ic3AlM0Ioc3VtKSUyNmx0JTNCJTJGc3BhbiUyNmd0JTNCJTI2bHQlM0JiciUyNmd0JTNCJTI2bHQlM0IlMkZkaXYlMjZndCUzQiUyMiUyMHN0eWxlJTNEJTIyaHRtbCUzRDElM0J2ZXJ0aWNhbEFsaWduJTNEYm90dG9tJTNCbGFiZWxCYWNrZ3JvdW5kQ29sb3IlM0Rub25lJTNCZW5kQXJyb3clM0RvcGVuJTNCZW5kRmlsbCUzRDAlM0Jyb3VuZGVkJTNEMCUzQmZvbnRTaXplJTNEMTElM0JzdGFydFNpemUlM0Q4JTNCZW5kU2l6ZSUzRDglM0JjdXJ2ZWQlM0QxJTNCJTIyJTIwZWRnZSUzRCUyMjElMjIlMjBwYXJlbnQlM0QlMjIxJTIyJTNFJTNDbXhHZW9tZXRyeSUyMHglM0QlMjItMC40NzA2JTIyJTIweSUzRCUyMjM5JTIyJTIwd2lkdGglM0QlMjIxNjAlMjIlMjByZWxhdGl2ZSUzRCUyMjElMjIlMjBhcyUzRCUyMmdlb21ldHJ5JTIyJTNFJTNDbXhQb2ludCUyMHglM0QlMjIyNjQlMjIlMjB5JTNEJTIyLTI1MSUyMiUyMGFzJTNEJTIyc291cmNlUG9pbnQlMjIlMkYlM0UlM0NteFBvaW50JTIweCUzRCUyMjI2NCUyMiUyMHklM0QlMjItMzg3JTIyJTIwYXMlM0QlMjJ0YXJnZXRQb2ludCUyMiUyRiUzRSUzQ214UG9pbnQlMjBhcyUzRCUyMm9mZnNldCUyMiUyRiUzRSUzQyUyRm14R2VvbWV0cnklM0UlM0MlMkZteENlbGwlM0UlM0NteENlbGwlMjBpZCUzRCUyMjgyTTBPOFNYNVBVRm9mUnBQUFhILTc5JTIyJTIwdmFsdWUlM0QlMjIlMjZsdCUzQmRpdiUyMHN0eWxlJTNEJTI2cXVvdCUzQnRleHQtYWxpZ24lM0ElMjBsZWZ0JTNCJTI2cXVvdCUzQiUyNmd0JTNCJTI2bHQlM0JzcGFuJTIwc3R5bGUlM0QlMjZxdW90JTNCdGV4dC1hbGlnbiUzQSUyMGNlbnRlciUzQiUyNnF1b3QlM0IlMjZndCUzQjMuMiUzQSUyMFBheSUyNmx0JTNCJTJGc3BhbiUyNmd0JTNCJTI2bHQlM0JiciUyNmd0JTNCJTI2bHQlM0IlMkZkaXYlMjZndCUzQiUyMiUyMHN0eWxlJTNEJTIyaHRtbCUzRDElM0J2ZXJ0aWNhbEFsaWduJTNEYm90dG9tJTNCbGFiZWxCYWNrZ3JvdW5kQ29sb3IlM0Rub25lJTNCZW5kQXJyb3clM0RvcGVuJTNCZW5kRmlsbCUzRDAlM0Jyb3VuZGVkJTNEMCUzQmZvbnRTaXplJTNEMTElM0JzdGFydFNpemUlM0Q4JTNCZW5kU2l6ZSUzRDglM0JjdXJ2ZWQlM0QxJTNCJTIyJTIwZWRnZSUzRCUyMjElMjIlMjBwYXJlbnQlM0QlMjIxJTIyJTNFJTNDbXhHZW9tZXRyeSUyMHglM0QlMjItMC4zMDU5JTIyJTIweSUzRCUyMjE0JTIyJTIwd2lkdGglM0QlMjIxNjAlMjIlMjByZWxhdGl2ZSUzRCUyMjElMjIlMjBhcyUzRCUyMmdlb21ldHJ5JTIyJTNFJTNDbXhQb2ludCUyMHglM0QlMjI4MiUyMiUyMHklM0QlMjItMjQyJTIyJTIwYXMlM0QlMjJzb3VyY2VQb2ludCUyMiUyRiUzRSUzQ214UG9pbnQlMjB4JTNEJTIyMjIwJTIyJTIweSUzRCUyMi0zODUlMjIlMjBhcyUzRCUyMnRhcmdldFBvaW50JTIyJTJGJTNFJTNDbXhQb2ludCUyMGFzJTNEJTIyb2Zmc2V0JTIyJTJGJTNFJTNDJTJGbXhHZW9tZXRyeSUzRSUzQyUyRm14Q2VsbCUzRSUzQ214Q2VsbCUyMGlkJTNEJTIydGVjRHA5RU5vNkhrek54Q3lNNnktMiUyMiUyMHZhbHVlJTNEJTIyJUQwJTkxJUQwJUIwJUQwJUJEJUQwJUJBJTIyJTIwc3R5bGUlM0QlMjJzaGFwZSUzRHVtbEFjdG9yJTNCdmVydGljYWxMYWJlbFBvc2l0aW9uJTNEYm90dG9tJTNCdmVydGljYWxBbGlnbiUzRHRvcCUzQmh0bWwlM0QxJTNCJTIyJTIwdmVydGV4JTNEJTIyMSUyMiUyMHBhcmVudCUzRCUyMjElMjIlM0UlM0NteEdlb21ldHJ5JTIweCUzRCUyMjczJTIyJTIweSUzRCUyMi00NDAlMjIlMjB3aWR0aCUzRCUyMjMwJTIyJTIwaGVpZ2h0JTNEJTIyNjAlMjIlMjBhcyUzRCUyMmdlb21ldHJ5JTIyJTJGJTNFJTNDJTJGbXhDZWxsJTNFJTNDbXhDZWxsJTIwaWQlM0QlMjJ0ZWNEcDlFTm82SGt6TnhDeU02eS0zJTIyJTIwdmFsdWUlM0QlMjIlRDAlOUElRDElODMlRDElODUlRDAlQkQlRDElOEYlMjIlMjBzdHlsZSUzRCUyMnNoYXBlJTNEdW1sQWN0b3IlM0J2ZXJ0aWNhbExhYmVsUG9zaXRpb24lM0Rib3R0b20lM0J2ZXJ0aWNhbEFsaWduJTNEdG9wJTNCaHRtbCUzRDElM0IlMjIlMjB2ZXJ0ZXglM0QlMjIxJTIyJTIwcGFyZW50JTNEJTIyMSUyMiUzRSUzQ214R2VvbWV0cnklMjB4JTNEJTIyNDA4JTIyJTIweSUzRCUyMi0zNjElMjIlMjB3aWR0aCUzRCUyMjMwJTIyJTIwaGVpZ2h0JTNEJTIyNjAlMjIlMjBhcyUzRCUyMmdlb21ldHJ5JTIyJTJGJTNFJTNDJTJGbXhDZWxsJTNFJTNDbXhDZWxsJTIwaWQlM0QlMjJzLUNnSUhHYXpfcjBhZkVhbUpTZy0xJTIyJTIwdmFsdWUlM0QlMjIlMjIlMjBzdHlsZSUzRCUyMmh0bWwlM0QxJTNCdmVydGljYWxBbGlnbiUzRGJvdHRvbSUzQmxhYmVsQmFja2dyb3VuZENvbG9yJTNEbm9uZSUzQmVuZEFycm93JTNEb3BlbiUzQmVuZEZpbGwlM0QwJTNCZGFzaGVkJTNEMSUzQnJvdW5kZWQlM0QwJTNCZm9udFNpemUlM0QxMSUzQnN0YXJ0U2l6ZSUzRDglM0JlbmRTaXplJTNEOCUzQmN1cnZlZCUzRDElM0JkYXNoUGF0dGVybiUzRDglMjA4JTNCJTIyJTIwZWRnZSUzRCUyMjElMjIlMjBwYXJlbnQlM0QlMjIxJTIyJTNFJTNDbXhHZW9tZXRyeSUyMHdpZHRoJTNEJTIyMTYwJTIyJTIwcmVsYXRpdmUlM0QlMjIxJTIyJTIwYXMlM0QlMjJnZW9tZXRyeSUyMiUzRSUzQ214UG9pbnQlMjB4JTNEJTIyMTEyJTIyJTIweSUzRCUyMi0zNzQlMjIlMjBhcyUzRCUyMnNvdXJjZVBvaW50JTIyJTJGJTNFJTNDbXhQb2ludCUyMHglM0QlMjIyMjIlMjIlMjB5JTNEJTIyLTM5OCUyMiUyMGFzJTNEJTIydGFyZ2V0UG9pbnQlMjIlMkYlM0UlM0MlMkZteEdlb21ldHJ5JTNFJTNDJTJGbXhDZWxsJTNFJTNDbXhDZWxsJTIwaWQlM0QlMjJzLUNnSUhHYXpfcjBhZkVhbUpTZy0yJTIyJTIwdmFsdWUlM0QlMjIzLjMlM0ElMjBQYXkoc3VtKSU1QnQlMjZhbXAlM0JsdCUzQjUlNUQlMjIlMjBzdHlsZSUzRCUyMmh0bWwlM0QxJTNCdmVydGljYWxBbGlnbiUzRGJvdHRvbSUzQmxhYmVsQmFja2dyb3VuZENvbG9yJTNEbm9uZSUzQmVuZEFycm93JTNEb3BlbiUzQmVuZEZpbGwlM0QwJTNCcm91bmRlZCUzRDAlM0Jmb250U2l6ZSUzRDExJTNCc3RhcnRTaXplJTNEOCUzQmVuZFNpemUlM0Q4JTNCJTIyJTIwZWRnZSUzRCUyMjElMjIlMjBwYXJlbnQlM0QlMjIxJTIyJTNFJTNDbXhHZW9tZXRyeSUyMHglM0QlMjItMC40MjA1JTIyJTIweSUzRCUyMi0yNCUyMiUyMHdpZHRoJTNEJTIyMTYwJTIyJTIwcmVsYXRpdmUlM0QlMjIxJTIyJTIwYXMlM0QlMjJnZW9tZXRyeSUyMiUzRSUzQ214UG9pbnQlMjB4JTNEJTIyMjIwJTIyJTIweSUzRCUyMi00MDYlMjIlMjBhcyUzRCUyMnNvdXJjZVBvaW50JTIyJTJGJTNFJTNDbXhQb2ludCUyMHglM0QlMjIxMTMlMjIlMjB5JTNEJTIyLTM4NSUyMiUyMGFzJTNEJTIydGFyZ2V0UG9pbnQlMjIlMkYlM0UlM0NteFBvaW50JTIwYXMlM0QlMjJvZmZzZXQlMjIlMkYlM0UlM0MlMkZteEdlb21ldHJ5JTNFJTNDJTJGbXhDZWxsJTNFJTNDbXhDZWxsJTIwaWQlM0QlMjJzZk5Rb3o4a05NNXI2Q2VuSDliZS0xJTIyJTIwdmFsdWUlM0QlMjIlMjZsdCUzQmRpdiUyMHN0eWxlJTNEJTI2cXVvdCUzQiUyNnF1b3QlM0IlMjZndCUzQiUyNmx0JTNCc3BhbiUyMHN0eWxlJTNEJTI2cXVvdCUzQnRleHQtYWxpZ24lM0ElMjBjZW50ZXIlM0IlMjZxdW90JTNCJTI2Z3QlM0I0LjElM0ElMjBQZXJmb3JtKGxpc3QpJTIwJTVCcGF5JTNEdHJ1ZSU1RCUyNmx0JTNCJTJGc3BhbiUyNmd0JTNCJTI2bHQlM0JiciUyNmd0JTNCJTI2bHQlM0IlMkZkaXYlMjZndCUzQiUyMiUyMHN0eWxlJTNEJTIyaHRtbCUzRDElM0J2ZXJ0aWNhbEFsaWduJTNEYm90dG9tJTNCbGFiZWxCYWNrZ3JvdW5kQ29sb3IlM0Rub25lJTNCZW5kQXJyb3clM0RvcGVuJTNCZW5kRmlsbCUzRDAlM0Jyb3VuZGVkJTNEMCUzQmZvbnRTaXplJTNEMTElM0JzdGFydFNpemUlM0Q4JTNCZW5kU2l6ZSUzRDglM0JjdXJ2ZWQlM0QxJTNCYWxpZ24lM0RsZWZ0JTNCJTIyJTIwZWRnZSUzRCUyMjElMjIlMjBwYXJlbnQlM0QlMjIxJTIyJTNFJTNDbXhHZW9tZXRyeSUyMHglM0QlMjItMC4xMjI2JTIyJTIweSUzRCUyMi0yOCUyMiUyMHdpZHRoJTNEJTIyMTYwJTIyJTIwcmVsYXRpdmUlM0QlMjIxJTIyJTIwYXMlM0QlMjJnZW9tZXRyeSUyMiUzRSUzQ214UG9pbnQlMjB4JTNEJTIyMzE4JTIyJTIweSUzRCUyMi0yNTElMjIlMjBhcyUzRCUyMnNvdXJjZVBvaW50JTIyJTJGJTNFJTNDbXhQb2ludCUyMHglM0QlMjI0MDAlMjIlMjB5JTNEJTIyLTMwNCUyMiUyMGFzJTNEJTIydGFyZ2V0UG9pbnQlMjIlMkYlM0UlM0NteFBvaW50JTIwYXMlM0QlMjJvZmZzZXQlMjIlMkYlM0UlM0MlMkZteEdlb21ldHJ5JTNFJTNDJTJGbXhDZWxsJTNFJTNDbXhDZWxsJTIwaWQlM0QlMjJzZk5Rb3o4a05NNXI2Q2VuSDliZS0yJTIyJTIwdmFsdWUlM0QlMjIlMjZsdCUzQmRpdiUyMHN0eWxlJTNEJTI2cXVvdCUzQiUyNnF1b3QlM0IlMjZndCUzQiUyNmx0JTNCYnIlMjZndCUzQiUyNmx0JTNCJTJGZGl2JTI2Z3QlM0IlMjIlMjBzdHlsZSUzRCUyMmh0bWwlM0QxJTNCdmVydGljYWxBbGlnbiUzRGJvdHRvbSUzQmxhYmVsQmFja2dyb3VuZENvbG9yJTNEbm9uZSUzQmVuZEFycm93JTNEb3BlbiUzQmVuZEZpbGwlM0QwJTNCcm91bmRlZCUzRDAlM0Jmb250U2l6ZSUzRDExJTNCc3RhcnRTaXplJTNEOCUzQmVuZFNpemUlM0Q4JTNCY3VydmVkJTNEMSUzQmFsaWduJTNEbGVmdCUzQmRhc2hlZCUzRDElM0JkYXNoUGF0dGVybiUzRDglMjA4JTNCJTIyJTIwZWRnZSUzRCUyMjElMjIlMjBwYXJlbnQlM0QlMjIxJTIyJTNFJTNDbXhHZW9tZXRyeSUyMHglM0QlMjItMC4zNjcyJTIyJTIweSUzRCUyMi0xMyUyMiUyMHdpZHRoJTNEJTIyMTYwJTIyJTIwcmVsYXRpdmUlM0QlMjIxJTIyJTIwYXMlM0QlMjJnZW9tZXRyeSUyMiUzRSUzQ214UG9pbnQlMjB4JTNEJTIyMzk0JTIyJTIweSUzRCUyMi0zMTUlMjIlMjBhcyUzRCUyMnNvdXJjZVBvaW50JTIyJTJGJTNFJTNDbXhQb2ludCUyMHglM0QlMjIyODklMjIlMjB5JTNEJTIyLTI1MSUyMiUyMGFzJTNEJTIydGFyZ2V0UG9pbnQlMjIlMkYlM0UlM0NteFBvaW50JTIwYXMlM0QlMjJvZmZzZXQlMjIlMkYlM0UlM0MlMkZteEdlb21ldHJ5JTNFJTNDJTJGbXhDZWxsJTNFJTNDbXhDZWxsJTIwaWQlM0QlMjJfTUxxY2FHQlBZLVgzMExGYW0tNS0xJTIyJTIwdmFsdWUlM0QlMjIlMjZsdCUzQmRpdiUyMHN0eWxlJTNEJTI2cXVvdCUzQnRleHQtYWxpZ24lM0ElMjBjZW50ZXIlM0IlMjZxdW90JTNCJTI2Z3QlM0JJbmZvcm0lMjZsdCUzQiUyRmRpdiUyNmd0JTNCJTIyJTIwc3R5bGUlM0QlMjJodG1sJTNEMSUzQnZlcnRpY2FsQWxpZ24lM0Rib3R0b20lM0JsYWJlbEJhY2tncm91bmRDb2xvciUzRG5vbmUlM0JlbmRBcnJvdyUzRG9wZW4lM0JlbmRGaWxsJTNEMCUzQnJvdW5kZWQlM0QwJTNCZm9udFNpemUlM0QxMSUzQnN0YXJ0U2l6ZSUzRDglM0JlbmRTaXplJTNEOCUzQmN1cnZlZCUzRDElM0IlMjIlMjBlZGdlJTNEJTIyMSUyMiUyMHBhcmVudCUzRCUyMjElMjIlM0UlM0NteEdlb21ldHJ5JTIweCUzRCUyMi0wLjM0MzQlMjIlMjB5JTNEJTIyMjElMjIlMjB3aWR0aCUzRCUyMjE2MCUyMiUyMHJlbGF0aXZlJTNEJTIyMSUyMiUyMGFzJTNEJTIyZ2VvbWV0cnklMjIlM0UlM0NteFBvaW50JTIweCUzRCUyMjgwJTIyJTIweSUzRCUyMi0zNTAlMjIlMjBhcyUzRCUyMnNvdXJjZVBvaW50JTIyJTJGJTNFJTNDbXhQb2ludCUyMHglM0QlMjI2MiUyMiUyMHklM0QlMjItMjkzJTIyJTIwYXMlM0QlMjJ0YXJnZXRQb2ludCUyMiUyRiUzRSUzQ214UG9pbnQlMjBhcyUzRCUyMm9mZnNldCUyMiUyRiUzRSUzQyUyRm14R2VvbWV0cnklM0UlM0MlMkZteENlbGwlM0UlM0NteENlbGwlMjBpZCUzRCUyMk9uckdNTktfdUtGQ1lEYmg0OWwtLTElMjIlMjB2YWx1ZSUzRCUyMiUyNmx0JTNCZGl2JTIwc3R5bGUlM0QlMjZxdW90JTNCdGV4dC1hbGlnbiUzQSUyMGxlZnQlM0IlMjZxdW90JTNCJTI2Z3QlM0IlMjZsdCUzQnNwYW4lMjBzdHlsZSUzRCUyNnF1b3QlM0J0ZXh0LWFsaWduJTNBJTIwY2VudGVyJTNCJTI2cXVvdCUzQiUyNmd0JTNCNCUzQSUyMENvbmZpcm0lMjZsdCUzQiUyRnNwYW4lMjZndCUzQiUyNmx0JTNCYnIlMjZndCUzQiUyNmx0JTNCJTJGZGl2JTI2Z3QlM0IlMjIlMjBzdHlsZSUzRCUyMmh0bWwlM0QxJTNCdmVydGljYWxBbGlnbiUzRGJvdHRvbSUzQmxhYmVsQmFja2dyb3VuZENvbG9yJTNEbm9uZSUzQmVuZEFycm93JTNEbm9uZSUzQmVuZEZpbGwlM0QwJTNCcm91bmRlZCUzRDAlM0Jmb250U2l6ZSUzRDExJTNCc3RhcnRTaXplJTNEOCUzQmVuZFNpemUlM0Q4JTNCY3VydmVkJTNEMSUzQnN0YXJ0QXJyb3clM0RvcGVuJTNCc3RhcnRGaWxsJTNEMCUzQiUyMiUyMGVkZ2UlM0QlMjIxJTIyJTIwcGFyZW50JTNEJTIyMSUyMiUzRSUzQ214R2VvbWV0cnklMjB4JTNEJTIyMC4wMDcyJTIyJTIweSUzRCUyMi00MSUyMiUyMHdpZHRoJTNEJTIyMTYwJTIyJTIwcmVsYXRpdmUlM0QlMjIxJTIyJTIwYXMlM0QlMjJnZW9tZXRyeSUyMiUzRSUzQ214UG9pbnQlMjB4JTNEJTIyMjc0JTIyJTIweSUzRCUyMi0yNDglMjIlMjBhcyUzRCUyMnNvdXJjZVBvaW50JTIyJTJGJTNFJTNDbXhQb2ludCUyMHglM0QlMjIyNzQlMjIlMjB5JTNEJTIyLTM4NyUyMiUyMGFzJTNEJTIydGFyZ2V0UG9pbnQlMjIlMkYlM0UlM0NteFBvaW50JTIweSUzRCUyMjElMjIlMjBhcyUzRCUyMm9mZnNldCUyMiUyRiUzRSUzQyUyRm14R2VvbWV0cnklM0UlM0MlMkZteENlbGwlM0UlM0NteENlbGwlMjBpZCUzRCUyMmZRcHZTMllPOXpEdTZra1g1ZUtILTElMjIlMjB2YWx1ZSUzRCUyMkNvb3BlcmF0aW9uJTIyJTIwc3R5bGUlM0QlMjJzaGFwZSUzRHVtbEZyYW1lJTNCd2hpdGVTcGFjZSUzRHdyYXAlM0JodG1sJTNEMSUzQnBvaW50ZXJFdmVudHMlM0QwJTNCcmVjdXJzaXZlUmVzaXplJTNEMCUzQmNvbnRhaW5lciUzRDElM0Jjb2xsYXBzaWJsZSUzRDAlM0J3aWR0aCUzRDE2MCUzQiUyMiUyMHZlcnRleCUzRCUyMjElMjIlMjBwYXJlbnQlM0QlMjIxJTIyJTNFJTNDbXhHZW9tZXRyeSUyMHglM0QlMjItMjUlMjIlMjB5JTNEJTIyLTQ4NyUyMiUyMHdpZHRoJTNEJTIyNTQyJTIyJTIwaGVpZ2h0JTNEJTIyNTU0JTIyJTIwYXMlM0QlMjJnZW9tZXRyeSUyMiUyRiUzRSUzQyUyRm14Q2VsbCUzRSUzQ214Q2VsbCUyMGlkJTNEJTIyZlFwdlMyWU85ekR1NmtrWDVlS0gtMTElMjIlMjB2YWx1ZSUzRCUyMiUyNmx0JTNCc3BhbiUyMHN0eWxlJTNEJTI2cXVvdCUzQmZvbnQtc2l6ZSUzQSUyMDExcHglM0IlMjZxdW90JTNCJTI2Z3QlM0JJbnRlcmZhY2UlMjZsdCUzQiUyRnNwYW4lMjZndCUzQiUyMiUyMHN0eWxlJTNEJTIyc3dpbWxhbmUlM0Jmb250U3R5bGUlM0QwJTNCYWxpZ24lM0RjZW50ZXIlM0J2ZXJ0aWNhbEFsaWduJTNEdG9wJTNCY2hpbGRMYXlvdXQlM0RzdGFja0xheW91dCUzQmhvcml6b250YWwlM0QxJTNCc3RhcnRTaXplJTNENTUlM0Job3Jpem9udGFsU3RhY2slM0QwJTNCcmVzaXplUGFyZW50JTNEMSUzQnJlc2l6ZVBhcmVudE1heCUzRDAlM0JyZXNpemVMYXN0JTNEMCUzQmNvbGxhcHNpYmxlJTNEMCUzQm1hcmdpbkJvdHRvbSUzRDAlM0JodG1sJTNEMSUzQndoaXRlU3BhY2UlM0R3cmFwJTNCJTIyJTIwdmVydGV4JTNEJTIyMSUyMiUyMHBhcmVudCUzRCUyMjElMjIlM0UlM0NteEdlb21ldHJ5JTIweCUzRCUyMjEyNjQlMjIlMjB5JTNEJTIyLTQwNiUyMiUyMHdpZHRoJTNEJTIyMTQwJTIyJTIwaGVpZ2h0JTNEJTIyMTg1JTIyJTIwYXMlM0QlMjJnZW9tZXRyeSUyMiUyRiUzRSUzQyUyRm14Q2VsbCUzRSUzQ214Q2VsbCUyMGlkJTNEJTIyaHE2VHZnbTEta2NvRHUyaDhBaEwtMTclMjIlMjB2YWx1ZSUzRCUyMiUyMiUyMHN0eWxlJTNEJTIyZW5kQXJyb3clM0Rub25lJTNCaHRtbCUzRDElM0Jyb3VuZGVkJTNEMCUzQmFsaWduJTNEY2VudGVyJTNCdmVydGljYWxBbGlnbiUzRHRvcCUzQmVuZEZpbGwlM0QwJTNCbGFiZWxCYWNrZ3JvdW5kQ29sb3IlM0Rub25lJTNCZm9udFNpemUlM0QxMiUzQnN0YXJ0U2l6ZSUzRDglM0JlbmRTaXplJTNEOCUzQmN1cnZlZCUzRDElM0IlMjIlMjBlZGdlJTNEJTIyMSUyMiUyMHBhcmVudCUzRCUyMmZRcHZTMllPOXpEdTZra1g1ZUtILTExJTIyJTNFJTNDbXhHZW9tZXRyeSUyMHJlbGF0aXZlJTNEJTIyMSUyMiUyMGFzJTNEJTIyZ2VvbWV0cnklMjIlM0UlM0NteFBvaW50JTIweCUzRCUyMjE0NiUyMiUyMHklM0QlMjI0MSUyMiUyMGFzJTNEJTIyc291cmNlUG9pbnQlMjIlMkYlM0UlM0NteFBvaW50JTIweCUzRCUyMjI1MiUyMiUyMHklM0QlMjI0MSUyMiUyMGFzJTNEJTIydGFyZ2V0UG9pbnQlMjIlMkYlM0UlM0MlMkZteEdlb21ldHJ5JTNFJTNDJTJGbXhDZWxsJTNFJTNDbXhDZWxsJTIwaWQlM0QlMjJocTZUdmdtMS1rY29EdTJoOEFoTC0xOSUyMiUyMHZhbHVlJTNEJTIyMSUyMiUyMHN0eWxlJTNEJTIycmVzaXphYmxlJTNEMCUzQmh0bWwlM0QxJTNCYWxpZ24lM0RsZWZ0JTNCdmVydGljYWxBbGlnbiUzRHRvcCUzQmxhYmVsQmFja2dyb3VuZENvbG9yJTNEbm9uZSUzQiUyMiUyMGNvbm5lY3RhYmxlJTNEJTIyMCUyMiUyMHZlcnRleCUzRCUyMjElMjIlMjBwYXJlbnQlM0QlMjJocTZUdmdtMS1rY29EdTJoOEFoTC0xNyUyMiUzRSUzQ214R2VvbWV0cnklMjB4JTNEJTIyLTElMjIlMjByZWxhdGl2ZSUzRCUyMjElMjIlMjBhcyUzRCUyMmdlb21ldHJ5JTIyJTJGJTNFJTNDJTJGbXhDZWxsJTNFJTNDbXhDZWxsJTIwaWQlM0QlMjJocTZUdmdtMS1rY29EdTJoOEFoTC0yMSUyMiUyMHZhbHVlJTNEJTIyKiUyMiUyMHN0eWxlJTNEJTIycmVzaXphYmxlJTNEMCUzQmh0bWwlM0QxJTNCYWxpZ24lM0RyaWdodCUzQnZlcnRpY2FsQWxpZ24lM0R0b3AlM0JsYWJlbEJhY2tncm91bmRDb2xvciUzRG5vbmUlM0IlMjIlMjBjb25uZWN0YWJsZSUzRCUyMjAlMjIlMjB2ZXJ0ZXglM0QlMjIxJTIyJTIwcGFyZW50JTNEJTIyaHE2VHZnbTEta2NvRHUyaDhBaEwtMTclMjIlM0UlM0NteEdlb21ldHJ5JTIweCUzRCUyMjElMjIlMjByZWxhdGl2ZSUzRCUyMjElMjIlMjBhcyUzRCUyMmdlb21ldHJ5JTIyJTJGJTNFJTNDJTJGbXhDZWxsJTNFJTNDbXhDZWxsJTIwaWQlM0QlMjJmUXB2UzJZTzl6RHU2a2tYNWVLSC0xMyUyMiUyMHZhbHVlJTNEJTIyTGlzdCUyMHByb2R1Y3QlMjIlMjBzdHlsZSUzRCUyMnRleHQlM0JodG1sJTNEMSUzQnN0cm9rZUNvbG9yJTNEbm9uZSUzQmZpbGxDb2xvciUzRG5vbmUlM0JhbGlnbiUzRGxlZnQlM0J2ZXJ0aWNhbEFsaWduJTNEbWlkZGxlJTNCc3BhY2luZ0xlZnQlM0Q0JTNCc3BhY2luZ1JpZ2h0JTNENCUzQm92ZXJmbG93JTNEaGlkZGVuJTNCcm90YXRhYmxlJTNEMCUzQnBvaW50cyUzRCU1QiU1QjAlMkMwLjUlNUQlMkMlNUIxJTJDMC41JTVEJTVEJTNCcG9ydENvbnN0cmFpbnQlM0RlYXN0d2VzdCUzQndoaXRlU3BhY2UlM0R3cmFwJTNCJTIyJTIwdmVydGV4JTNEJTIyMSUyMiUyMHBhcmVudCUzRCUyMmZRcHZTMllPOXpEdTZra1g1ZUtILTExJTIyJTNFJTNDbXhHZW9tZXRyeSUyMHklM0QlMjI1NSUyMiUyMHdpZHRoJTNEJTIyMTQwJTIyJTIwaGVpZ2h0JTNEJTIyMjAlMjIlMjBhcyUzRCUyMmdlb21ldHJ5JTIyJTJGJTNFJTNDJTJGbXhDZWxsJTNFJTNDbXhDZWxsJTIwaWQlM0QlMjJmUXB2UzJZTzl6RHU2a2tYNWVLSC0xNSUyMiUyMHZhbHVlJTNEJTIyLi4uJTIyJTIwc3R5bGUlM0QlMjJ0ZXh0JTNCaHRtbCUzRDElM0JzdHJva2VDb2xvciUzRG5vbmUlM0JmaWxsQ29sb3IlM0Rub25lJTNCYWxpZ24lM0RsZWZ0JTNCdmVydGljYWxBbGlnbiUzRG1pZGRsZSUzQnNwYWNpbmdMZWZ0JTNENCUzQnNwYWNpbmdSaWdodCUzRDQlM0JvdmVyZmxvdyUzRGhpZGRlbiUzQnJvdGF0YWJsZSUzRDAlM0Jwb2ludHMlM0QlNUIlNUIwJTJDMC41JTVEJTJDJTVCMSUyQzAuNSU1RCU1RCUzQnBvcnRDb25zdHJhaW50JTNEZWFzdHdlc3QlM0J3aGl0ZVNwYWNlJTNEd3JhcCUzQiUyMiUyMHZlcnRleCUzRCUyMjElMjIlMjBwYXJlbnQlM0QlMjJmUXB2UzJZTzl6RHU2a2tYNWVLSC0xMSUyMiUzRSUzQ214R2VvbWV0cnklMjB5JTNEJTIyNzUlMjIlMjB3aWR0aCUzRCUyMjE0MCUyMiUyMGhlaWdodCUzRCUyMjIwJTIyJTIwYXMlM0QlMjJnZW9tZXRyeSUyMiUyRiUzRSUzQyUyRm14Q2VsbCUzRSUzQ214Q2VsbCUyMGlkJTNEJTIyZlFwdlMyWU85ekR1NmtrWDVlS0gtMTYlMjIlMjB2YWx1ZSUzRCUyMiUyMiUyMHN0eWxlJTNEJTIybGluZSUzQnN0cm9rZVdpZHRoJTNEMSUzQmZpbGxDb2xvciUzRG5vbmUlM0JhbGlnbiUzRGxlZnQlM0J2ZXJ0aWNhbEFsaWduJTNEbWlkZGxlJTNCc3BhY2luZ1RvcCUzRC0xJTNCc3BhY2luZ0xlZnQlM0QzJTNCc3BhY2luZ1JpZ2h0JTNEMyUzQnJvdGF0YWJsZSUzRDAlM0JsYWJlbFBvc2l0aW9uJTNEcmlnaHQlM0Jwb2ludHMlM0QlNUIlNUQlM0Jwb3J0Q29uc3RyYWludCUzRGVhc3R3ZXN0JTNCJTIyJTIwdmVydGV4JTNEJTIyMSUyMiUyMHBhcmVudCUzRCUyMmZRcHZTMllPOXpEdTZra1g1ZUtILTExJTIyJTNFJTNDbXhHZW9tZXRyeSUyMHklM0QlMjI5NSUyMiUyMHdpZHRoJTNEJTIyMTQwJTIyJTIwaGVpZ2h0JTNEJTIyOCUyMiUyMGFzJTNEJTIyZ2VvbWV0cnklMjIlMkYlM0UlM0MlMkZteENlbGwlM0UlM0NteENlbGwlMjBpZCUzRCUyMmZRcHZTMllPOXpEdTZra1g1ZUtILTE4JTIyJTIwdmFsdWUlM0QlMjIlMjZsdCUzQmRpdiUyMHN0eWxlJTNEJTI2cXVvdCUzQmZvbnQtc2l6ZSUzQSUyMDExcHglM0IlMjB0ZXh0LXdyYXAlM0ElMjBub3dyYXAlM0IlMjZxdW90JTNCJTI2Z3QlM0IlMjZsdCUzQnNwYW4lMjBzdHlsZSUzRCUyNnF1b3QlM0JiYWNrZ3JvdW5kLWNvbG9yJTNBJTIwaW5pdGlhbCUzQiUyNnF1b3QlM0IlMjZndCUzQk5ldyUyMG9yZGVyKCklMjZsdCUzQiUyRnNwYW4lMjZndCUzQiUyNmx0JTNCJTJGZGl2JTI2Z3QlM0IlMjZsdCUzQmRpdiUyMHN0eWxlJTNEJTI2cXVvdCUzQmZvbnQtc2l6ZSUzQSUyMDExcHglM0IlMjB0ZXh0LXdyYXAlM0ElMjBub3dyYXAlM0IlMjZxdW90JTNCJTI2Z3QlM0JOZXclMjBwcm9kdWN0KCklMjZsdCUzQmJyJTI2Z3QlM0IlMjZsdCUzQiUyRmRpdiUyNmd0JTNCJTI2bHQlM0JkaXYlMjBzdHlsZSUzRCUyNnF1b3QlM0Jmb250LXNpemUlM0ElMjAxMXB4JTNCJTIwdGV4dC13cmFwJTNBJTIwbm93cmFwJTNCJTI2cXVvdCUzQiUyNmd0JTNCJTI2bHQlM0JzcGFuJTIwc3R5bGUlM0QlMjZxdW90JTNCdGV4dC1hbGlnbiUzQSUyMGNlbnRlciUzQiUyNnF1b3QlM0IlMjZndCUzQkZpbmlzaCUyMG9yZGVyKCklMjZsdCUzQiUyRnNwYW4lMjZndCUzQiUyNmx0JTNCJTJGZGl2JTI2Z3QlM0IlMjZsdCUzQmRpdiUyMHN0eWxlJTNEJTI2cXVvdCUzQmZvbnQtc2l6ZSUzQSUyMDExcHglM0IlMjB0ZXh0LXdyYXAlM0ElMjBub3dyYXAlM0IlMjZxdW90JTNCJTI2Z3QlM0JTaG93JTI2YW1wJTNCbmJzcCUzQiUyNmx0JTNCc3BhbiUyMHN0eWxlJTNEJTI2cXVvdCUzQmJhY2tncm91bmQtY29sb3IlM0ElMjBpbml0aWFsJTNCJTI2cXVvdCUzQiUyNmd0JTNCUHJvZHVjdHMoKSUyNmx0JTNCJTJGc3BhbiUyNmd0JTNCJTI2bHQlM0JzcGFuJTIwc3R5bGUlM0QlMjZxdW90JTNCYmFja2dyb3VuZC1jb2xvciUzQSUyMGluaXRpYWwlM0IlMjB0ZXh0LWFsaWduJTNBJTIwY2VudGVyJTNCJTI2cXVvdCUzQiUyNmd0JTNCJTNBJTI2bHQlM0IlMkZzcGFuJTI2Z3QlM0IlMjZsdCUzQiUyRmRpdiUyNmd0JTNCJTI2bHQlM0JkaXYlMjBzdHlsZSUzRCUyNnF1b3QlM0Jmb250LXNpemUlM0ElMjAxMXB4JTNCJTIwdGV4dC13cmFwJTNBJTIwbm93cmFwJTNCJTI2cXVvdCUzQiUyNmd0JTNCJTI2bHQlM0JzcGFuJTIwc3R5bGUlM0QlMjZxdW90JTNCYmFja2dyb3VuZC1jb2xvciUzQSUyMGluaXRpYWwlM0IlMjB0ZXh0LWFsaWduJTNBJTIwY2VudGVyJTNCJTI2cXVvdCUzQiUyNmd0JTNCU2hvdyUyMExpc3QlMjZsdCUzQiUyRnNwYW4lMjZndCUzQiUyNmx0JTNCc3BhbiUyMHN0eWxlJTNEJTI2cXVvdCUzQmJhY2tncm91bmQtY29sb3IlM0ElMjBpbml0aWFsJTNCJTIwdGV4dC1hbGlnbiUzQSUyMGNlbnRlciUzQiUyNnF1b3QlM0IlMjZndCUzQigpJTI2bHQlM0IlMkZzcGFuJTI2Z3QlM0IlMjZsdCUzQiUyRmRpdiUyNmd0JTNCJTIyJTIwc3R5bGUlM0QlMjJ0ZXh0JTNCaHRtbCUzRDElM0JzdHJva2VDb2xvciUzRG5vbmUlM0JmaWxsQ29sb3IlM0Rub25lJTNCYWxpZ24lM0RsZWZ0JTNCdmVydGljYWxBbGlnbiUzRG1pZGRsZSUzQnNwYWNpbmdMZWZ0JTNENCUzQnNwYWNpbmdSaWdodCUzRDQlM0JvdmVyZmxvdyUzRGhpZGRlbiUzQnJvdGF0YWJsZSUzRDAlM0Jwb2ludHMlM0QlNUIlNUIwJTJDMC41JTVEJTJDJTVCMSUyQzAuNSU1RCU1RCUzQnBvcnRDb25zdHJhaW50JTNEZWFzdHdlc3QlM0J3aGl0ZVNwYWNlJTNEd3JhcCUzQiUyMiUyMHZlcnRleCUzRCUyMjElMjIlMjBwYXJlbnQlM0QlMjJmUXB2UzJZTzl6RHU2a2tYNWVLSC0xMSUyMiUzRSUzQ214R2VvbWV0cnklMjB5JTNEJTIyMTAzJTIyJTIwd2lkdGglM0QlMjIxNDAlMjIlMjBoZWlnaHQlM0QlMjI4MiUyMiUyMGFzJTNEJTIyZ2VvbWV0cnklMjIlMkYlM0UlM0MlMkZteENlbGwlM0UlM0NteENlbGwlMjBpZCUzRCUyMmZRcHZTMllPOXpEdTZra1g1ZUtILTE5JTIyJTIwdmFsdWUlM0QlMjIlMjIlMjBzdHlsZSUzRCUyMmVuZEFycm93JTNEbm9uZSUzQnN0YXJ0QXJyb3clM0RkaWFtb25kVGhpbiUzQmVuZEZpbGwlM0QwJTNCc3RhcnRGaWxsJTNEMCUzQmh0bWwlM0QxJTNCdmVydGljYWxBbGlnbiUzRGJvdHRvbSUzQmxhYmVsQmFja2dyb3VuZENvbG9yJTNEbm9uZSUzQnN0cm9rZVdpZHRoJTNEMiUzQnN0YXJ0U2l6ZSUzRDglM0JlbmRTaXplJTNEOCUzQnJvdW5kZWQlM0QwJTNCZm9udFNpemUlM0QxMiUzQmN1cnZlZCUzRDElM0JleGl0WCUzRDAuNTMxJTNCZXhpdFklM0QwLjk4JTNCZXhpdER4JTNEMCUzQmV4aXREeSUzRDAlM0JleGl0UGVyaW1ldGVyJTNEMCUzQmVudHJ5WCUzRDAuNSUzQmVudHJ5WSUzRDAlM0JlbnRyeUR4JTNEMCUzQmVudHJ5RHklM0QwJTNCJTIyJTIwZWRnZSUzRCUyMjElMjIlMjBwYXJlbnQlM0QlMjIxJTIyJTIwc291cmNlJTNEJTIyZlFwdlMyWU85ekR1NmtrWDVlS0gtMTglMjIlMjB0YXJnZXQlM0QlMjJmUXB2UzJZTzl6RHU2a2tYNWVLSC0yMCUyMiUzRSUzQ214R2VvbWV0cnklMjB3aWR0aCUzRCUyMjE2MCUyMiUyMHJlbGF0aXZlJTNEJTIyMSUyMiUyMGFzJTNEJTIyZ2VvbWV0cnklMjIlM0UlM0NteFBvaW50JTIweCUzRCUyMjE0MDYlMjIlMjB5JTNEJTIyLTMzNyUyMiUyMGFzJTNEJTIyc291cmNlUG9pbnQlMjIlMkYlM0UlM0NteFBvaW50JTIweCUzRCUyMjEzNDclMjIlMjB5JTNEJTIyLTE4MiUyMiUyMGFzJTNEJTIydGFyZ2V0UG9pbnQlMjIlMkYlM0UlM0MlMkZteEdlb21ldHJ5JTNFJTNDJTJGbXhDZWxsJTNFJTNDbXhDZWxsJTIwaWQlM0QlMjJmUXB2UzJZTzl6RHU2a2tYNWVLSC0yMCUyMiUyMHZhbHVlJTNEJTIyJTI2bHQlM0JzcGFuJTIwc3R5bGUlM0QlMjZxdW90JTNCZm9udC1zaXplJTNBJTIwMTFweCUzQiUyNnF1b3QlM0IlMjZndCUzQlByb2R1Y3RzJTI2bHQlM0IlMkZzcGFuJTI2Z3QlM0IlMjIlMjBzdHlsZSUzRCUyMnN3aW1sYW5lJTNCZm9udFN0eWxlJTNEMCUzQmFsaWduJTNEY2VudGVyJTNCdmVydGljYWxBbGlnbiUzRHRvcCUzQmNoaWxkTGF5b3V0JTNEc3RhY2tMYXlvdXQlM0Job3Jpem9udGFsJTNEMSUzQnN0YXJ0U2l6ZSUzRDU1JTNCaG9yaXpvbnRhbFN0YWNrJTNEMCUzQnJlc2l6ZVBhcmVudCUzRDElM0JyZXNpemVQYXJlbnRNYXglM0QwJTNCcmVzaXplTGFzdCUzRDAlM0Jjb2xsYXBzaWJsZSUzRDAlM0JtYXJnaW5Cb3R0b20lM0QwJTNCaHRtbCUzRDElM0J3aGl0ZVNwYWNlJTNEd3JhcCUzQiUyMiUyMHZlcnRleCUzRCUyMjElMjIlMjBwYXJlbnQlM0QlMjIxJTIyJTNFJTNDbXhHZW9tZXRyeSUyMHglM0QlMjIxMjY4JTIyJTIweSUzRCUyMi0xNjElMjIlMjB3aWR0aCUzRCUyMjE0MCUyMiUyMGhlaWdodCUzRCUyMjEyMyUyMiUyMGFzJTNEJTIyZ2VvbWV0cnklMjIlMkYlM0UlM0MlMkZteENlbGwlM0UlM0NteENlbGwlMjBpZCUzRCUyMmZRcHZTMllPOXpEdTZra1g1ZUtILTIxJTIyJTIwdmFsdWUlM0QlMjJOYW1lJTIyJTIwc3R5bGUlM0QlMjJ0ZXh0JTNCaHRtbCUzRDElM0JzdHJva2VDb2xvciUzRG5vbmUlM0JmaWxsQ29sb3IlM0Rub25lJTNCYWxpZ24lM0RsZWZ0JTNCdmVydGljYWxBbGlnbiUzRG1pZGRsZSUzQnNwYWNpbmdMZWZ0JTNENCUzQnNwYWNpbmdSaWdodCUzRDQlM0JvdmVyZmxvdyUzRGhpZGRlbiUzQnJvdGF0YWJsZSUzRDAlM0Jwb2ludHMlM0QlNUIlNUIwJTJDMC41JTVEJTJDJTVCMSUyQzAuNSU1RCU1RCUzQnBvcnRDb25zdHJhaW50JTNEZWFzdHdlc3QlM0J3aGl0ZVNwYWNlJTNEd3JhcCUzQiUyMiUyMHZlcnRleCUzRCUyMjElMjIlMjBwYXJlbnQlM0QlMjJmUXB2UzJZTzl6RHU2a2tYNWVLSC0yMCUyMiUzRSUzQ214R2VvbWV0cnklMjB5JTNEJTIyNTUlMjIlMjB3aWR0aCUzRCUyMjE0MCUyMiUyMGhlaWdodCUzRCUyMjIwJTIyJTIwYXMlM0QlMjJnZW9tZXRyeSUyMiUyRiUzRSUzQyUyRm14Q2VsbCUzRSUzQ214Q2VsbCUyMGlkJTNEJTIyZlFwdlMyWU85ekR1NmtrWDVlS0gtMjIlMjIlMjB2YWx1ZSUzRCUyMlByaWNlJTIyJTIwc3R5bGUlM0QlMjJ0ZXh0JTNCaHRtbCUzRDElM0JzdHJva2VDb2xvciUzRG5vbmUlM0JmaWxsQ29sb3IlM0Rub25lJTNCYWxpZ24lM0RsZWZ0JTNCdmVydGljYWxBbGlnbiUzRG1pZGRsZSUzQnNwYWNpbmdMZWZ0JTNENCUzQnNwYWNpbmdSaWdodCUzRDQlM0JvdmVyZmxvdyUzRGhpZGRlbiUzQnJvdGF0YWJsZSUzRDAlM0Jwb2ludHMlM0QlNUIlNUIwJTJDMC41JTVEJTJDJTVCMSUyQzAuNSU1RCU1RCUzQnBvcnRDb25zdHJhaW50JTNEZWFzdHdlc3QlM0J3aGl0ZVNwYWNlJTNEd3JhcCUzQiUyMiUyMHZlcnRleCUzRCUyMjElMjIlMjBwYXJlbnQlM0QlMjJmUXB2UzJZTzl6RHU2a2tYNWVLSC0yMCUyMiUzRSUzQ214R2VvbWV0cnklMjB5JTNEJTIyNzUlMjIlMjB3aWR0aCUzRCUyMjE0MCUyMiUyMGhlaWdodCUzRCUyMjIwJTIyJTIwYXMlM0QlMjJnZW9tZXRyeSUyMiUyRiUzRSUzQyUyRm14Q2VsbCUzRSUzQ214Q2VsbCUyMGlkJTNEJTIyZlFwdlMyWU85ekR1NmtrWDVlS0gtMjMlMjIlMjB2YWx1ZSUzRCUyMiUyMiUyMHN0eWxlJTNEJTIybGluZSUzQnN0cm9rZVdpZHRoJTNEMSUzQmZpbGxDb2xvciUzRG5vbmUlM0JhbGlnbiUzRGxlZnQlM0J2ZXJ0aWNhbEFsaWduJTNEbWlkZGxlJTNCc3BhY2luZ1RvcCUzRC0xJTNCc3BhY2luZ0xlZnQlM0QzJTNCc3BhY2luZ1JpZ2h0JTNEMyUzQnJvdGF0YWJsZSUzRDAlM0JsYWJlbFBvc2l0aW9uJTNEcmlnaHQlM0Jwb2ludHMlM0QlNUIlNUQlM0Jwb3J0Q29uc3RyYWludCUzRGVhc3R3ZXN0JTNCJTIyJTIwdmVydGV4JTNEJTIyMSUyMiUyMHBhcmVudCUzRCUyMmZRcHZTMllPOXpEdTZra1g1ZUtILTIwJTIyJTNFJTNDbXhHZW9tZXRyeSUyMHklM0QlMjI5NSUyMiUyMHdpZHRoJTNEJTIyMTQwJTIyJTIwaGVpZ2h0JTNEJTIyOCUyMiUyMGFzJTNEJTIyZ2VvbWV0cnklMjIlMkYlM0UlM0MlMkZteENlbGwlM0UlM0NteENlbGwlMjBpZCUzRCUyMmZRcHZTMllPOXpEdTZra1g1ZUtILTI0JTIyJTIwdmFsdWUlM0QlMjIuLi4lMjIlMjBzdHlsZSUzRCUyMnRleHQlM0JodG1sJTNEMSUzQnN0cm9rZUNvbG9yJTNEbm9uZSUzQmZpbGxDb2xvciUzRG5vbmUlM0JhbGlnbiUzRGxlZnQlM0J2ZXJ0aWNhbEFsaWduJTNEbWlkZGxlJTNCc3BhY2luZ0xlZnQlM0Q0JTNCc3BhY2luZ1JpZ2h0JTNENCUzQm92ZXJmbG93JTNEaGlkZGVuJTNCcm90YXRhYmxlJTNEMCUzQnBvaW50cyUzRCU1QiU1QjAlMkMwLjUlNUQlMkMlNUIxJTJDMC41JTVEJTVEJTNCcG9ydENvbnN0cmFpbnQlM0RlYXN0d2VzdCUzQndoaXRlU3BhY2UlM0R3cmFwJTNCJTIyJTIwdmVydGV4JTNEJTIyMSUyMiUyMHBhcmVudCUzRCUyMmZRcHZTMllPOXpEdTZra1g1ZUtILTIwJTIyJTNFJTNDbXhHZW9tZXRyeSUyMHklM0QlMjIxMDMlMjIlMjB3aWR0aCUzRCUyMjE0MCUyMiUyMGhlaWdodCUzRCUyMjIwJTIyJTIwYXMlM0QlMjJnZW9tZXRyeSUyMiUyRiUzRSUzQyUyRm14Q2VsbCUzRSUzQ214Q2VsbCUyMGlkJTNEJTIyaHE2VHZnbTEta2NvRHUyaDhBaEwtMSUyMiUyMHZhbHVlJTNEJTIyJTI2bHQlM0JzcGFuJTIwc3R5bGUlM0QlMjZxdW90JTNCZm9udC1zaXplJTNBJTIwMTFweCUzQiUyNnF1b3QlM0IlMjZndCUzQiUzQVBheW1lbnQlMjBtYW5hZ2VyJTI2bHQlM0IlMkZzcGFuJTI2Z3QlM0IlMjIlMjBzdHlsZSUzRCUyMnN3aW1sYW5lJTNCZm9udFN0eWxlJTNEMCUzQmFsaWduJTNEY2VudGVyJTNCdmVydGljYWxBbGlnbiUzRHRvcCUzQmNoaWxkTGF5b3V0JTNEc3RhY2tMYXlvdXQlM0Job3Jpem9udGFsJTNEMSUzQnN0YXJ0U2l6ZSUzRDU1JTNCaG9yaXpvbnRhbFN0YWNrJTNEMCUzQnJlc2l6ZVBhcmVudCUzRDElM0JyZXNpemVQYXJlbnRNYXglM0QwJTNCcmVzaXplTGFzdCUzRDAlM0Jjb2xsYXBzaWJsZSUzRDAlM0JtYXJnaW5Cb3R0b20lM0QwJTNCaHRtbCUzRDElM0J3aGl0ZVNwYWNlJTNEd3JhcCUzQiUyMiUyMHZlcnRleCUzRCUyMjElMjIlMjBwYXJlbnQlM0QlMjIxJTIyJTNFJTNDbXhHZW9tZXRyeSUyMHglM0QlMjIxMjYwJTIyJTIweSUzRCUyMi01ODMlMjIlMjB3aWR0aCUzRCUyMjE0MCUyMiUyMGhlaWdodCUzRCUyMjEwMyUyMiUyMGFzJTNEJTIyZ2VvbWV0cnklMjIlMkYlM0UlM0MlMkZteENlbGwlM0UlM0NteENlbGwlMjBpZCUzRCUyMmhxNlR2Z20xLWtjb0R1Mmg4QWhMLTIlMjIlMjB2YWx1ZSUzRCUyMlN1bSUyMiUyMHN0eWxlJTNEJTIydGV4dCUzQmh0bWwlM0QxJTNCc3Ryb2tlQ29sb3IlM0Rub25lJTNCZmlsbENvbG9yJTNEbm9uZSUzQmFsaWduJTNEbGVmdCUzQnZlcnRpY2FsQWxpZ24lM0RtaWRkbGUlM0JzcGFjaW5nTGVmdCUzRDQlM0JzcGFjaW5nUmlnaHQlM0Q0JTNCb3ZlcmZsb3clM0RoaWRkZW4lM0Jyb3RhdGFibGUlM0QwJTNCcG9pbnRzJTNEJTVCJTVCMCUyQzAuNSU1RCUyQyU1QjElMkMwLjUlNUQlNUQlM0Jwb3J0Q29uc3RyYWludCUzRGVhc3R3ZXN0JTNCd2hpdGVTcGFjZSUzRHdyYXAlM0IlMjIlMjB2ZXJ0ZXglM0QlMjIxJTIyJTIwcGFyZW50JTNEJTIyaHE2VHZnbTEta2NvRHUyaDhBaEwtMSUyMiUzRSUzQ214R2VvbWV0cnklMjB5JTNEJTIyNTUlMjIlMjB3aWR0aCUzRCUyMjE0MCUyMiUyMGhlaWdodCUzRCUyMjIwJTIyJTIwYXMlM0QlMjJnZW9tZXRyeSUyMiUyRiUzRSUzQyUyRm14Q2VsbCUzRSUzQ214Q2VsbCUyMGlkJTNEJTIyaHE2VHZnbTEta2NvRHUyaDhBaEwtNCUyMiUyMHZhbHVlJTNEJTIyJTIyJTIwc3R5bGUlM0QlMjJsaW5lJTNCc3Ryb2tlV2lkdGglM0QxJTNCZmlsbENvbG9yJTNEbm9uZSUzQmFsaWduJTNEbGVmdCUzQnZlcnRpY2FsQWxpZ24lM0RtaWRkbGUlM0JzcGFjaW5nVG9wJTNELTElM0JzcGFjaW5nTGVmdCUzRDMlM0JzcGFjaW5nUmlnaHQlM0QzJTNCcm90YXRhYmxlJTNEMCUzQmxhYmVsUG9zaXRpb24lM0RyaWdodCUzQnBvaW50cyUzRCU1QiU1RCUzQnBvcnRDb25zdHJhaW50JTNEZWFzdHdlc3QlM0IlMjIlMjB2ZXJ0ZXglM0QlMjIxJTIyJTIwcGFyZW50JTNEJTIyaHE2VHZnbTEta2NvRHUyaDhBaEwtMSUyMiUzRSUzQ214R2VvbWV0cnklMjB5JTNEJTIyNzUlMjIlMjB3aWR0aCUzRCUyMjE0MCUyMiUyMGhlaWdodCUzRCUyMjglMjIlMjBhcyUzRCUyMmdlb21ldHJ5JTIyJTJGJTNFJTNDJTJGbXhDZWxsJTNFJTNDbXhDZWxsJTIwaWQlM0QlMjJocTZUdmdtMS1rY29EdTJoOEFoTC01JTIyJTIwdmFsdWUlM0QlMjJQYXklMjIlMjBzdHlsZSUzRCUyMnRleHQlM0JodG1sJTNEMSUzQnN0cm9rZUNvbG9yJTNEbm9uZSUzQmZpbGxDb2xvciUzRG5vbmUlM0JhbGlnbiUzRGxlZnQlM0J2ZXJ0aWNhbEFsaWduJTNEbWlkZGxlJTNCc3BhY2luZ0xlZnQlM0Q0JTNCc3BhY2luZ1JpZ2h0JTNENCUzQm92ZXJmbG93JTNEaGlkZGVuJTNCcm90YXRhYmxlJTNEMCUzQnBvaW50cyUzRCU1QiU1QjAlMkMwLjUlNUQlMkMlNUIxJTJDMC41JTVEJTVEJTNCcG9ydENvbnN0cmFpbnQlM0RlYXN0d2VzdCUzQndoaXRlU3BhY2UlM0R3cmFwJTNCJTIyJTIwdmVydGV4JTNEJTIyMSUyMiUyMHBhcmVudCUzRCUyMmhxNlR2Z20xLWtjb0R1Mmg4QWhMLTElMjIlM0UlM0NteEdlb21ldHJ5JTIweSUzRCUyMjgzJTIyJTIwd2lkdGglM0QlMjIxNDAlMjIlMjBoZWlnaHQlM0QlMjIyMCUyMiUyMGFzJTNEJTIyZ2VvbWV0cnklMjIlMkYlM0UlM0MlMkZteENlbGwlM0UlM0NteENlbGwlMjBpZCUzRCUyMmhxNlR2Z20xLWtjb0R1Mmg4QWhMLTYlMjIlMjB2YWx1ZSUzRCUyMiUyMiUyMHN0eWxlJTNEJTIyZW5kQXJyb3clM0RvcGVuJTNCc3RhcnRBcnJvdyUzRG5vbmUlM0JlbmRGaWxsJTNEMCUzQnN0YXJ0RmlsbCUzRDAlM0JlbmRTaXplJTNEOCUzQmh0bWwlM0QxJTNCdmVydGljYWxBbGlnbiUzRGJvdHRvbSUzQmxhYmVsQmFja2dyb3VuZENvbG9yJTNEbm9uZSUzQnN0cm9rZVdpZHRoJTNEMSUzQnJvdW5kZWQlM0QwJTNCZm9udFNpemUlM0QxMiUzQmN1cnZlZCUzRDElM0JlbnRyeVglM0QwLjUyJTNCZW50cnlZJTNEMS4yODIlM0JlbnRyeUR4JTNEMCUzQmVudHJ5RHklM0QwJTNCZW50cnlQZXJpbWV0ZXIlM0QwJTNCZXhpdFglM0QwLjUlM0JleGl0WSUzRDAlM0JleGl0RHglM0QwJTNCZXhpdER5JTNEMCUzQiUyMiUyMGVkZ2UlM0QlMjIxJTIyJTIwcGFyZW50JTNEJTIyMSUyMiUyMHNvdXJjZSUzRCUyMmZRcHZTMllPOXpEdTZra1g1ZUtILTExJTIyJTIwdGFyZ2V0JTNEJTIyaHE2VHZnbTEta2NvRHUyaDhBaEwtNSUyMiUzRSUzQ214R2VvbWV0cnklMjB3aWR0aCUzRCUyMjE2MCUyMiUyMHJlbGF0aXZlJTNEJTIyMSUyMiUyMGFzJTNEJTIyZ2VvbWV0cnklMjIlM0UlM0NteFBvaW50JTIweCUzRCUyMjExMjclMjIlMjB5JTNEJTIyLTI4OCUyMiUyMGFzJTNEJTIyc291cmNlUG9pbnQlMjIlMkYlM0UlM0NteFBvaW50JTIweCUzRCUyMjEyODclMjIlMjB5JTNEJTIyLTI4OCUyMiUyMGFzJTNEJTIydGFyZ2V0UG9pbnQlMjIlMkYlM0UlM0MlMkZteEdlb21ldHJ5JTNFJTNDJTJGbXhDZWxsJTNFJTNDbXhDZWxsJTIwaWQlM0QlMjJocTZUdmdtMS1rY29EdTJoOEFoTC03JTIyJTIwdmFsdWUlM0QlMjIlMjZsdCUzQnNwYW4lMjBzdHlsZSUzRCUyNnF1b3QlM0Jmb250LXNpemUlM0ElMjAxMXB4JTNCJTI2cXVvdCUzQiUyNmd0JTNCT3JkZXIlMjZsdCUzQiUyRnNwYW4lMjZndCUzQiUyMiUyMHN0eWxlJTNEJTIyc3dpbWxhbmUlM0Jmb250U3R5bGUlM0QwJTNCYWxpZ24lM0RjZW50ZXIlM0J2ZXJ0aWNhbEFsaWduJTNEdG9wJTNCY2hpbGRMYXlvdXQlM0RzdGFja0xheW91dCUzQmhvcml6b250YWwlM0QxJTNCc3RhcnRTaXplJTNENTUlM0Job3Jpem9udGFsU3RhY2slM0QwJTNCcmVzaXplUGFyZW50JTNEMSUzQnJlc2l6ZVBhcmVudE1heCUzRDAlM0JyZXNpemVMYXN0JTNEMCUzQmNvbGxhcHNpYmxlJTNEMCUzQm1hcmdpbkJvdHRvbSUzRDAlM0JodG1sJTNEMSUzQndoaXRlU3BhY2UlM0R3cmFwJTNCJTIyJTIwdmVydGV4JTNEJTIyMSUyMiUyMHBhcmVudCUzRCUyMjElMjIlM0UlM0NteEdlb21ldHJ5JTIweCUzRCUyMjE1MjQlMjIlMjB5JTNEJTIyLTQwNiUyMiUyMHdpZHRoJTNEJTIyMTQwJTIyJTIwaGVpZ2h0JTNEJTIyMTM2JTIyJTIwYXMlM0QlMjJnZW9tZXRyeSUyMiUyRiUzRSUzQyUyRm14Q2VsbCUzRSUzQ214Q2VsbCUyMGlkJTNEJTIyaHE2VHZnbTEta2NvRHUyaDhBaEwtOCUyMiUyMHZhbHVlJTNEJTIyTGlzdCUyMHByb2R1Y3QlMjIlMjBzdHlsZSUzRCUyMnRleHQlM0JodG1sJTNEMSUzQnN0cm9rZUNvbG9yJTNEbm9uZSUzQmZpbGxDb2xvciUzRG5vbmUlM0JhbGlnbiUzRGxlZnQlM0J2ZXJ0aWNhbEFsaWduJTNEbWlkZGxlJTNCc3BhY2luZ0xlZnQlM0Q0JTNCc3BhY2luZ1JpZ2h0JTNENCUzQm92ZXJmbG93JTNEaGlkZGVuJTNCcm90YXRhYmxlJTNEMCUzQnBvaW50cyUzRCU1QiU1QjAlMkMwLjUlNUQlMkMlNUIxJTJDMC41JTVEJTVEJTNCcG9ydENvbnN0cmFpbnQlM0RlYXN0d2VzdCUzQndoaXRlU3BhY2UlM0R3cmFwJTNCJTIyJTIwdmVydGV4JTNEJTIyMSUyMiUyMHBhcmVudCUzRCUyMmhxNlR2Z20xLWtjb0R1Mmg4QWhMLTclMjIlM0UlM0NteEdlb21ldHJ5JTIweSUzRCUyMjU1JTIyJTIwd2lkdGglM0QlMjIxNDAlMjIlMjBoZWlnaHQlM0QlMjIyMCUyMiUyMGFzJTNEJTIyZ2VvbWV0cnklMjIlMkYlM0UlM0MlMkZteENlbGwlM0UlM0NteENlbGwlMjBpZCUzRCUyMmhxNlR2Z20xLWtjb0R1Mmg4QWhMLTklMjIlMjB2YWx1ZSUzRCUyMk51bWJlciUyMiUyMHN0eWxlJTNEJTIydGV4dCUzQmh0bWwlM0QxJTNCc3Ryb2tlQ29sb3IlM0Rub25lJTNCZmlsbENvbG9yJTNEbm9uZSUzQmFsaWduJTNEbGVmdCUzQnZlcnRpY2FsQWxpZ24lM0RtaWRkbGUlM0JzcGFjaW5nTGVmdCUzRDQlM0JzcGFjaW5nUmlnaHQlM0Q0JTNCb3ZlcmZsb3clM0RoaWRkZW4lM0Jyb3RhdGFibGUlM0QwJTNCcG9pbnRzJTNEJTVCJTVCMCUyQzAuNSU1RCUyQyU1QjElMkMwLjUlNUQlNUQlM0Jwb3J0Q29uc3RyYWludCUzRGVhc3R3ZXN0JTNCd2hpdGVTcGFjZSUzRHdyYXAlM0IlMjIlMjB2ZXJ0ZXglM0QlMjIxJTIyJTIwcGFyZW50JTNEJTIyaHE2VHZnbTEta2NvRHUyaDhBaEwtNyUyMiUzRSUzQ214R2VvbWV0cnklMjB5JTNEJTIyNzUlMjIlMjB3aWR0aCUzRCUyMjE0MCUyMiUyMGhlaWdodCUzRCUyMjIwJTIyJTIwYXMlM0QlMjJnZW9tZXRyeSUyMiUyRiUzRSUzQyUyRm14Q2VsbCUzRSUzQ214Q2VsbCUyMGlkJTNEJTIyaHE2VHZnbTEta2NvRHUyaDhBaEwtMTAlMjIlMjB2YWx1ZSUzRCUyMiUyMiUyMHN0eWxlJTNEJTIybGluZSUzQnN0cm9rZVdpZHRoJTNEMSUzQmZpbGxDb2xvciUzRG5vbmUlM0JhbGlnbiUzRGxlZnQlM0J2ZXJ0aWNhbEFsaWduJTNEbWlkZGxlJTNCc3BhY2luZ1RvcCUzRC0xJTNCc3BhY2luZ0xlZnQlM0QzJTNCc3BhY2luZ1JpZ2h0JTNEMyUzQnJvdGF0YWJsZSUzRDAlM0JsYWJlbFBvc2l0aW9uJTNEcmlnaHQlM0Jwb2ludHMlM0QlNUIlNUQlM0Jwb3J0Q29uc3RyYWludCUzRGVhc3R3ZXN0JTNCJTIyJTIwdmVydGV4JTNEJTIyMSUyMiUyMHBhcmVudCUzRCUyMmhxNlR2Z20xLWtjb0R1Mmg4QWhMLTclMjIlM0UlM0NteEdlb21ldHJ5JTIweSUzRCUyMjk1JTIyJTIwd2lkdGglM0QlMjIxNDAlMjIlMjBoZWlnaHQlM0QlMjI4JTIyJTIwYXMlM0QlMjJnZW9tZXRyeSUyMiUyRiUzRSUzQyUyRm14Q2VsbCUzRSUzQ214Q2VsbCUyMGlkJTNEJTIyaHE2VHZnbTEta2NvRHUyaDhBaEwtMTElMjIlMjB2YWx1ZSUzRCUyMiUyNmx0JTNCZGl2JTIwc3R5bGUlM0QlMjZxdW90JTNCZm9udC1zaXplJTNBJTIwMTFweCUzQiUyMHRleHQtd3JhcCUzQSUyMG5vd3JhcCUzQiUyNnF1b3QlM0IlMjZndCUzQlN1bSUyNmx0JTNCJTJGZGl2JTI2Z3QlM0IlMjZsdCUzQmRpdiUyMHN0eWxlJTNEJTI2cXVvdCUzQmZvbnQtc2l6ZSUzQSUyMDExcHglM0IlMjB0ZXh0LXdyYXAlM0ElMjBub3dyYXAlM0IlMjZxdW90JTNCJTI2Z3QlM0IlMjZsdCUzQnNwYW4lMjBzdHlsZSUzRCUyNnF1b3QlM0J0ZXh0LWFsaWduJTNBJTIwY2VudGVyJTNCJTIwYmFja2dyb3VuZC1jb2xvciUzQSUyMGluaXRpYWwlM0IlMjZxdW90JTNCJTI2Z3QlM0JHaXYlRDAlQjUlMjBwcmljZShuYW1lKSUyNmx0JTNCJTJGc3BhbiUyNmd0JTNCJTI2bHQlM0IlMkZkaXYlMjZndCUzQiUyMiUyMHN0eWxlJTNEJTIydGV4dCUzQmh0bWwlM0QxJTNCc3Ryb2tlQ29sb3IlM0Rub25lJTNCZmlsbENvbG9yJTNEbm9uZSUzQmFsaWduJTNEbGVmdCUzQnZlcnRpY2FsQWxpZ24lM0RtaWRkbGUlM0JzcGFjaW5nTGVmdCUzRDQlM0JzcGFjaW5nUmlnaHQlM0Q0JTNCb3ZlcmZsb3clM0RoaWRkZW4lM0Jyb3RhdGFibGUlM0QwJTNCcG9pbnRzJTNEJTVCJTVCMCUyQzAuNSU1RCUyQyU1QjElMkMwLjUlNUQlNUQlM0Jwb3J0Q29uc3RyYWludCUzRGVhc3R3ZXN0JTNCd2hpdGVTcGFjZSUzRHdyYXAlM0IlMjIlMjB2ZXJ0ZXglM0QlMjIxJTIyJTIwcGFyZW50JTNEJTIyaHE2VHZnbTEta2NvRHUyaDhBaEwtNyUyMiUzRSUzQ214R2VvbWV0cnklMjB5JTNEJTIyMTAzJTIyJTIwd2lkdGglM0QlMjIxNDAlMjIlMjBoZWlnaHQlM0QlMjIzMyUyMiUyMGFzJTNEJTIyZ2VvbWV0cnklMjIlMkYlM0UlM0MlMkZteENlbGwlM0UlM0NteENlbGwlMjBpZCUzRCUyMmhxNlR2Z20xLWtjb0R1Mmg4QWhMLTE1JTIyJTIwdmFsdWUlM0QlMjIlMjIlMjBzdHlsZSUzRCUyMmVuZEFycm93JTNEbm9uZSUzQnN0YXJ0QXJyb3clM0RkaWFtb25kVGhpbiUzQmVuZEZpbGwlM0QwJTNCc3RhcnRGaWxsJTNEMCUzQmh0bWwlM0QxJTNCdmVydGljYWxBbGlnbiUzRGJvdHRvbSUzQmxhYmVsQmFja2dyb3VuZENvbG9yJTNEbm9uZSUzQnN0cm9rZVdpZHRoJTNEMiUzQnN0YXJ0U2l6ZSUzRDglM0JlbmRTaXplJTNEOCUzQnJvdW5kZWQlM0QwJTNCZm9udFNpemUlM0QxMiUzQmN1cnZlZCUzRDElM0JleGl0WCUzRDAuNDc3JTNCZXhpdFklM0QxLjEyMiUzQmV4aXREeCUzRDAlM0JleGl0RHklM0QwJTNCZXhpdFBlcmltZXRlciUzRDAlM0IlMjIlMjBlZGdlJTNEJTIyMSUyMiUyMHBhcmVudCUzRCUyMjElMjIlMjBzb3VyY2UlM0QlMjJocTZUdmdtMS1rY29EdTJoOEFoTC0xMSUyMiUzRSUzQ214R2VvbWV0cnklMjB3aWR0aCUzRCUyMjE2MCUyMiUyMHJlbGF0aXZlJTNEJTIyMSUyMiUyMGFzJTNEJTIyZ2VvbWV0cnklMjIlM0UlM0NteFBvaW50JTIweCUzRCUyMjEzNDglMjIlMjB5JTNEJTIyLTIxMyUyMiUyMGFzJTNEJTIyc291cmNlUG9pbnQlMjIlMkYlM0UlM0NteFBvaW50JTIweCUzRCUyMjE0MDglMjIlMjB5JTNEJTIyLTExNCUyMiUyMGFzJTNEJTIydGFyZ2V0UG9pbnQlMjIlMkYlM0UlM0MlMkZteEdlb21ldHJ5JTNFJTNDJTJGbXhDZWxsJTNFJTNDJTJGcm9vdCUzRSUzQyUyRm14R3JhcGhNb2RlbCUzRbgQm2sAACAASURBVHhe7N17sJXVfT/+TyA5hqFkCmhb0s5QMyqxNmKCSgdstINRYkLwlkZuimLUeu0JI+OlBwa8cIYWUYNpNDgB5SLxAgRNI6NTjYSUKKXoZMhtxtI2MsWMNlDakonh+1vP/M6ew2afffbZ7mefvc9+PTNOwt7rWWt9Xp+19h/8wfsD4SFAgAABAgQIECBAgAABAgQIECBAgAABAgQIECBAgAABAgQIECBAgAABAgQIECBAgAABAgQIECBAgAABAgQIECBAgAABAgQIECBAgAABAgQIECBAgAABAgQIECBAgAABAgQIECBAgAABAgQIECBAgAABAgQIECBQRuADdAgQIECAAAECBAgQIECAAAECBAgQIECAAAECBAgQIECAAAECBAgQIECAAAECBAgQIECAAAECBAgQIECAAAECBAgQIECAAAECBAgQIECAAAECBAgQIECAAAECBAgQIECAAAECBAgQIECAAAECBAgQIECAAAECBAiUExB45Xw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BAgQIECAAAECBAgQIECAAAECBAgQIECAAAECBAiUFRB45YAQIECAAAECBAgQIECAAAECBAgQIECAAAECBAgQIECAAAECBAgQIECAAAECBAgQIECAAAECBAgQIECAAAECBAgQIECAAAECBAgQIECAAAECBAgQIECAAAECeQgczmNScxIgQIAAAQIE6ijg33CuI7alCBAgQIAAAQIECBAgQIAAgcYX8Jcljd8jOyRAgAABAgQIECBAgAABAgQIECBAgAABAgQIECBAgAABAgQIECBAgAABAgQIECBAgAABAgQIECBAgAABAgQIECBAgAABAgQIECBAgAABAgQIECBAgAABAs0oIPCqGbtmzwQIECBAgEB3Af+Gs/NAgAABAgQIECBAgAABAgQIEOgm4C9LHAcCBAgQIECAAAECBAgQIECAAAECBAgQIECAAAECBAgQIECAAAECBAgQIECAAAECBAgQIECAAAECBAgQIECAAAECBAgQIECAAAECBAgQIECAAAECBAgQIEAgDwGBV3mompMAAQIECBCop4B/w7me2tYiQIAAAQIECBAgQIAAAQIEGl7AX5Y0fItskAABAgQIECBAgAABAgQIECBAgAABAgQIECBAgAABAgQIECBAgAABAgQIECBAgAABAgQIECBAgAABAgQIECBAgAABAgQIECBAgAABAgQIECBAgAABAgQINKWAwKumbJtNEyBAgAABAt0E/BvOjgMBAgQIECBAgAABAgQIECBAwF+WOAMECBAgQIAAAQIECBAgQIAAAQIECBAgQIAAAQIECBAgQIAAAQIECBAgQIAAAQIECBAgQIAAAQIECBAgQIAAAQIECBAgQIAAAQIECBAgQIAAAQIECBAgQIBAzgJHBF4dPiz/Kmdv0xMgQIAAAQLvU+ADHzgq30rg1fs09ToBAgQIECBAgAABAgQIECAwsAT8ZcnA6qdqCBAgQIAAAQIECBAgQIAAAQIECBAgQIAAAQIECBAgQIAAAQIECBAgQIAAAQIECBAgQIAAAQIECBAgQIAAAQIECBAgQIAAAQIECBAgQIAAAQIECBAgQIBAowgIvGqUTtgHAQIECBAgUJGAwKuKmAwiQIAAAQIECBAgQIAAAQIEWlhA4FULN1/pBAgQIECAAAECBAgQIECAAAECBAgQIECAAAECBAgQIECAAAECBAgQIECAAAECBAgQIECAAAECBAgQIECAAAECBAgQIECAAAECBAgQIECAAAECBAgQIEAgRwGBVznimpoAAQIECBCovYDAq9qbmpEAAQIECBAgQIAAAQIECBAYWAICrwZWP1VDgAABAgQIECBAgAABAgQIECBAgAABAgQIECBAgAABAgQIECBAgAABAgQIECBAgAABAgQIECBAgAABAgQIECBAgAABAgQIECBAgAABAgQIECBAgAABAgQaRUDgVaN0wj4IECBAgACBigQEXlXEZBABAgQIECBAgAABAgQIECDQwgICr1q4+UonQIAAAQIECBAgQIAAAQIECBAgQIAAAQIECBAgQIAAAQIECBAgQIAAAQIECBAgQIAAAQIECBAgQIAAAQIECBAgQIAAAQIECBAgQIAAAQIECBAgQIAAAQI5Cgi8yhHX1AQIECBAgEDtBQRe1d7UjAQIECBAgAABAgQIECBAgMDAEhB4NbD6qRoCBAgQIECAAAECBAgQIECAAAECBAgQIECAAAECBAgQIECAAAECBAgQIECAAAECBAgQIECAAAECBAgQIECAAAECBAgQIECAAAECBAgQIECAAAECBAgQINAoAgKvGqUT9kGAAAECBAhUJCDwqiImgwgQIECAAAECBAgQIECAAIEWFhB41cLNVzoBAgQIECBAgAABAgQIECBAgAABAgQIECBAgAABAgQIECBAgAABAgQIECBAgAABAgQIECBAgAABAgQIECBAgAABAgQIECBAgAABAgQIECBAgAABAgQIEMhRQOBVjrimJkCAAAECBGovIPCq9qZmJECAAAECBAgQIECAAAECBAaWgMCrgdVP1RAgQIAAAQIECBAgQIAAAQIECBAgQIAAAQIECBAgQIAAAQIECBAgQIAAAQIECBAgQIAAAQIECBAgQIAAAQIECBAgQIAAAQIECBAgQIAAAQIECBAgQIAAgUYREHjVKJ2wDwIECBAgQKAiAYFXFTEZRIAAAQIECBAgQIAAAQIECLSwgMCrFm6+0gkQIECAAAECBAgQIECAAAECBAgQIECAAAECBAgQIECAAAECBAgQIECAAAECBAgQIECAAAECBAgQIECAAAECBAgQIECAAAECBAgQIECAAAECBAgQIECAQI4CAq9yxDU1AQIECBAgUHsBgVe1NzUjAQIECBAgQIAAAQIECBAgMLAEBF4NrH6qhgABAgQIECBAgAABAgQIECBAgAABAgQIECBAgAABAgQIECBAgAABAgQIECBAgAABAgQIECBAgAABAgQIECBAgAABAgQIECBAgAABAgQIECBAgAABAgQINIqAwKtG6YR9ECBAgAABAhUJCLyqiMkgAgQIECBAgAABAgQIECBAoIUFBF61cPOVToAAAQIECBAgQIAAAQIECBAgQIAAAQIECBAgQIAAAQIECBAgQIAAAQIECBAgQIAAAQIECBAgQIAAAQIECBAgQIAAAQIECBAgQIAAAQIECBAgQIAAAQIEchQQeJUjrqkJECBAgACB2gsIvKq9qRkJECBAgAABAgQIECBAgACBgSUg8Gpg9VM1BAgQIECAAAECBAgQIECAAAECBAgQIECAAAECBAgQIECAAAECBAgQIECAAAECBAgQIECAAAECBAgQIECAAAECBAgQIECAAAECBAgQIECAAAECBAgQIECgUQQEXjVKJ+yDAAECBAgQqEhA4FVFTAYRIECAAAECBAgQIECAAAECLSwg8KqFm690AgQIECBAgAABAgQIECBAgAABAgQIECBAgAABAgQIECBAgAABAgQIECBAgAABAgQIECBAgAABAgQIECBAgAABAgQIECBAgAABAgQIECBAgAABAgQIECCQo4DAqxxxTU2AAAECBAjUXkDgVe1NzUiAAAECBAgQIECAAAECBAgMLAGBVwOrn6ohQIAAAQIECBAgQIAAAQIECBAgQIAAAQIECBAgQIAAAQIECBAgQIAAAQIECBAgQIAAAQIECBAgQIAAAQIECBAgQIAAAQIECBAgQIAAAQIECBAgQIAAAQKNIiDwqlE6YR8ECBAgQIBARQICrypiMogAAQIECBAgQIAAAQIECBBoYQGBVy3cfKUTIECAAAECBAgQIECAAAECBAgQIECAAAECBAgQIECAAAECBAgQIECAAAECBAgQIECAAAECBAgQIECAAAECBAgQIECAAAECBAgQIECAAAECBAgQIECAAIEcBQRe5YhragIECBAgQKD2AgKvam9qRgIECBAgQIAAAQIECBAgQGBgCQi8Glj9VA0BAgQIECBAgAABAgQIECBAgAABAgQIECBAgAABAgQIECBAgAABAgQIECBAgAABAgQIECBAgAABAgQIECBAgAABAgQIECBAgAABAgQIECBAgAABAgQIEGgUAYFXjdIJ+yBAgAABAgQqEhB4VRGTQQQIECBAgAABAgQIECBAgEALCwi8auHmK50AAQIECBAgQIAAAQIECBAgQIAAAQIECBAgQIAAAQIECBAgQIAAAQIECBAgQIAAAQIECBAgQIAAAQIECBAgQIAAAQIECBAgQIAAAQIECBAgQIAAAQIECOQoIPAqR1xTEyBAgAABArUXEHhVe1MzEiBAgAABAgQIECBAgAABAgNLQODVwOqnaggQIECAAAECBAgQIECAAAECBAgQIECAAAECBAgQIECAAAECBAgQIECAAAECBAgQIECAAAECBAgQIECAAAECBAgQIECAAAECBAgQIECAAAECBAgQIECAQKMICLxqlE7YBwECBAgQIFCRgMCripgMIkCAAAECBAgQIECAAAECBFpYQOBVCzdf6QQIECBAgAABAgQIECBAgAABAgQIECBAgAABAgQIECBAgAABAgQIECBAgAABAgQIECBAgAABAgQIECBAgAABAgQIECBAgAABAgQIECBAgAABAgQIECBAIEcBgVc54pqaAAECBAgQqL2AwKvam5qRAAECBAgQIECAAAECBAgQGFgCAq8GVj9VQ4AAAQIECBAgQIAAAQIECBAgQIAAAQIECBAgQIAAAQIEwA3eyAAAIABJREFUCBAgQIAAAQIECBAgQIAAAQIECBAgQIAAAQIECBAgQIAAAQIECBAgQIAAAQIECBAgQIAAAQIEGkVA4FWjdMI+CBAgQIAAgYoEBF5VxGQQAQIECBAgQIAAAQIECBAg0MICAq9auPlKJ0CAAAECBAgQIECAAAECBAgQIECAAAECBAgQIECAAAECBAgQIECAAAECBAgQIECAAAECBAgQIECAAAECBAgQIECAAAECBAgQIECAAAECBAgQIECAAAECOQoIvMoR19QECBAgQIBA7QUEXtXe1IwECBAgQIAAAQIECBAgQIDAwBIQeDWw+qkaAgQIECBAgAABAgQIECBAgAABAgQIECBAgAABAgQIECBAgAABAgQIECBAgAABAgQIECBAgAABAgQIECBAgAABAgQIECBAgAABAgQIECBAgAABAgQIECDQKAICrxqlE/ZBgAABAgQIVCQg8KoiJoMIECBAgAABAgQIECBAgACBFhYQeNXCzVc6AQIECBAgQIAAAQIECBAgQIAAAQIECBAgQIAAAQIECBAgQIAAAQIECBAgQIAAAQIECBAgQIAAAQIECBAgQIAAAQIECBAgQIAAAQIECBAgQIAAAQIECBDIUUDgVY64piZAgAABAgRqLyDwqvamZiRAgAABAgQIECBAgAABAgQGloDAq4HVT9UQIECAAAECBAgQIECAAAECBAgQIECAAAECBAgQIECAAAECBAgQIECAAAECBAgQIECAAAECBAgQIECAAAECBAgQIECAAAECBAgQIECAAAECBAgQIECAAIFGERB41SidsA8CBAgQIECgIgGBVxUxGUSAAAECBAgQIECAAAECBAi0sIDAqxZuvtIJECBAgAABAgQIECBAgAABAgQIECBAgAABAgQIECBAgAABAgQIECBAgAABAgQIECBAgAABAgQIECBAgAABAgQIECBAgAABAgQIECBAgAABAgQIECBAgECOAgKvcsQ1NQECBAgQIFB7AYFXtTc1IwECBAgQIECAAAECBAgQIDCwBAReDax+qoYAAQIECBAgQIAAAQIECBAgQIAAAQIECBAgQIAAAQIECBAgQIAAAQIECBAgQIAAAQIECBAgQIAAAQIECBAgQIAAAQIECBAgQIAAAQIECBAgQIAAAQIECDSKgMCrRumEfRAgQIAAAQIVCQi8qojJIAIECBAgQIAAAQIECBAgQKCFBQRetXDzlU6AAAECBAgQIECAAAECBAgQIECAAAECBAgQIECAAAECBAgQIECAAAECBAgQIECAAAECBAgQIECAAAECBAgQIECAAAECBAgQIECAAAECBAgQIECAAAECBHIUEHiVI66pCRAgQIAAgdoLCLyqvakZCRAgQIAAAQIECBAgQIAAgYElIPBqYPVTNQQIECBAgAABAgQIECBAgAABAgQIECBAgAABAgQIECBAgAABAgQIECBAgAABAgQIECBAgAABAgQIECBAgAABAgQIECBAgAABAgQIECBAgAABAgQIECBAoFEEBF41SifsgwABAgQIEKhIQOBVRUwGESBAgAABAgQIECBAgAABAi0sIPCqhZuvdAIECBAgQIAAAQIECBAgQIAAAQIECBAgQIAAAQIECBAgQIAAAQIECBAgQIAAAQIECBAgQIAAAQIECBAgQIAAAQIECBAgQIAAAQIECBAgQIAAAQIECBAgkKOAwKsccU1NgAABAgQI1F5A4FXtTc1IgAABAgQIECBAgAABAgQIDCwBgVcDq5+qIUCAAAECBAgQIECAAAECBAgQIECAAAECBAgQIECAAAECBAgQIECAAAECBAgQIECAAAECBAgQIECAAAECBAgQIECAAAECBAgQIECAAAECBAgQIECAAAECjSIg8KpROmEfBAgQIECAQEUCAq8qYjKIAAECBAgQIECAAAECBAgQaGEBgVct3HylEyBAgAABAgQIECBAgAABAgQIECBAgAABAgQIECBAgAABAgQIECBAgAABAgQIECBAgAABAgQIECBAgAABAgQIECBAgAABAgQIECBAgAABAgQIECBAgACBHAUEXuWIa2oCBAgQIECg9gICr2pvakYCBAgQIECAAAECBAgQIEBgYAkIvBpY/VQNAQIECBAgQIAAAQIECBAgQIAAAQIECBAgQIAAAQIECBAgQIAAAQIECBAgQIAAAQIECBAgQIAAAQIECBAgQIAAAQIECBAgQIAAAQIECBAgQIAAAQIECBBoFAGBV43SCfsgQIAAAQIEKhIQeFURk0EECBAgQIAAAQIECBAgQIBACwsIvGrh5iudAAECBAgQIECAAAECBAgQIECAAAECBAgQIECAAAECBAgQIECAAAECBAgQIECAAAECBAgQIECAAAECBAgQIECAAAECBAgQIECAAAECBAgQIECAAAECBAjkKCDwKkdcUxMgQIAAAQK1FxB4VXtTMxIgQIAAAQIECBAgQIAAAQIDS0Dg1cDqp2oIECBAgAABAgQIECBAgAABAgQIECBAgAABAgQIECBAgAABAgQIECBAgAABAgQIECBAgAABAgQIECBAgAABAgQIECBAgAABAgQIECBAgAABAgQIECBAgECjCAi8apRO2AcBAgQIECBQkYDAq4qYDCJAgAABAgQIECBAgAABAgRaWEDgVQs3X+kECBAgQIAAAQIECBAgQIAAAQIECBAgQIAAAQIECBAgQIAAAQIECBAgQIAAAQIECBAgQIAAAQIECBAgQIAAAQIECBAgQIAAAQIECBAgQIAAAQIECBAgQCBHAYFXOeKamgABAgQIEKi9gMCr2puakQABAgQIECBAgAABAgQIEBhYAgKvBlY/VUOAAAECBAgQIECAAAECBAgQIECAAAECBAgQIECAAAECBAgQIECAAAECBAgQIECAAAECBAgQIECAAAECBAgQIECAAAECBAgQIECAAAECBAgQIECAAAECBBpFQOBVo3TCPggQIECAAIGKBAReVcRkEAECBAgQIECAAAECBAgQINDCAgKvWrj5SidAgAABAgQIECBAgAABAgQIECBAgAABAgQIECBAgAABAgQIECBAgAABAgQIECBAgAABAgQIECBAgAABAgQIECBAgAABAgQIECBAgAABAgQIECBAgAABAjkKCLzKETePqb///e/HWWedVdXUY8aMidGjR8cJJ5wQF1xwQUyYMCGGDx9e1VxeIkCAAAEC/SUg8Kq/5K1LgAABAgQIECBAgAABAgQINIuAwKtm6ZR9EiBAgAABAgQIECBAgAABAgQIECBAgAABAgQIECBAgAABAgQIECBAgAABAgQIECBAgAABAgQIECBAgAABAgQIECBAgAABAgQIECBAgAABAgQIECBAgACB5hIQeNVc/Yr3E3hVXOqwYcPi+uuvj7lz58Zxxx3XZBK22wgChw4diqeffjpSmNq4ceMaYUv2QIBACwgIvGqBJiuRAAECBAgQIECAAAECBAgQeF8CAq/eF5+XCRAgQIAAAQIECBAgQIAAAQIECBAgQIAAAQIECBAgQIAAAQIECBAgQIAAAQIECBAgQIAAAQIECBAgQIAAAQIECBAgQIAAAQIECBAgQIAAAQIECBAgQIAAgR4EBF412dGoZeBVV+kTJ06MRx99NAst8hCoRODw4cOxc+fOWLBgQTz77LOxdevWSOfIQ4AAgXoICLyqh7I1CBAgQIAAAQIECBAgQIAAgWYWEHjVzN2zdwIECBAgQIAAAQIECBAgQIAAAQIECBAgQIAAAQIECBAgQIAAAQIECBAgQIAAAQIECBAgQIAAAQIECBAgQIAAAQIECBAgQIAAAQIECBAgQIAAAQIECBAg0LgCAq8atzcld1YceJVChiZPnhwf+tCHeq3kwIED8dprr8Wrr74a77zzzhHjp06dGg8//HD8/u//fq/zGEDgqaeeiquuuirSmUqPwCtnggCBegoIvKqntrUIECBAgAABAgQIECBAgACBZhQQeNWMXbNnAgQIECBAgAABAgQIECBAgAABAgQIECBAgAABAgQIECBAgAABAgQIECBAgAABAgQIECBAgAABAgQIECBAgAABAgQIECBAgAABAgQIECBAgAABAgQIECDQ+AICrxq/R0fssDjw6tprr41ly5bFkCFDKq7k7bffjiVLlsTf/d3fHfHOvffeG/PmzYvBgwdXPJeBrSmwZs2amDlzZqF4gVeteQ5UTaC/BARe9Ze8dQkQIECAAAECBAgQIECAAIFmERB41Sydsk8CBAgQIECAAAECBAgQIECAAAECBAgQIECAAAECBAgQIECAAAECBAgQIECAAAECBAgQIECAAAECBAgQIECAAAECBAgQIECAAAECBAgQIECAAAECBAgQINBcAgKvmqtfUYvAq1Tyb37zm+js7IyOjo6CwPjx42PdunVx/PHHN5mK7dZbQOBVvcWtR4BAdwGBV84DAQIECBAgQIAAAQIECBAgQKC8gMArJ4QAAQIECBAgQIAAAQIECBAgQIAAAQIECBAgQIAAAQIECBAgQIAAAQIECBAgQIAAAQIECBAgQIAAAQIECBAgQIAAAQIECBAgQIAAAQIECBAgQIAAAQIECBDIQ0DgVR6qOc5Zq8CrtMU333wzpk2bFtu3by/seNOmTfGFL3whxwpMPRAEBF4NhC6qgUDzCgi8at7e2TkBAgQIECBAgAABAgQIECBQHwGBV/VxtgoBAgQIECBAgAABAgQIECBAgAABAgQIECBAgAABAgQIECBAgAABAgQIECBAgAABAgQIECBAgAABAgQIECBAgAABAgQIECBAgAABAgQIECBAgAABAgQIEGg1AYFXTdbxWgZevffee9HR0RGLFy8uKCxatCj7zEOgnIDAK+eDAIH+FBB41Z/61iZAgAABAgQIECBAgAABAgSaQUDgVTN0yR4JECBAgAABAgQIECBAgAABAgQIECBAgAABAgQIECBAgAABAgQIECBAgAABAgQIECBAgAABAgQIECBAgAABAgQIECBAgAABAgQIECBAgAABAgQIECBAgEDzCQi8arKe1TLwKpX+2GOPxRVXXFFQaG9vj87Ozmhra2syGdutp4DAq3pqW4sAgWIBgVfOBAECBAgQIECAAAECBAgQIECgvIDAKyeEAAECBAgQIECAAAECBAgQIECAAAECBAgQIECAAAECBAgQIECAAAECBAgQIECAAAECBAgQIECAAAECBAgQIECAAAECBAgQIECAAAECBAgQIECAAAECBAgQyENA4FUeqn2c86677or58+cX3lq0aFF0dHSUnKXWgVfFwUXXX399LF26ND784Q/3WMXhw4fjP/7jP+I73/lOvPTSS/GTn/wkdu7cWRj/yU9+MsaMGRPnnntuTJkyJX7v936v5FyHDh2KefPmxYMPPph9P2zYsNiwYUNMmjSpYsE9e/bE9OnTY9u2bdk73QO7/vd//zf788MPP5x91901fffKK6/E2rVrsxrSPGn9M888My688MKYNm1ajBw58qh9/Nu//Vs88cQTWe0vv/xy9n2q9c///M/jqquuivHjx8egQYMq3n8auH///nj++eezOXft2lWwTPMmy94cuy9Wrubk/YMf/CAzTrV39Sytkfb/l3/5l9n+P/jBD1Z09noqcuzYsbF+/frMpZqnGfpWqzvQ5ZNn33rqQa1rKLXOvn37YuPGjfHcc89lZzvdsxEjRsSECROyO/b5z38+PvKRj2Svdv8dvPbaa2PZsmUxZMiQXo9QPe7PwYMHs3DAVatWxfbt22P06NFxzjnnZL896e5Uss9eCzGgTwICr/rEZTABAgQIECBAgAABAgQIECDQggICr1qw6UomQIAAAQIECBAgQIAAAQIECBAgQIAAAQIECBAgQIAAAQIECBAgQIAAAQIECBAgQIAAAQIECBAgQIAAAQIECBAgQIAAAQIECBAgQIAAAQIECBAgQIAAAQJ1EBB4VQfk3pboz8CrxYsXxx133FHYYrmwrRSQk0KS7r777iw0qZInhUilEK0UbJWCboqfF198MS666KI4cOBA9tXtt9+eBd8MHjy4kunjmWeeiUsuuSQbWxyYVSpE6G/+5m+y0Ke//uu/jldffbXHNVJYU7JJ4VcpWCXN9fWvfz2r/Z133unxvRR61dnZGccdd1yv+690zq7ayjl2LdZTcNI///M/x8033xwpMK3ckwKIkv9pp5121LDisLWe5skj8KpR+pbHHUiOefatuE951dB9nUrPdrpn6U5dfPHFcc899xSC/yoJvKp0jfd7f6655pq46aab4sknnzzqyFcT0tfrD4MBFQkIvKqIySACBAgQIECAAAECBAgQIECghQUEXrVw85VOgAABAgQIECBAgAABAgQIECBAgAABAgQIECBAgAABAgQIECBAgAABAgQIECBAgAABAgQIECBAgAABAgQIECBAgAABAgQIECBAgAABAgQIECBAgAABAgRyFBB4lSNupVP3V+BVCpm64YYb4vHHHy9sdfXq1TFjxoyjtp5CctavX5+NLxf41FPNKaxpyZIlMXTo0COG7N27Ny6//PJ44YUXss8nTJgQa9eujdGjR/fKVxwSNHny5KyWY489Nnu3+PuFCxfGn/7pn8ZXvvKV2LNnT6/zpz2sWrUqTj/99LjzzjvjgQce6PWdNKCnWru//Itf/CLa29tLhuiUW2TixInx6KOPRgoKKvWUCk769Kc/HVdccUVFNac509xr1qyJcePGHbFEfwVeNUrf8roDpc5qCp6rVd+6NzHPGrrWSb8Pt912W3zjG9+o6L6k0KiOjo7Yv39/Fn6Vnt4Cr+p1f9Jvxf/93//F1772tZK1pLC+dB+HDx9eUa0G1U5A4FXtLM1EgAABAgQIECBAgAABAgQIDEwBgVcDs6+qIkCAAAECBAgQIECAAAECBAgQIECAAAECBAgQIECAAAECBAgQIECAAAECBAgQIECAAAECBAgQIECAAAECBAgQIECAAAECBAgQIECAAAECBAgQIECAAAEC/S0g8Kq/OxAR/RV4tWXLlrj00ksjBV+l5+STT84CmE455ZSjVF5++eWjQpO++MUvxrRp0+K0006Lj3zkI9k7+/bti9deey0LTHr++eePmGfFihUxZ86cIz5LATzLli2LuXPnFj5/+umn4+KLL+61Mz/60Y8i7WH37t3Z2KVLl2YhUl1BKMXhT2PHjo3/+q//yoKfRowYEbfcckt87nOfiz/+4z/OwrH+8R//Mb761a/Gq6++Wlj7sssuy77v7OzMPvv85z8fX/7yl2P8+PExaNCg+OlPfxqPPPJIPPbYY4V3UoBPCt6aOnVqyRr+8z//Mwv02bRpU+H7tJ/rrrsuLrjggjjppJOyuf/93/89knsK1HnjjTcKY9Pa3/zmN7N+FT+lQsDefffd2L59e6R9pTCzFNKTLLr2/8QTT2TBXl3nIM05e/bsWL58+REBZb/+9a8LY5555pm45pprCsv/wz/8Q5xxxhnZn9O8aa0PfvCDvfaw1IBG7VtedyAZ5Nm37sZ51pDWOXjwYMybN++IgKh0FlLgWrpL6Wz/9re/jV27dsXKlStj3bp12fbSmCFDhmS/H+kpF3hVz/vT3e6v/uqvsjv6h3/4h/Gv//qv8dxzz2X1pLo89RcQeFV/cysSIECAAAECBAgQIECAAAECzSUg8Kq5+mW3BAgQIECAAAECBAgQIECAAAECBAgQIECAAAECBAgQIECAAAECBAgQIECAAAECBAgQIECAAAECBAgQIECAAAECBAgQIECAAAECBAgQIECAAAECBAgQIECgWQQEXjVLp/7/fX7/+9+Ps846q7DrcsEwPZWWQqa2bdsWN9xwQxY80/XcfPPNsWTJkjjmmGOOeDUFJqV1UhhWelI4zde+9rWYPn16Fm5U6jl06FCsXr06C6DqClKaNWtWPPTQQ9n73Z8f/vCHceGFF8bevXuzj3vaR/E6KQjq6quvzj4eNWpUbN68OcaNG1cYVhwi1PXFeeedFw888EB8/OMfP2rrKTzryiuvzAKiuj9pzymYKwX3FAc5/eY3v8nCtm677bbCK6nuFJLV1tZ2xDxp7IIFC+Lee+8tfJ5ckvsf/MEflLRMIUJ/+7d/GwsXLix8f+ONN2bvpJCg7k9PNU+cODHuv//+zKc4KCadhxT2ddVVV2VhYF2eGzdujDPPPLPknlKg2cyZMwvfbd26NdIatXgasW9534F69C3vGlLvU4hbOs9ddz4Fq6U7P2HChKPOXQq+SuF2t956a+HcdZ2fnn7X+uv+pLucQvmqDXGrxb0wx5ECAq+cCAIECBAgQIAAAQIECBAgQIBAeQGBV04IAQIECBAgQIAAAQIECBAgQIAAAQIECBAgQIAAAQIECBAgQIAAAQIECBAgQIAAAQIECBAgQIAAAQIECBAgQIAAAQIECBAgQIAAAQIECBAgQIAAAQIECBAgkIeAwKs8VHOcs9rAqxQukwJv3njjjVi/fn2kwKKuUJq03dGjR8dTTz0Vp59++lG7f/HFF+Oiiy4qjE/BL/fcc89RwVjFL6b15syZExs2bMi+SqE3a9euzdbq/qRApxTgtHLlyuzjFJKT9jhmzJgeJX/1q19lYVdpz+mZPXt2LF++PIYOHVp4p1SIULk604sp/CkFW6Uauz933XVXFmjVU+DNW2+9FTNmzIiXXnope+3888/PjEeOHHnEPMXhXqmG++6776gQsOLCU9BPCt3p6OjIvkoBXMl10qRJRwwtVfPJJ58cTzzxRJx66qk9er733ntZgNYdd9xRGPP1r389Czor9dQ78Kq/+5b3HahH3/Kuofi+p56tWrUqzj777B7PXbpv69ati+uuu+6I36OeAq/64/6k374Urjd8+PAcf9lN3VcBgVd9FTOeAAECBAgQIECAAAECBAgQaDUBgVet1nH1EiBAgAABAgQIECBAgAABAgQIECBAgAABAgQIECBAgAABAgQIECBAgAABAgQIECBAgAABAgQIECBAgAABAgQIECBAgAABAgQIECBAgAABAgQIECBAgACB+ggIvKqPc81WKQ68qsXEKTwphRtNmzYtikNEUiBNCrfqCloaNWpUbNy4Mc4888xel07vLly4MPsvPeWCrFKgTAp/6npWrFiRhWX19BQH36xevToLnOr+lAoRuv322yOFVw0ePLjHub/3ve8dEdKTAqOefPLJOOWUU3p8p3itcePGZSFTJ5xwQuGdFCqVLNL66ektxKl4sTfffDPr0fbt27Ov2tvbsxCstra2wtBSNafeLViwoGzNaYJ0tj772c8WgocWLVpU6HvxXuodeNWffavHHci7b/WooThQq9Jzd+jQobjzzjtj6dKlhWNWKvCqv+5PCqRLd83TWAICrxqrH3ZDgAABAgQIECBAgAABAgQINJ6AwKvG64kdESBAgAABAgQIECBAgAABAgQIECBAgAABAgQIECBAgAABAgQIECBAgAABAgQIECBAgAABAgQIECBAgAABAgQIECBAgAABAgQIECBAgAABAgQIECBAgACBgSAg8KrJuljrwKsxY8bE3XffHRdffHEMGjToKI1f//rX8fTTT8fOnTuz/37nd34nvvGNb8Sxxx5bkVwKd5o/f342tlzgVXGY0+zZs2P58uUxdOjQo9ZJ4T3Lli2LuXPnZt+NHz8+1q1bF8cff/wRY0uFCG3atCm+8IUvlN3766+/Hpdeemn87Gc/y8bNmjUrHnrooUjBYD09lYR7vfXWW1ko10svvVTxvN3XK67nnHPOiRQ89dGPfrQwrFTNW7Zsic985jO99usnP/lJfOlLX4pdu3ZlY8uFTNU78Ko/+1aPO5B33/KuIYVRpYCrxYsXZ2enL8F4aXxx2FqpwKv+uj8vv/xyfPrTn+71/hhQXwGBV/X1thoBAgQIECBAgAABAgQIECDQfAICr5qvZ3ZMgAABAgQIECBAgAABAgQIECBAgAABAgQIECBAgAABAgQIECBAgAABAgQIECBAgAABAgQIECBAgAABAgQIECBAgAABAgQIECBAgAABAgQIECBAgAABAgSaQUDgVTN0qdseaxV49YlPfCKuueaamDZtWowcObJmCilY5xe/+EX8y7/8S2zYsCGee+65eOedd7L5ywVepfduu+22LMgqPSeeeGI89dRTceqppx61t1/+8pdZCNV3v/vd7Lv29vbo7OyMtra2I8YWhwilEJ7NmzfHuHHjytbbl+Cn7hP1Fu61Y8eOmDJlSuzduzd77Y477oivfOUrfbK/77774t57783eKVVPcc3lHIsXLq67VOhQ1zv1DLzq7771qUH/X1+ruQP16lultfS1hl/96ldx9dVXZ3c2Peeee26sXbs2jjvuuIqWLA6zKnX2+uP+pN/Jb33rW/Hxj3+8ojoMqp+AwKv6WVuJAAECBAgQIECAAAECBAgQaE4BgVfN2Te7JkCAAAECBAgQIECAAAECBAgQIECAAAECBAgQIECAAAECBAgQIECAAAECBAgQIECAAAECBAgQIECAAAECBAgQIECAAAECBAgQIECAAAECBAgQIECAAAECjS4g8KrRO1S0v+LAq4kTJ8bkyZPjQx/6UK+VnHTSSfFHf/RHccIJJ8Tv/u7vRonAkF7n6Brw3//93/Hzn/883nzzzdi9e3e88cYbkQKTdu7c2eMc5QKv0ksvvvhiXHTRRXHgwIFsjhTulMKsip/u44YNG5YFa02aNOmoccUhQr2t3zVBcfDTokWLoqOjo1eb3gKvvv3tb8fUqVN7nacvA7Zs2RKf+cxnCq9UW3OaoFEDr/q7bz31o5Z3oF59K66lVjXs2bMnpk+fHtu2bcuWKBeWVsrzf/7nf+KWW26JFStW9Ph+f9yfCRMmZMFdo0eP7su1NLYOAgKv6oBsCQIECBAgQIAAAQIECBAgQKCpBQReNXX7bJ4AAQIECBAgQIAAAQIy0pTBAAAgAElEQVQECBAgQIAAAQIECBAgQIAAAQIECBAgQIAAAQIECBAgQIAAAQIECBAgQIAAAQIECBAgQIAAAQIECBAgQIAAAQIECBAgQIAAAQIECDSsgMCrhm1N6Y0VB171NVjm/ZSbQnmeffbZ+OpXvxqvvPJKn6fqLbjol7/8ZcyaNSu++93vZnOn8KtHH300hg8fXljrvffey8KnFi9enH2Wwr4ef/zxOPbYY4/aT7UhQnkFXq1ZsyZmzpzZZ7dyL6xevTpmzJhRGFJtzWkCgVcRvZ3RvO5AvfqW+pxHDcVn5/bbb48UADd48OCKzntx/aV+1/rj/px//vmR1h05cmRFdRhUPwGBV/WzthIBAgQIECBAgAABAgQIECDQnAICr5qzb3ZNgAABAgQIECBAgAABAgQIECBAgAABAgQIECBAgAABAgQIECBAgAABAgQIECBAgAABAgQIECBAgAABAgQIECBAgAABAgQIECBAgAABAgQIECBAgAABAgQaXUDgVaN3qGh//RV49eMf/zhuueWW2LJlS69io0ePjnPOOSc+97nPxfbt22Pp0qXZO72FCR0+fDiWLVsWc+fOzcaPGjUqNm7cGGeeeWZhzT179sT06dNj27Zt2Wdp7vb29igRfpIF+6TvHn744YrW71pE4NWujKJcmFpx+NDWrVtj4sSJvZ6NSgY0Wt+69pznHai25rS3vgSV5VVDtXem+3lIAVnz58/v8ewJvKrk9rTOGIFXrdNrlRIgQIAAAQIECBAgQIAAAQLVCQi8qs7NWwQIECBAgAABAgQIECBAgAABAgQIECBAgAABAgQIECBAgAABAgQIECBAgAABAgQIECBAgAABAgQIECBAgAABAgQIECBAgAABAgQIECBAgAABAgQIECBAgEB5AYFXTXZC+iPwavfu3XHllVdm4VXdnxEjRsQZZ5wRp59+evzJn/xJnHjiifGxj30shg8fHoMGDcqGdg+x6S3wKo3fsWNHTJkyJfbu3Vt4/8477ywEWj3zzDNxySWXZN+lQKzNmzfHuHHjSnax2hChasN7equ1OLBn9erVMWPGjJqewGprTpvoS3BSqwVe5X0H6tG3PGsoPjspaK6zszPa2toqOt/F9ZcKW+uP+3P++edHWnfkyJEV1WFQ/QQEXtXP2koECBAgQIAAAQIECBAgQIBAcwoIvGrOvtk1AQIECBAgQIAAAQIECBAgQIAAAQIECBAgQIAAAQIECBAgQIAAAQIECBAgQIAAAQIECBAgQIAAAQIECBAgQIAAAQIECBAgQIAAAQIECBAgQIAAAQIECBBodAGBV43eoaL91TvwqjiIJm1n4sSJWZBV+t9ygTaHDx+OhQsXZv+lp5LAq4MHD8aNN94YK1euzN4599xz47HHHsvCrYr3Mnv27Fi+fHkMHTq0ZBerDRHKK/Bq/fr1cdlllxX2et9990UKBqrlU23NaQ8Cr0qf0Xrcgbz7lncNfTk7pc57JYFX/XF/BF7V8teptnMJvKqtp9kIECBAgAABAgQIECBAgACBgScg8Grg9VRFBAgQIECAAAECBAgQIECAAAECBAgQIECAAAECBAgQIECAAAECBAgQIECAAAECBAgQIECAAAECBAgQIECAAAECBAgQIECAAAECBAgQIECAAAECBAgQIECgEQQEXjVCF/qwh3oHXu3YsSOmTJkSe/fuzXY5fvz4+OY3vxknn3xyr7uuNsRnzZo1MXPmzGz+YcOGxYYNG2LSpElHBTKtWLEi5syZ0+M+ql0/r8Crf/qnf4rzzjsvDhw4kO352muvjWXLlsWQIUN6tax0QLU1p/n7ElrUvUfp3a1bt2YBaLV4qq0hr77V4w5UW3Olfcu7hnfffTdmzZoVzz33XHYEUlDd2rVr47jjjqvoSLz99tsxffr0eOGFF3q8G/1xfwReVdS+fhkk8Kpf2C1KgAABAgQIECBAgAABAgQINJGAwKsmapatEiBAgAABAgQIECBAgAABAgQIECBAgAABAgQIECBAgAABAgQIECBAgAABAgQIECBAgAABAgQIECBAgAABAgQIECBAgAABAgQIECBAgAABAgQIECBAgACBJhIQeNVEzUpbrXfgVXGw0V133RV33nlnlAgbOUryrbfeihkzZsRLL72UfTd27NhYv359jBkzpqz6m2++GdOmTYvt27dn4zo6OmLBggXxxBNPFIKwUvDWunXr4vjjj+9xrmpDhPIKTtqzZ08W6rNt27Zsz5XU0NfjWW3NaR2BV6XPaD3uQN59y7uG9957L7unixcvzo7sqFGjYvPmzTFu3LiKjvAPf/jDuPDCCwvBeqXC4Prj/gi8qqh9/TJI4FW/sFuUAAECBAgQIECAAAECBAgQaCIBgVdN1CxbJUCAAAECBAgQIECAAAECBAgQIECAAAECBAgQIECAAAECBAgQIECAAAECBAgQIECAAAECBAgQIECAAAECBAgQIECAAAECBAgQIECAAAECBAgQIECAAAECTSQg8KqJmpW22t+BV6tWrYrLL7+8IrVNmzbFrFmz4sCBA9n4SgOvisNzJk+eHCtWrIglS5bEgw8+mM3V3t4enZ2d0dbW1uNeqg0Ryivw6tChQzFv3rxCDWnj999/f9x8880VBYjt378/brrppvjpT38aI0eOjE996lMxe/bs+NjHPlYwqLbmNIHAq8oCr/K4A3n3rTjwKo8avv3tb8fUqVMLZ/Hee+/NzvvgwYPL/l6k+75w4cJIYXpdT6nAq/64PwKvKvqp75dBAq/6hd2iBAgQIECAAAECBAgQIECAQBMJCLxqombZKgECBAgQIECAAAECBAgQIECAAAECBAgQIECAAAECBAgQIECAAAECBAgQIECAAAECBAgQIECAAAECBAgQIECAAAECBAgQIECAAAECBAgQIECAAAECBAgQaCIBgVdN1Ky01f4OvErhTCl46phjjikrt3v37rjyyitj+/bthXHDhg2LLVu2xJ/92Z/1qv7iiy/GRRddlIVljRo1Kh544IEsHGrbtm2R5tmwYUNMmjSp7DzVhgjlFXiVNtu9rvTn0aNHRwofOvvss8vWcvjw4Vi3bl1cd911hQCx5PPoo4/G8OHDC+9WW3OaQOBVZYFXedyBvPtWHHiVRw379u2LL3/5y5GCr/pytl9++eW44oorYs+ePYVzXCrwqj/uj8CrXn+q+22AwKt+o7cwAQIECBAgQIAAAQIECBAg0CQCAq+apFG2SYAAAQIECBAgQIAAAQIECBAgQIAAAQIECBAgQIAAAQIECBAgQIAAAQIECBAgQIAAAQIECBAgQIAAAQIECBAgQIAAAQIECBAgQIAAAQIECBAgQIAAAQIEmkxA4FWTNazegVc7duyIKVOmxN69ezOpFND093//9zF58uQoETgSv/3tb7NQp1tvvTV27dp1lO7WrVtj4sSJvaq/++67MWfOnCzYKj0XXHBBvPLKK1nY07nnnhuPPfZYFoRV7qk2RCjPwKu0p3nz5sXy5csLWx8zZkwsXbo0PvvZz8agQYOOKimZPv3005lpVyhQCv16/PHHY+rUqUeMr7bmNMn7Cbx65JFH4uqrry55JnptdtGAamvIq2/1uAPV1lxp3+pRQ9rLpk2bYtasWYVQtrFjx8ZDDz0UEyZMOOpspBC3FGB3ww03HPVb0VPgVb3vj8Crvt7e+o0XeFU/aysRIECAAAECBAgQIECAAAECzSkg8Ko5+2bXBAgQIECAAAECBAgQIECAAAECBAgQIECAAAECBAgQIECAAAECBAgQIECAAAECBAgQIECAAAECBAgQIECAAAECBAgQIECAAAECBAgQIECAAAECBAgQIECg0QUEXjVAh+66666YP39+YSeLFi2Kjo6Okjurd+DVwYMH48Ybb4yVK1cW9pPClq644oq47LLL4qSTTspCmvbt2xevvfZafOtb34pnn322MPbEE0+Mn/3sZ4U/Vxp4lcJwli1bFnPnzj3KIYVDtbe39xquVG2IUF7BSV2F/PznP4/Zs2dH6mX354tf/GLMnDkzPvWpT8WQIUNi//79kbyKTdM7119/fSxZsiSGDh16xBzV1pwm6Uvg1fe+9704++yzjzgTX/rSl+KEE06Itra2SP//ox/9aFW3q9oa8upbPe5AtTVX2rd61JD2UiqQqvj3Io370Y9+FOvXr481a9YUwrG6H5aeAq/SmHreH4FXVV3hurwk8KouzBYhQIAAAQIECBAgQIAAAQIEmlhA4FUTN8/WCRAgQIAAAQIECBAgQIAAAQIECBAgQIAAAQIECBAgQIAAAQIECBAgQIAAAQIECBAgQIAAAQIECBAgQIAAAQIECBAgQIAAAQIECBAgQIAAAQIECBAgQIBAAwsIvGqA5jRy4FXi2b17d1x55ZWxffv2irVGjBgRKbjrk5/8ZFx66aWxd+/e7N1Vq1bF5ZdfXtE8r7/+evZu98CsUaNGxebNm2PcuHG9zlFtiFBewUndN5xqSkFiW7Zs6bWO4gE33XRT3HPPPZGChIqfamtO8/Ql8GrPnj0xffr02LZtW8n9VxpsVurlamvIs29534Fqa+5L3/KuoauXb7/9dhZU9/jjj1d0ttNvxYIFC7J7/cILL2TvlAu8St/X6/4IvKqohf0ySOBVv7BblAABAgQIECBAgAABAgQIEGgiAYFXTdQsWyVAgAABAgQIECBAgAABAgQIECBAgAABAgQIECBAgAABAgQIECBAgAABAgQIECBAgAABAgQIECBAgAABAgQIECBAgAABAgQIECBAgAABAgQIECBAgAABAk0kIPCqAZrV6IFXiejHP/5x3HrrrfHss8/2KjZt2rS4/fbb4xOf+EQUByO1t7dHZ2dntLW19TrPwYMHs1ColStXFsbOnj07li9fHkOHDu31/WpDhPIMTuq+6VTfI488EnfffXe88847vdYzZsyYmD9/flxyySVxzDHHlBxfbc1psr4EXh0+fDjWrVsX1113XRw4cOCovaxevTpmzJjRa02lBlRbQ959y/MOVFtzX/uWZw3FZ/v++++P++67r+zZPuOMM7Lfg1NPPTVmzpwZzz//fDZNb4FXaUw97o/Aq6qucF1eEnhVF2aLECBAgAABAgQIECBAgAABAk0sIPCqiZtn6wQIECBAgAABAgQIECBAgAABAgQIECBAgAABAgQIECBAgAABAgQIECBAgAABAgQIECBAgAABAgQIECBAgAABAgQIECBAgAABAgQIECBAgAABAgQIECBAoIEFBF41QHOaIfAqMR06dCh+8IMfxIYNG+KVV16JnTt3ZnqjR4+OsWPHxl/8xV/EhRdemP25K4wkvTNv3rx48MEHs7Enn3xyPPnkk3HKKadUJP/MM89kAU9dz4oVK2LOnDkVvVttiFDewUnFm9+/f38W9POd73wndu3aVXAdNmxYnHbaaXHWWWfFeeedF+PHj48hQ4aUrb3amtOkfQm8SuNT6NXrr7+eBZCl85De73oWLVoUHR0dFfWpeFC1NdSjb3ndgWprrqZvedVQqtn79u2LjRs3xubNm2Pbtm1Z+NWIESNi0qRJcfHFF8eUKVOy8Lri3l1//fWxdOnS+PCHP9zrGcrz/gi86pW/3wYIvOo3egsTIECAAAECBAgQIECAAAECTSIg8KpJGmWbBAgQIECAAAECBAgQIECAAAECBAgQIECAAAECBAgQIECAAAECBAgQIECAAAECBAgQIECAAAECBAgQIECAAAECBAgQIECAAAECBAgQIECAAAECBAgQIECgyQQEXjVZw1ptu90Dr1Lg07p16+L4449vNQb1EhjQAtWGlQ1oFMWVFRB45YAQIECAAAECBAgQIECAAAECBMoLCLxyQggQIECAAAECBAgQIECAAAECBAgQIECAAAECBAgQIECAAAECBAgQIECAAAECBAgQIECAAAECBAgQIECAAAECBAgQIECAAAECBAgQIECAAAECBAgQIECAAIE8BARe5aFqzpoIHDx4MG688cZYuXJlNl97e3t0dnZGW1tbTeY3CQECjSGwY8eOmDJlSuzduzfb0KpVq+Lyyy9vjM3ZRUMKCLxqyLbYFAECBAgQIECAAAECBAgQINBAAgKvGqgZtkKAAAECBAgQIECAAAECBAgQIECAAAECBAgQIECAAAECBAgQIECAAAECBAgQIECAAAECBAgQIECAAAECBAgQIECAAAECBAgQIECAAAECBAgQ+H/s3T+o2FXSx+FT2ImCKRRsUhqxsLDQRiNYCkpAEYmdYGEhiNgESxvTaGHAv4WopaTSSsEogiIoFhKs1MZGsBBtxOiSCxt2eX3NzLLJ2W/m2Wph597fnGdu2v0QIECAAAECV5CA4NUVdMwr7Slff/31evDBB9fZs2fXNddcs06fPr3uueeeK+2Z3kPgihB4++2314svvriOHDmybrnlloN/u4cPH77o2/7888/10ksvrccff/zC7JkzZ9Zdd9110Z81MFdA8Gru7b2cAAECBAgQIECAAAECBAgQqAkIXtWcTBEgQIAAAQIECBAgQIAAAQIECBAgQIAAAQIECBAgQIAAAQIECBAgQIAAAQIECBAgQIAAAQIECBAgQIAAAQIECBAgQIAAAQIECBAgQIAAAQIECBAgQIAAAQI9AcGrnpfpyyRw7ty5dfLkyXXixImDLx47dmy9/vrr67rrrrtMG/gMAQIdgY8++mgdPXr0wo+89tpr69FHH73or/juu+/WI488sj755JOD2bvvvnudj2fdeOONF/1ZA3MFBK/m3t7LCRAgQIAAAQIECBAgQIAAgZqA4FXNyRQBAgQIECBAgAABAgQIECBAgAABAgQIECBAgAABAgQIECBAgAABAgQIECBAgAABAgQIECBAgAABAgQIECBAgAABAgQIECBAgAABAgQIECBAgAABAgQIECDQExC86nmZvgwCf/zxx3rnnXfW008/vb7//vuDL7711lvr+PHjl+HrPkGAwH8i8O23366HH354ffbZZwc/fvvtt69Tp06t22677f/9def/fT/55JPr9OnTF2ZeeOGF9cQTT6y/CBr9J2v5mStUQPDqCj2sZxEgQIAAAQIECBAgQIAAAQL/NQHBq/8apV9EgAABAgQIECBAgAABAgQIECBAgAABAgQIECBAgAABAgQIECBAgAABAgQIECBAgAABAgQIECBAgAABAgQIECBAgAABAgQIECBAgAABAgQIECBAgAABAgQI/IuA4JU/h+0Cn3/++UEY5+abb16//fbbOnPmzPrggw8u7HXfffetV199dV1//fXbd7UAAQJ/LXDu3Ll18uTJdeLEiQsDhw4dOohgnf83fOutt66rrrpq/f777+vs2bPr/fffPwjZ/TNqd/6H7r///vXyyy+vG264ATOBvxUQvPIHQoAAAQIECBAgQIAAAQIECBD4ewHBK38hBAgQIECAAAECBAgQIECAAAECBAgQIECAAAECBAgQIECAAAECBAgQIECAAAECBAgQIECAAAECBAgQIECAAAECBAgQIECAAAECBAgQIECAAAECBAgQIECAwKUQELy6FKp+Z0vgm2++WQ899ND66quv/s/PHT58eL3xxhvr6NGjrd9pmACByy/w448/rqeeemq9+eab7Y8fO3ZsPf/88+v8v3n/IXAxAcGriwn53wkQIECAAAECBAgQIECAAIHpAoJX0/8CvJ8AAQIECBAgQIAAAQIECBAgQIAAAQIECBAgQIAAAQIECBAgQIAAAQIECBAgQIAAAQIECBAgQIAAAQIECBAgQIAAAQIECBAgQIAAAQIECBAgQIAAAQIECFwaAcGrS+PqtzYEfvjhh3X8+PH14Ycf/ttPHTp0aJ06deoghvUXcZPGF4wSIHC5BH799df1yiuvrGeffXb99NNPF/3s+X/nzzzzzHrsscfW1VdffdF5AwTOCwhe+TsgQIAAAQIECBAgQIAAAQIECPy9gOCVvxACBAgQIECAAAECBAgQIECAAAECBAgQIECAAAECBAgQIECAAAECBAgQIECAAAECBAgQIECAAAECBAgQIECAAAECBAgQIECAAAECBAgQIECAAAECBAgQIEDgUggIXl0KVb+zJfDLL7+s5557br377rvryy+/XDfddNO69957DwI45/+7/xAgkCfw888/r48//ni9995764svvliffvrphUfccccd68iRI+uBBx5Yd95557r22mvzHmjjrQKCV1v5fZwAAQIECBAgQIAAAQIECBAIEBC8CjiSFQkQIECAAAECBAgQIECAAAECBAgQIECAAAECBAgQIECAAAECBAgQIECAAAECBAgQIECAAAECBAgQIECAAAECBAgQIECAAAECBAgQIECAAAECBAgQIECAQKCA4FXg0axMgAABAgQmCwheTb6+txMgQIAAAQIECBAgQIAAAQIVAcGripIZAgQIECBAgAABAgQIECBAgAABAgQIECBAgAABAgQIECBAgAABAgQIECBAgAABAgQIECBAgAABAgQIECBAgAABAgQIECBAgAABAgQIECBAgAABAgQIECBAoCsgeNUVM0+AAAECBAhsFRC82srv4wQIECBAgAABAgQIECBAgECAgOBVwJGsSIAAAQIECBAgQIAAAQIECBAgQIAAAQIECBAgQIAAAQIECBAgQIAAAQIECBAgQIAAAQIECBAgQIAAAQIECBAgQIAAAQIECBAgQIAAAQIECBAgQIAAAQIEAgUErwKPZmUCBAgQIDBZQPBq8vW9nQABAgQIECBAgAABAgQIEKgICF5VlMwQIECAAAECBAgQIECAAAECBAgQIECAAAECBAgQIECAAAECBAgQIECAAAECBAgQIECAAAECBAgQIECAAAECBAgQIECAAAECBAgQIECAAAECBAgQIECAAAECXQHBq66YeQIECBAgQGCrgODVVn4fJ0CAAAECBAgQIECAAAECBAIEBK8CjmRFAgQIECBAgAABAgQIECBAgAABAgQIECBAgAABAgQIECBAgAABAgQIECBAgAABAgQIECBAgAABAgQIECBAgAABAgQIECBAgAABAgQIECBAgAABAgQIECAQKCB4FXg0KxMgQIAAgckCgleTr+/tBAgQIECAAAECBAgQIECAQEVA8KqiZIYAAQIECBAgQIAAAQIECBAgQIAAAQIECBAgQIAAAQIECBAgQIAAAQIECBAgQIAAAQIECBAgQIAAAQIECBAgQIAAAQIECBAgQIAAAQIECBAgQIAAAQIECBDoCghedcXMEyBAgAABAlsFBK+28vs4AQIECBAgQIAAAQIECBAgECAgeBVwJCsSIECAAAECBAgQIECAAAECBAgQIECAAAECBAgQIECAAAECBAgQIECAAAECBAgQIECAAAECBAgQIECAAAECBAgQIECAAAECBAgQIECAAAECBAgQIECAAIFAAcGrwKNZmQABAgQITBYQvJp8fW8nQIAAAQIECBAgQIAAAQIEKgKCVxUlMwQIECBAgAABAgQIECBAgAABAgQIECBAgAABAgQIECBAgAABAgQIECBAgAABAgQIECBAgAABAgQIECBAgAABAgQIECBAgAABAgQIECBAgAABAgQIECBAgEBXQPCqK2aeAAECBAgQ2CogeLWV38cJECBAgAABAgQIECBAgACBAAHBq4AjWZEAAQIECBAgQIAAAQIECBAgQIAAAQIECBAgQIAAAQIECBAgQIAAAQIECBAgQIAAAQIECBAgQIAAAQIECBAgQIAAAQIECBAgQIAAAQIECBAgQIAAAQIECAQKCF4FHs3KBAgQIEBgsoDg1eTrezsBAgQIECBAgAABAgQIECBQERC8qiiZIUCAAAECBAgQIECAAAECBAgQIECAAAECBAgQIECAAAECBAgQIECAAAECBAgQIECAAAECBAgQIECAAAECBAgQIECAAAECBAgQIECAAAECBAgQIECAAAECBLoCglddMfMECBAgQIDAVgHBq638Pk6AAAECBAgQIECAAAECBAgECAheBRzJigQIECBAgAABAgQIECBAgAABAgQIECBAgAABAgQIECBAgAABAgQIECBAgAABAgQIECBAgAABAgQIECBAgAABAgQIECBAgAABAgQIECBAgAABAgQIECBAIFBA8CrwaFYmQIAAAQKTBQSvJl/f2wkQIECAAAECBAgQIECAAIGKgOBVRckMAQIECBAgQIAAAQIECBAgQIAAAQIECBAgQIAAAQIECBAgQIAAAQIECBAgQIAAAQIECBAgQIAAAQIECBAgQIAAAQIECBAgQIAAAQIECBAgQIAAAQIECBAg0BUQvOqKmSdAgAABAgS2CghebeX3cQIECBAgQIAAAQIECBAgQCBAQPAq4EhWJECAAAECBAgQIECAAAECBAgQIECAAAECBAgQIECAAAECBAgQIECAAAECBAgQIECAAAECBAgQIECAAAECBAgQIECAAAECBAgQIECAAAECBAgQIECAAAECgQKCV4FHszIBAgQIEJgsIHg1+freToAAAQIECBAgQIAAAQIECFQEBK8qSmYIECBAgAABAgQIECBAgAABAgQIECBAgAABAgQIECBAgAABAgQIECBAgAABAgQIECBAgAABAgQIECBAgAABAgQIECBAgAABAgQIECBAgAABAgQIECBAgACBroDgVVfMPAECBAgQILBVQPBqK7+PEyBAgAABAgQIECBAgAABAgECglcBR7IiAQIECBAgQIAAAQIECBAgQIAAAQIECBAgQIAAAQIECBAgQIAAAQIECBAgQIAAAQIECBAgQIAAAQIECBAgQIAAAQIECBAgQIAAAQIECBAgQIAAAQIECBAIFBC8CjyalQkQIECAwGQBwavJ1/d2AgQIECBAgAABAgQIECBAoCIgeFVRMkOAAAECBAgQIECAAAECBAgQIECAAAECBAgQIECAAAECBAgQIECAABHFHiwAACAASURBVAECBAgQIECAAAECBAgQIECAAAECBAgQIECAAAECBAgQIECAAAECBAgQIECAAAECBAh0BQSvumLmCRAgQIAAga0Cgldb+X2cAAECBAgQIECAAAECBAgQCBAQvAo4khUJECBAgAABAgQIECBAgAABAgQIECBAgAABAgQIECBAgAABAgQIECBAgAABAgQIECBAgAABAgQIECBAgAABAgQIECBAgAABAgQIECBAgAABAgQIECBAgECggOBV4NGsTIAAAQIEJgsIXk2+vrcTIECAAAECBAgQIECAAAECFQHBq4qSGQIECBAgQIAAAQIECBAgQIAAAQIECBAgQIAAAQIECBAgQIAAAQIECBAgQIAAAQIECBAgQIAAAQIECBAgQIAAAQIECBAgQIAAAQIECBAgQIAAAQIECBAgQKArIHjVFTNPgAABAgQIbBUQvNrK7+MECBAgQIAAAQIECBAgQIBAgIDgVcCRrEiAAAECBAgQIECAAAECBAgQIECAAAECBAgQIECAAAECBAgQIECAAAECBAgQIECAAAECBAgQIECAAAECBAgQIECAAAECBAgQIECAAAECBAgQIECAAAECBAIFBK8Cj2ZlAgQIECAwWUDwavL1vZ0AAQIECBAgQIAAAQIECBCoCAheVZTMECBAgAABAgQIECBAgAABAgQIECBAgAABAgQIECBAgAABAgQIECBAgAABAgQIECBAgAABAgQIECBAgAABAgQIECBAgAABAgQIECBAgAABAgQIECBAgAABAl0BwauumHkCBAgQIEBgq4Dg1VZ+HydAgAABAgQIECBAgAABAgQCBASvAo5kRQIECBAgQIAAAQIECBAgQIAAAQIECBAgQIAAAQIECBAgQIAAAQIECBAgQIAAAQIECBAgQIAAAQIECBAgQIAAAQIECBAgQIAAAQIECBAgQIAAAQIECBAgECggeBV4NCsTIECAAIHJAoJXk6/v7QQIECBAgAABAgQIECBAgEBFQPCqomSGAAECBAgQIECAAAECBAgQIECAAAECBAgQIECAAAECBAgQIECAAAECBAgQIECAAAECBAgQIECAAAECBAgQIECAAAECBAgQIECAAAECBAgQIECAAAECBAgQ6AoIXnXFzBMgQIAAAQJbBQSvtvL7OAECBAgQIECAAAECBAgQIBAgIHgVcCQrEiBAgAABAgQIECBAgAABAgQIECBAgAABAgQIECBAgAABAgQIECBAgAABAgQIECBAgAABAgQIECBAgAABAgQIECBAgAABAgQIECBAgAABAgQIECBAgACBQAHBq8CjWZkAAQIECEwWELyafH1vJ0CAAAECBAgQIECAAAECBCoCglcVJTMECBAgQIAAAQIECBAgQIAAAQIECBAgQIAAAQIECBAgQIAAAQIECBAgQIAAAQIECBAgQIAAAQIECBAgQIAAAQIECBAgQIAAAQIECBAgQIAAAQIECBAgQIBAV0DwqitmngABAgQIENgqIHi1ld/HCRAgQIAAAQIECBAgQIAAgQABwauAI1mRAAECBAgQIECAAAECBAgQIECAAAECBAgQIECAAAECBAgQIECAAAECBAgQIECAAAECBAgQIECAAAECBAgQIECAAAECBAgQIECAAAECBAgQIECAAAECBAgECgheBR7NygQIECBAYLKA4NXk63s7AQIECBAgQIAAAQIECBAgUBEQvKoomSFAgAABAgQIECBAgAABAgQIECBAgAABAgQIECBAgAABAgQIECBAgAABAgQIECBAgAABAgQIECBAgAABAgQIECBAgAABAgQIECBAgAABAgQIECBAgAABAgS6AoJXXTHzBAgQIECAwFYBwaut/D5OgAABAgQIECBAgAABAgQIBAgIXgUcyYoECBAgQIAAAQIECBAgQIAAAQIECBAgQIAAAQIECBAgQIAAAQIECBAgQIAAAQIECBAgQIAAAQIECBAgQIAAAQIECBAgQIAAAQIECBAgQIAAAQIECBAgQCBQQPAq8GhWJkCAAAECkwUEryZf39sJECBAgAABAgQIECBAgACBioDgVUXJDAECBAgQIECAAAECBAgQIECAAAECBAgQIECAAAECBAgQIECAAAECBAgQIECAAAECBAgQIECAAAECBAgQIECAAAECBAgQIECAAAECBAgQIECAAAECBAgQINAVELzqipknQIAAAQIEtgoIXm3l93ECBAgQIECAAAECBAgQIEAgQEDwKuBIViRAgAABAgQIECBAgAABAgQIECBAgAABAgQIECBAgAABAgQIECBAgAABAgQIECBAgAABAgQIECBAgAABAgQIECBAgAABAgQIECBAgAABAgQIECBAgAABAoECgleBR7MyAQIECBCYLCB4Nfn63k6AAAECBAgQIECAAAECBAhUBASvKkpmCBAgQIAAAQIECBAgQIAAAQIECBAgQIAAAQIECBAgQIAAAQIECBAgQIAAAQIECBAgQIAAAQIECBAgQIAAAQIECBAgQIAAAQIECBAgQIAAAQIECBAgQIAAga6A4FVXzDwBAgQIECCwVUDwaiu/jxMgQIAAAQIECBAgQIAAAQIBAoJXAUeyIgECBAgQIECAAAECBAgQIECAAAECBAgQIECAAAECBAgQIECAAAECBAgQIECAAAECBAgQIECAAAECBAgQIECAAAECBAgQIECAAAECBAgQIECAAAECBAgQCBQQvAo8mpUJECBAgMBkAcGrydf3dgIECBAgQIAAAQIECBAgQKAiIHhVUTJDgAABAgQIECBAgAABAgQIECBAgAABAgQIECBAgAABAgQIECBAgAABAgQIECBAgAABAgQIECBAgAABAgQIECBAgAABAgQIECBAgAABAgQIECBAgAABAgQIdAUEr7pi5gkQIECAAIGtAoJXW/l9nAABAgQIECBAgAABAgQIEAgQELwKOJIVCRAgQIAAAQIECBAgQIAAAQIECBAgQIAAAQIECBAgQIAAAQIECBAgQIAAAQIECBAgQIAAAQIECBAgQIAAAQIECBAgQIAAAQIECBAgQIAAAQIECBAgQIBAoIDgVeDRrEyAAAECBCYLCF5Nvr63EyBAgAABAgQIECBAgAABAhUBwauKkhkCBAgQIECAAAECBAgQIECAAAECBAgQIECAAAECBAgQIECAAAECBAgQIECAAAECBAgQIECAAAECBAgQIECAAAECBAgQIECAAAECBAgQIECAAAECBAgQIECgKyB41RUzT4AAAQIECGwVELzayu/jBAgQIECAAAECBAgQIECAQICA4FXAkaxIgAABAgQIECBAgAABAgQIECBAgAABAgQIECBAgAABAgQIECBAgAABAgQIECBAgAABAgQIECBAgAABAgQIECBAgAABAgQIECBAgAABAgQIECBAgAABAgQCBQSvAo9mZQIECBAgMFlA8Gry9b2dAAECBAgQIECAAAECBAgQqAgIXlWUzBAgQIAAAQIECBAgQIAAAQIECBAgQIAAAQIECBAgQIAAAQIECBAgQIAAAQIECBAgQIAAAQIECBAgQIAAAQIECBAgQIAAAQIECBAgQIAAAQIECBAgQIAAAQJdAcGrrph5AgQIECBAYKuA4NVWfh8nQIAAAQIECBAgQIAAAQIEAgQErwKOZEUCBAgQIECAAAECBAgQIECAAAECBAgQIECAAAECBAgQIECAAAECBAgQIECAAAECBAgQIECAAAECBAgQIECAAAECBAgQIECAAAECBAgQIECAAAECBAgQIBAoIHgVeDQrEyBAgACByQKCV5Ov7+0ECBAgQIAAAQIECBAgQIBARUDwqqJkhgABAgQIECBAgAABAgQIECBAgAABAgQIECBAgAABAgQIECBAgAABAgQIECBAgAABAgQIECBAgAABAgQIECBAgAABAgQIECBAgAABAgQIECBAgAABAgQIEOgKCF51xcwTIECAAAECWwUEr7by+zgBAgQIECBAgAABAgQIECAQICB4FXAkKxIgQIAAAQIECBAgQIAAAQIECBAgQIAAAQIECBAgQIAAAQIECBAgQIAAAQIECBAgQIAAAQIECBAgQIAAAQIECBAgQIAAAQIECBAgQIAAAQIECBAgQIAAgUABwavAo1mZAAECBAhMFhC8mnx9bydAgAABAgQIECBAgAABAgQqAoJXFSUzBAgQIECAAAECBAgQIECAAAECBAgQIECAAAECBAgQIECAAAECBAgQIECAAAECBAgQIECAAAECBAgQIECAAAECBAgQIECAAAECBAgQIECAAAECBAgQIECAQFdA8KorZp4AAQIECBDYKiB4tZXfxwkQIECAAAECBAgQIECAAIEAAcGrgCNZkQABAgQIECBAgAABAgQIECBAgAABAgQIECBAgAABAgQIECBAgAABAgQIECBAgAABAgQIECBAgAABAgQIECBAgAABAgQIECBAgAABAgQIECBAgAABAgQIBAoIXgUezcoECBAgQGCygODV5Ot7OwECBAgQIECAAAECBAgQIFARELyqKJkhQIAAAQIECBAgQIAAAQIECBAgQIAAAQIECBAgQIAAAQIECBAgQIAAAQIECBAgQIAAAQIECBAgQIAAAQIECBAgQIAAAQIECBAgQIAAAQIECBAgQIAAAQIEugKCV10x8wQIECBAgMBWAcGrrfw+ToAAAQIECBAgQIAAAQIECAQICF4FHMmKBAgQIECAAAECBAgQIECAAAECBAgQIECAAAECBAgQIECAAAECBAgQIECAAAECBAgQIECAAAECBAgQIECAAAECBAgQIECAAAECBAgQIECAAAECBAgQIEAgUEDwKvBoViZAgAABApMFBK8mX9/bCRAgQIAAAQIECBAgQIAAgYqA4FVFyQwBAgQIECBAgAABAgQIECBAgAABAgQIECBAgAABAgQIECBAgAABAgQIECBAgAABAgQIECBAgAABAgQIECBAgAABAgQIECBAgAABAgQIECBAgAABAgQIECDQFRC86oqZJ0CAAAECBLYKCF5t5fdxAgQIECBAgAABAgQIECBAIEBA8CrgSFYkQIAAAQIECBAgQIAAAQIECBAgQIAAAQIECBAgQIAAAQIECBAgQIAAAQIECBAgQIAAAQIECBAgQIAAAQIECBAgQIAAAQIECBAgQIAAAQIECBAgQIAAAQKBAoJXgUezMgECBAgQmCwgeDX5+t5OgAABAgQIECBAgAABAgQIVAQErypKZggQIECAAAECBAgQIECAAAECBAgQIECAAAECBAgQIECAAAECBAgQIECAAAECBAgQIECAAAECBAgQIECAAAECBAgQIECAAAECBAgQIECAAAECBAgQIECAAIGugOBVV8w8AQIECBAgsFVA8Gorv48TIECAAAECBAgQIECAAAECAQKCVwFHsiIBAgQIECBAgAABAgQIECBAgAABAgQIECBAgAABAgQIECBAgAABAgQIECBAgAABAgQIECBAgAABAgQIECBAgAABAgQIECBAgAABAgQIECBAgAABAgQIEAgUELwKPJqVCRAgQIDAZAHBq8nX93YCBAgQIECAAAECBAgQIECgIiB4VVEyQ4AAAQIECBAgQIAAAQIECBAgQIAAAQIECBAgQIAAAQIECBAgQIAAAQIECBAgQIAAAQIECBAgQIAAAQIECBAgQIAAAQIECBAgQIAAAQIECBAgQIAAAQIECHQFBK+6YuYJECBAgACBrQKCV1v5fZwAAQIECBAgQIAAAQIECBAIEBC8CjiSFQkQIECAAAECBAgQIECAAAECBAgQIECAAAECBAgQIECAAAECBAgQIECAAAECBAgQIECAAAECBAgQIECAAAECBAgQIECAAAECBAgQIECAAAECBAgQIECAQKCA4FXg0axMgAABAgQmCwheTb6+txMgQIAAAQIECBAgQIAAAQIVAcGripIZAgQIECBAgAABAgQIECBAgAABAgQIECBAgAABAgQIECBAgAABAgQIECBAgAABAgQIECBAgAABAgQIECBAgAABAgQIECBAgAABAgQIECBAgAABAgQIECBAoCsgeNUVM0+AAAECBAhsFRC82srv4wQIECBAgAABAgQIECBAgECAgOBVwJGsSIAAAQIECBAgQIAAAQIECBAgQIAAAQIECBAgQIAAAQIECBAgQIAAAQIECBAgQIAAAQIECBAgQIAAAQIECBAgQIAAAQIECBAgQIAAAQIECBAgQIAAAQIEAgUErwKPZmUCBAgQIDBZQPBq8vW9nQABAgQIECBAgAABAgQIEKgICF5VlMwQIECAAAECBAgQIECAAAECBAgQIECAAAECBAgQIECAAAECBAgQIECAAAECBAgQIECAAAECBAgQIECAAAECBAgQIECAAAECBAgQIECAAAECBAgQIECAAAECXQHBq66YeQIECBAgQGCrgODVVn4fJ0CAAAECBAgQIECAAAECBAIEBK8CjmRFAgQIECBAgAABAgQIECBAgAABAgQIECBAgAABAgQIECBAgAABAgQIECBAgAABAgQIECBAgAABAgQIECBAgAABAgQIECBAgAABAgQIECBAgAABAgQIECAQKCB4FXg0KxMgQIAAgckCgleTr+/tBAgQIECAAAECBAgQIECAQEVA8KqiZIYAAQIECBAgQIAAAQIECBAgQIAAAQIECBAgQIAAAQIECBAgQIAAAQIECBAgQIAAAQIECBAgQIAAAQIECBAgQIAAAQIECBAgQIAAAQIECBAgQIAAAQIECBDoCghedcXMEyBAgAABAlsFBK+28vs4AQIECBAgQIAAAQIECBAgECAgeBVwJCsSIECAAAECBAgQIECAAAECBAgQIECAAAECBAgQIECAAAECBAgQIECAAAECBAgQIECAAAECBAgQIECAAAECBAgQIECAAAECBAgQIECAAAECBAgQIECAAIFAAcGrwKNZmQABAgQITBYQvJp8fW8nQIAAAQIECBAgQIAAAQIEKgKCVxUlMwQIECBAgAABAgQIECBAgAABAgQIECBAgAABAgQIECBAgAABAgQIECBAgAABAgQIECBAgAABAgQIECBAgAABAgQIECBAgAABAgQIECBAgAABAgQIECBAgEBXQPCqK2aeAAECBAgQ2CogeLWV38cJECBAgAABAgQIECBAgACBAAHBq4AjWZEAAQIECBAgQIAAAQIECBAgQIAAAQIECBAgQIAAAQIECBAgQIAAAQIECBAgQIAAAQIECBAgQIAAAQIECBAgQIAAAQIECBAgQIAAAQIECBAgQIAAAQIECAQKCF4FHs3KBAgQIEBgsoDg1eTrezsBAgQIECBAgAABAgQIECBQERC8qiiZIUCAAAECBAgQIECAAAECBAgQIECAAAECBAgQIECAAAECBAgQIECAAAECBAgQIECAAAECBAgQIECAAAECBAgQIECAAAECBAgQIECAAAECBAgQIECAAAECBLoCglddMfMECBAgQIDAVgHBq638Pk6AAAECBAgQIECAAAECBAgECAheBRzJigQIECBAgAABAgQIECBAgAABAgQIECBAgAABAgQIECBAgAABAgQIECBAgAABAgQIECBAgAABAgQIECBAgAABAgQIECBAgAABAgQIECBAgAABAgQIECBAIFBA8CrwaFYmQIAAAQKTBQSvJl/f2wkQIECAAAECBAgQIECAAIGKgOBVRckMAQIECBAgQIAAAQIECBAgQIAAAQIECBAgQIAAAQIECBAgQIAAAQIECBAgQIAAAQIECBAgQIAAAQIECBAgQIAAAQIECBAgQIAAAQIECBAgQIAAAQIECBAg0BUQvOqKmSdAgAABAgS2CghebeX3cQIECBAgQIAAAQIECBAgQCBAQPAq4EhWJECAAAECBAgQIECAAAECBAgQIECAAAECBAgQIECAAAECBAgQIECAAAECBAgQIECAAAECBAgQIECAAAECBAgQIECAAAECBAgQIECAAAECBAgQIECAAAECgQKCV4FHszIBAgQIEJgsIHg1+freToAAAQIECBAgQIAAAQIECFQEBK8qSmYIECBAgAABAgQIECBAgAABAgQIECBAgAABAgQIECBAgAABAgQIECBAgAABAgQIECBAgAABAgQIECBAgAABAgQIECBAgAABAgQIECBAgAABAgQIECBAgACBroDgVVfMPAECBAgQILBVQPBqK7+PEyBAgAABAgQIECBAgAABAgECglcBR7IiAQIECBAgQIAAAQIECBAgQIAAAQIECBAgQIAAAQIECBAgQIAAAQIECBAgQIAAAQIECBAgQIAAAQIECBAgQIAAAQIECBAgQIAAAQIECBAgQIAAAQIECBAIFBC8CjyalQkQIECAwGQBwavJ1/d2AgQIECBAgAABAgQIECBAoCIgeFVRMkOAAAECBAgQIECAAAECBAgQIECAAAECBAgQIECAAAECBAgQIECAAAECBAgQIECAAAECBAgQIECAAAECBAgQIECAAAECBAgQIECAAAECBAgQIECAAAECBAh0BQSvumLmCRAgQIAAga0Cgldb+X2cAAECBAgQIECAAAECBAgQCBAQvAo4khUJECBAgAABAgQIECBAgAABAgQIECBAgAABAgQIECBAgAABAgQIECBAgAABAgQIECBAgAABAgQIECBAgAABAgQIECBAgAABAgQIECBAgAABAgQIECBAgECggOBV4NGsTIAAAQIEJgsIXk2+vrcTIECAAAECBAgQIECAAAECFQHBq4qSGQIECBAgQIAAAQIECBAgQIAAAQIECBAgQIAAAQIECBAgQIAAAQIECBAgQIAAAQIECBAgQIAAAQIECBAgQIAAAQIECBAgQIAAAQIECBAgQIAAAQIECBAgQKArIHjVFTNPgAABAgQIbBUQvNrK7+MECBAgQIAAAQIECBAgQIBAgIDgVcCRrEiAAAECBAgQIECAAAECBAgQIECAAAECBAgQIECAAAECBAgQIECAAAECBAgQIECAAAECBAgQIECAAAECBAgQIECAAAECBAgQIECAAAECBAgQIECAAAECBAIFBK8Cj2ZlAgQIECAwWUDwavL1vZ0AAQIECBAgQIAAAQIECBCoCAheVZTMECBAgAABAgQIECBAgAABAgQIECBAgAABAgQIECBAgAABAgQIECBAgAABAgQIECBAgAABAgQIECBAgAABAgQIECBAgAABAgQIECBAgAABAgQIECBAgAABAl0BwauumHkCBAgQIEBgq4Dg1VZ+HydAgAABAgQIECBAgAABAgQCBASvAo5kRQIECBAgQIAAAQIECBAgQIAAAQIECBAgQIAAAQIECBAgQIAAAQIECBAgQIAAAQIECBAgQIAAAQIECBAgQIAAAQIECBAgQIAAAQIECBAgQIAAAQIECBAgECggeBV4NCsTIECAAIHJAoJXk6/v7QQIECBAgAABAgQIECBAgEBFQPCqomSGAAECBAgQIECAAAECBAgQIECAAAECBAgQIECAAAECBAgQIECAAAECBAgQIECAAAECBAgQIECAAAECBAgQIECAAAECBAgQIECAAAECBAgQIECAAAECBAgQ6AoIXnXFzBMgQIAAAQJbBQSvtvL7OAECBAgQIECAAAECBAgQIBAgIHgVcCQrEiBAgAABAgQIECBAgAABAgQIECBAgAABAgQIECBAgAABAgQIECBAgAABAgQIECBAgAABAgQIECBAgAABAgQIECBAgAABAgQIECBAgAABAgQIECBAgACBQAHBq8CjWZkAAQIECEwWELyafH1vJ0CAAAECBAgQIECAAAECBCoCglcVJTMECBAgQIAAAQIECBAgQIAAAQIECBAgQIAAAQIECBAgQIAAAQIECBAgQIAAAQIECBAgQIAAAQIECBAgQIAAAQIECBAgQIAAAQIECBAgQIAAAQIECBAgQIBAV0DwqitmngABAgQIENgqIHi1ld/HCRAgQIAAAQIECBAgQIAAgQABwauAI1mRAAECBAgQIECAAAECBAgQIECAAAECBAgQIECAAAECBAgQIECAAAECBAgQIECAAAECBAgQIECAAAECBAgQIECAAAECBAgQIECAAAECBAgQIECAAAECBAgECgheBR7NygQIECBAYLKA4NXk63s7AQIECBAgQIAAAQIECBAgUBEQvKoomSFAgAABAgQIECBAgAABAgQIECBAgAABAgQIECBAgAABAgQIECBAgAABAgQIECBAgAABAgQIECBAgAABAgQIECBAgAABAgQIECBAgAABAgQIECBAgAABAgS6AoJXXTHzBAgQIECAwFYBwaut/D5OgAABAgQIECBAgAABAgQIBAgIXgUcyYoECBAgQIAAAQIECBAgQIAAAQIECBAgQIAAAQIECBAgQIAAAQIECBAgQIAAAQIECBAgQIAAAQIECBAgQIAAAQIECBAgQIAAAQIECBAgQIAAAQIECBAgQCBQQPAq8GhWJkCAAAECkwUEryZf39sJECBAgAABAgQIECBAgACBioDgVUXJDAECBAgQIECAAAECBAgQIECAAAECBAgQIECAAAECBAgQIECAAAECBAgQIECAAAECBAgQIECAAAECBAgQIECAAAECBAgQIECAAAECBAgQIECAAAECBAgQINAVELzqipknQIAAAQIEtgoIXm3l93ECBAgQIECAAAECBAgQIEAgQEDwKuBIViRAgAABAgQIECBAgAABAgQIECBAgAABAgQIECBAgAABAgQIECBAgAABAgQIECBAgAABAgQIECBAgAABAgQIECBAgAABAgQIECBAgAABAgQIECBAgAABAoECgleBR7MyAQIECBCYLCB4Nfn63k6AAAECBAgQIECAAAECBAhUBASvKkpmCBAgQIAAAQIECBAgQIAAAQIECBAgQIAAAQIECBAgQIAAAQIECBAgQIAAAQIECBAgQIAAAQIECBAgQIAAAQIECBAg6wlZrAAAIABJREFUQIAAAQIECBAgQIAAAQIECBAgQIAAga6A4FVXzDwBAgQIECCwVUDwaiu/jxMgQIAAAQIECBAgQIAAAQIBAoJXAUeyIgECBAgQIECAAAECBAgQIECAAAECBAgQIECAAAECBAgQIECAAAECBAgQIECAAAECBAgQIECAAAECBAgQIECAAAECBAgQIECAAAECBAgQIECAAAECBAgQCBQQvAo8mpUJECBAgMBkAcGrydf3dgIECBAgQIAAAQIECBAgQKAiIHhVUTJDgAABAgQIECBAgAABAgQIECBAgAABAgQIECBAgAABAgQIECBAgAABAgQIECBAgAABAgQIECBAgAABAgQIECBAgAABAgQIECBAgAABAgQIECBAgAABAgQIdAUEr7pi5gkQIECAAIGtAoJXW/l9nAABAgQIECBAgAABAgQIEAgQELwKOJIVCRAgQIAAAQIECBAgQIAAAQIECBAgQIAAAQIECBAgQIAAAQIECBAgQIAAAQIECBAgQIAAAQIECBAgQIAAAQIECBAgQIAAAQIECBAgQIAAAQIECBAgQIBAoIDgVeDRrEyAAAECBCYLCF5Nvr63EyBAgAABAgQIECBAgAABAhUBwauKkhkCBAgQIECAAAECBAgQIECAAAECBAgQIECAAAECBAgQIECAAAECBAgQIECAAAECBAgQIECAAAECBAgQIECAAAECBAgQIECAAAECBAgQIECAAAECBAgQIECgKyB41RUzT4AAAQIECGwVELzayu/jBAgQIECAAAECBAgQIECAQICA4FXAkaxIgAABAgQIECBAgAABAgQIECBAgAABAgQIECBAgAABAgQIECBAgAABAgQIECBAgAABAgQIECBAgAABAgQIECBAgAABAgQIECBAgAABAgQIECBAgAABAgQCBQSvAo9mZQIECBAgMFlA8Gry9b2dAAECBAgQIECAAAECBAgQqAgIXlWUzBAgQIAAAQIECBAgQIAAAQIECBAgQIAAAQIECBAgQIAAAQIECBAgQIAAAQIECBAgQIAAAQIECBAgQIAAAQIECBAgQIAAAQIECBAgQIAAAQIECBAgQIAAAQJdAcGrrph5AgQIECBAYKuA4NVWfh8nQIAAAQIECBAgQIAAAQIEAgQErwKOZEUCBAgQIECAAAECBAgQIECAAAECBAgQIECAAAECBAgQIECAAAECBAgQIECAAAECBAgQIECAAAECBAgQIECAAAECBAgQIECAAAECBAgQIECAAAECBAgQIBAoIHgVeDQrEyBAgACByQKCV5Ov7+0ECBAgQIAAAQIECBAgQIBARUDwqqJkhgABAgQIECBAgAABAgQIECBAgAABAgQIECBAgAABAgQIECBAgAABAgQIECBAgAABAgQIECBAgAABAgQIECBAgAABAgQIECBAgAABAgQIECBAgAABAgQIEOgKCF51xcwTIECAAAECWwUEr7by+zgBAgQIECBAgAABAgQIECAQICB4FXAkKxIgQIAAAQIECBAgQIAAAQIECBAgQIAAAQIECBAgQIAAAQIECBAgQIAAAQIECBAgQIAAAQIECBAgQIAAAQIECBAgQIAAAQIECBAgQIAAAQIECBAgQIAAgUABwavAo1mZAAECBAhMFhC8mnx9bydAgAABAgQIECBAgAABAgQqAoJXFSUzBAgQIECAAAECBAgQIECAAAECBAgQIECAAAECBAgQIECAAAECBAgQIECAAAECBAgQIECAAAECBAgQIECAAAECBAgQIECAAAECBAgQIECAAAECBAgQIECAQFdA8KorZp4AAQIECBDYKiB4tZXfxwkQIECAAAECBAgQIECAAIEAAcGrgCNZkQABAgQIECBAgAABAgQIECBAgAABAgQIECBAgAABAgQIECBAgAABAgQIECBAgAABAgQIECBAgAABAgQIECBAgAABAgQIECBAgAABAgQIECBAgAABAgQIBAoIXgUezcoECBAgQGCygODV5Ot7OwECBAgQIECAAAECBAgQIFARELyqKJkhQIAAAQIECBAgQIAAAQIECBAgQIAAAQIECBAgQIAAAQIECBAgQIAAAQIECBAgQIAAAQIECBAgQIAAAQIECBAgQIAAAQIECBAgQIAAAQIECBAgQIAAAQIEugKCV10x8wQIECBAgMBWAcGrrfw+ToAAAQIECBAgQIAAAQIECAQICF4FHMmKBAgQIECAAAECBAgQIECAAAECBAgQIECAAAECBAgQIECAAAECBAgQIECAAAECBAgQIECAAAECBAgQIECAAAECBAgQIECAAAECBAgQIECAAAECBAgQIEAgUEDwKvBoViZAgAABApMFBK8mX9/bCRAgQIAAAQIECBAgQIAAgYqA4FVFyQwBAgQIECBAgAABAgQIECBAgAABAgQIECBAgAABAgQIECBAgAABAgQIECBAgAABAgQIECBAgAABAgQIECBAgAABAgQIECBAgAABAgQIECBAgAABAgQIECDQFRC86oqZJ0CAAAECBLYKCF5t5fdxAgQIECBAgAABAgQIECBAIEBA8CrgSFYkQIAAAQIECBAgQIAAAQIECBAgQIAAAQIECBAgQIAAAQIECBAgQIAAAQIECBAgQIAAAQIECBAgQIAAAQIECBAgQIAAAQIECBAgQIAAAQIECBAgQIAAAQKBAoJXgUezMgECBAgQmCwgeDX5+t5OgAABAgQIECBAgAABAgQIVAQErypKZggQIECAAAECBAgQIECAAAECBAgQIECAAAECBAgQIECAAAECBAgQIECAAAECBAgQIECAAAECBAgQIECAAAECBAgQIECAAAECBAgQIECAAAECBAgQIECAAIGugOBVV8w8AQIECBAgsFVA8Gorv48TIECAAAECBAgQIECAAAECAQKCVwFHsiIBAgQIECBAgAABAgQIECBAgAABAgQIECBAgAABAgQIECBAgAABAgQIECBAgAABAgQIECBAgAABAgQIECBAgAABAgQIECBAgAABAgQIECBAgAABAgQIEAgUELwKPJqVCRAgQIDAZAHBq8nX93YCBAgQIECAAAECBAgQIECgIiB4VVEyQ4AAAQIECBAgQIAAAQIECBAgQIAAAQIECBAgQIAAAQIECBAgQIAAAQIECBAgQIAAAQIECBAgQIAAAQIECBAgQIAAAQIECBAgQIAAAQIECBAgQIAAAQIECHQFBK+6YuYJECBAgACBrQKCV1v5fZwAAQIECBAgQIAAAQIECBAIEBC8CjiSFQkQIECAAAECBAgQIECAAAECBAgQIECAAAECBAgQIECAAAECBAgQIECAAAECBAgQIECAAAECBAgQIECAAAECBAgQIECAAAECBAgQIECAAAECBAgQIECAQKCA4FXg0axMgAABAgQmCwheTb6+txMgQIAAAQIECBAgQIAAAQIVAcGripIZAgQIECBAgAABAgQIECBAgAABAgQIECBAgAABAgQIECBAgAABAgQIECBAgAABAgQIECBAgAABAgQIECBAgAABAgQIECBAgAABAgQIECBAgAABAgQIECBAoCsgeNUVM0+AAAECBAhsFRC82srv4wQIECBAgAABAgQIECBAgECAgOBVwJGsSIAAAQIECBAgQIAAAQIECBAgQIAAAQIECBAgQIAAAQIECBAgQIAAAQIECBAgQIAAAQIECBAgQIAAAQIECBAgQIAAAQIECBAgQIAAAQIECBAgQIAAAQIEAgUErwKPZmUCBAgQIDBZQPBq8vW9nQABAgQIECBAgAABAgQIEKgICF5VlMwQIECAAAECBAgQIECAAAECBAgQIECAAAECBAgQIECAAAECBAgQIECAAAECBAgQIECAAAECBAgQIECAAAECBAgQIECAAAECBAgQIECAAAECBAgQIECAAAECXQHBq66YeQIECBAgQGCrgODVVn4fJ0CAAAECBAgQIECAAAECBAIEBK8CjmRFAgQIECBAgAABAgQIECBAgAABAgQIECBAgAABAgQIECBAgAABAgQIECBAgAABAgQIECBAgAABAgQIECBAgAABAgQIECBAgAABAgQIECBAgAABAgQIECAQKCB4FXg0KxMgQIAAgckCgleTr+/tBAgQIECAAAECBAgQIECAQEVA8KqiZIYAAQIECBAgQIAAAQIECBAgQIAAAQIECBAgQIAAAQIECBAgQIAAAQIECBAgQIAAAQIECBAgQIAAAQIECBAgQIAAAQIECBAgQIAAAQIECBAgQIAAAQIECBDoCghedcXMEyBAgAABAlsFBK+28vs4AQIECBAgQIAAAQIECBAgECAgeBVwJCsSIECAAAECBAgQIECAAAECBAgQIECAAAECBAgQIECAAAECBAgQIECAAAECBAgQIECAAAECBAgQIECAAAECBAgQIECAAAECBAgQIECAAAECBAgQIECAAIFAAcGrwKNZmQABAgQITBYQvJp8fW8nQIAAAQIECBAgQIAAAQIEKgKCVxUlMwQIECBAgAABAgQIECBAgAABAgQIECBAgAABAgQIECBAgAABAgQIECBAgAABAgQIECBAgAABAgQIECBAgAABAgQIECBAgAABAgQIECBAgAABAgQIECBAgEBXQPCqK2aeAAECBAgQ2CogeLWV38cJECBAgAABAgQIECBAgACBAAHBq4AjWZEAAQIECBAgQIAAAQIECBAgQIAAAQIECBAgQIAAAQIECBAgQIAAAQIECBAgQIAAAQIECBAgQIAAAQIECBAgQIAAAQIECBAgQIAAAQIECBAgQIAAAQIECAQKCF4FHs3KBAgQIEBgsoDg1eTrezsBAgQIECBAgAABAgQIECBQERC8qiiZIUCAAAECBAgQIECAAAECBAgQIECAAAECBAgQIECAAAECBAgQIECAAAECBAgQIECAAAECBAgQIECAAAECBAgQIECAAAECBAgQIECAAAECBAgQIECAAAECBLoCglddMfMECBAgQIDAVgHBq638Pk6AAAECBAgQIECAAAECBAgECAheBRzJigQIECBAgAABAgQIECBAgAABAgQIECBAgAABAgQIECBAgAABAgQIECBAgAABAgQIECBAgAABAgQIECBAgAABAgQIECBAgAABAgQIECBAgAABAgQIECBAIFBA8CrwaFYmQIAAAQKTBQSvJl/f2wkQIECAAAECBAgQIECAAIGKgOBVRckMAQIECBAgQIAAAQIECBAgQIAAAQIECBAgQIAAAQIECBAgQIAAAQIECBAgQIAAAQIECBAgQIAAAQIECBAgQIAAAQIECBAgQIAAAQIECBAgQIAAAQIECBAg0BUQvOqKmSdAgAABAgS2CghebeX3cQIECBAgQIAAAQIECBAgQCBAQPAq4EhWJECAAAECBAgQIECAAAECBAgQIECAAAECBAgQIECAAAECBAgQIECAAAECBAgQIECAAAECBAgQIECAAAECBAgQIECAAAECBAgQIECAAAECBAgQIECAAAECgQKCV4FHszIBAgQIEJgsIHg1+freToAAAQIECBAgQIAAAQIECFQEBK8qSmYIECBAgAABAgQIECBAgAABAgQIECBAgAABAgQIECBAgAABAgQIECBAgAABAgQIECBAgAABAgQIECBAgAABAgQIECBAgAABAgQIECBAgAABAgQIECBAgACBroDgVVfMPAECBAgQILBVQPBqK7+PEyBAgAABAgQIECBAgAABAgECglcBR7IiAQIECBAgQIAAAQIECBAgQIAAAQIECBAgQIAAAQIECBAgQIAAAQIECBAgQIAAAQIECBAgQIAAAQIECBAgQIAAAQIECBAgQIAAAQIECBAgQIAAAQIECBAIFBC8CjyalQkQIECAwGQBwavJ1/d2AgQIECBAgAABAgQIECBAoCIgeFVRMkOAAAECBAgQIECAAAECBAgQIECAAAECBAgQIECAAAECBAgQIECAAAECBAgQIECAAAECBAgQIECAAAECBAgQIECAAAECBAgQIECAAAECBAgQIECAAAECBAh0BQSvumLmCRAgQIAAga0Cgldb+X2cAAECBAgQIECAAAECBAgQCBAQvAo4khUJECBAgAABAgQIECBAgAABAgQIECBAgAABAgQIECBAgAABAgQIECBAgAABAgQIECBAgAABAgQIECBAgAABAgQIECBAgAABAgQIECBAgAABAgQIECBAgECggOBV4NGsTIAAAQIEJgsIXk2+vrcTIECAAAECBAgQIECAAAECFQHBq4qSGQIECBAgQIAAAQIECBAgQIAAAQIECBAgQIAAAQIECBAgQIAAAQIECBAgQIAAAQIECBAgQIAAAQIECBAgQIAAAQIECBAgQIAAAQIECBAgQIAAAQIECBAgQKArIHjVFTNPgAABAgQIbBUQvNrK7+MECBAgQIAAAQIECBAgQIBAgIDgVcCRrEiAAAECBAgQIECAAAECBAgQIECAAAECBAgQIECAAAECBAgQIECAAAECBAgQIECAAAECBAgQIECAAAECBAgQIECAAAECBAgQIECAAAECBAgQIECAAAECBAIFBK8Cj2ZlAgQIECAwWUDwavL1vZ0AAQIECBAgQIAAAQIECBCoCAheVZTMECBAgAABAgQIECBAgAABAgQIECBAgAABAgQIECBAgAABAgQIECBAgAABAgQIECBAgAABAgQIECBAgAABAgQIECBAgAABAgQIECBAgAABAgQIECBAgAABAl0BwauumHkCBAgQIEBgq4Dg1VZ+HydAgAABAgQIECBAgAABAgQCBASvAo5kRQIECBAgQIAAAQIECBAgQIAAAQIECBAgQIAAAQIECBAgQIAAAQIECBAgQIAAAQIECBAgQIAAAQIECBAgQIAAAQIECBAgQIAAAQIECBAgQIAAAQIECBAgECggeBV4NCsTIECAAIHJAoJXk6/v7QQIECBAgAABAgQIECBAgEBFQPCqomSGAAECBAgQIECAAAECBAgQIECAAAECBAgQIECAAAECBAgQIECAAAECBAgQIECAAAECBAgQIECAAAECBAgQIECAAAECBAgQIECAAAECBAgQIECAAAECBAgQ6AoIXnXFzBMgQIAAAQJbBQSvtvL7OAECBAgQIECAAAECBAgQIBAgIHgVcCQrEiBAgAABAgQIECBAgAABAgQIECBAgAABAgQIECBAgAABAgQIECBAgAABAgQIECBAgAABAgQIECBAgAABAgQIECBAgAABAgQIECBAgAABAgQIECBAgACBQAHBq8CjWZkAAQIECEwWELyafH1vJ0CAAAECBAgQIECAAAECBCoCglcVJTMECBAgQIAAAQIECBAgQIAAAQIECBAgQIAAAQIECBAgQIAAAQIECBAgQIAAAQIECBAgQIAAAQIECBAgQIAAAQIECBAgQIAAAQIECBAgQIAAAQIECBAgQIBAV0DwqitmngABAgQIENgqIHi1ld/HCRAgQIAAAQIECBAgQIAAgQABwauAI1mRAAECBAgQIECAAAECBAgQIECAAAECBAgQIECAAAECBAgQIECAAAECBAgQIECAAAECBAgQIECAAAECBAgQIECAAAECBAgQIECAAAECBAgQIECAAAECBAgECgheBR7NygQIECBAYLKA4NXk63s7AQIECBAgQIAAAQIECBAgUBEQvKoomSFAgAABAgQIECBAgAABAgQIECBAgAABAgQIECBAgAABAgQIECBAgAABAgQIECBAgAABAgQIECBAgAABAgQIECBAgAABAgQIECBAgAABAgQIECBAgAABAgS6AoJXXTHzBAgQIECAwFYBwaut/D5OgAABAgQIECBAgAABAgQIBAgIXgUcyYoECBAgQIAAAQIECBAgQIAAAQIECBAgQIAAAQIECBAgQIAAAQIECBAgQIAAAQIECBAgQIAAAQIECBAgQIAAAQIECBAgQIAAAQIECBAgQIAAAQIECBAgQCBQQPAq8GhWJkCAAAECkwUEryZf39sJECBAgAABAgQIECBAgACBioDgVUXJDAECBAgQIECAAAECBAgQIECAAAECBAgQIECAAAECBAgQIECAAAECBAgQIECAAAECBAgQIECAAAECBAgQIECAAAECBAgQIECAAAECBAgQIECAAAECBAgQINAVELzqipknQIAAAQIEtgoIXm3l93ECBAgQIECAAAECBAgQIEAgQEDwKuBIViRAgAABAgQIECBAgAABAgQIECBAgAABAgQIECBAgAABAgQIECBAgAABAgQIECBAgAABAgQIECBAgAABAgQIECBAgAABAgQIECBAgAABAgQIECBAgAABAoECgleBR7MyAQIECBCYLCB4Nfn63k6AAAECBAgQIECAAAECBAhUBASvKkpmCBAgQIAAAQIECBAgQIAAAQIECBAgQIAAAQIECBAgQIAAAQIECBAgQIAAAQIECBAgQIAAAQIECBAgQIAAAQIECBAgQIAAAQIECBAgQIAAAQIECBAgQIAAga6A4FVXzDwBAgQIECCwVUDwaiu/jxMgQIAAAQIECBAgQIAAAQIBAoJXAUeyIgECBAgQIECAAAECBAgQIECAAAECBAgQIECAAAECBAgQIECAAAECBAgQIECAAAECBAgQIECAAAECBAgQIECAAAECBAgQIECAAAECBAgQIECAAAECBAgQCBQQvAo8mpUJECBAgMBkAcGrydf3dgIECBAgQIAAAQIECBAgQKAiIHhVUTJDgAABAgQIECBAgAABAgQIECBAgAABAgQIECBAgAABAgQIECBAgAABAgQIECBAgAABAgQIECBAgAABAgQIECBAgAABAgQIECBAgAABAgQIECBAgAABAgQIdAUEr7pi5gkQIECAAIGtAoJXW/l9nAABAgQIECBAgAABAgQIEAgQELwKOJIVCRAgQIAAAQIECBAgQIAAAQIECBAgQIAAAQIECBAgQIAAAQIECBAgQIAAAQIECBAgQIAAAQIECBAgQIAAAQIECBAgQIAAAQIECBAgQIAAAQIECBAgQIBAoIDgVeDRrEyAAAECBCYLCF5Nvr63EyBAgAABAgQIECBAgAABAhUBwauKkhkCBAgQIECAAAECBAgQIECAAAECBAgQIECAAAECBAgQIECAAAECBAgQIECAAAECBAgQIECAAAECBAgQIECAAAECBAgQIECAAAECBAgQIECAAAECBAgQIECgKyB41RUzT4AAAQIECGwVELzayu/jBAgQIECAAAECBAgQIECAQICA4FXAkaxIgAABAgQIECBAgAABAgQIECBAgAABAgQIECBAgAABAgQIECBAgAABAgQIECBAgAABAgQIECBAgAABAgQIECBAgAABAgQIECBAgAABAgQIECBAgAABAgQCBQSvAo9mZQIECBAgMFlA8Gry9b2dAAECBAgQIECAAAECBAgQqAgIXlWUzBAgQIAAAQIECBAgQIAAAQIECBAgQIAAAQIECBAgQIAAAQIECBAgQIAAAQIECBAgQIAAAQIECBAgQIAAAQIECBAgQIAAAQIECBAgQIAAAQIECBAgQIAAAQJdAcGrrph5AgQIECBAYKuA4NVWfh8nQIAAAQIECBAgQIAAAQIEAgQErwKOZEUCBAgQIECAAAECBAgQIECAAAECBAgQIECAAAECBAgQIECAAAECBAgQIECAAAECBAgQIECAAAECBAgQIECAAAECBAgQIECAAAECBAgQIECAAAECBAgQIBAoIHgVeDQrEyBAgACByQKCV5Ov7+0ECBAgQIAAAQIECBAgQIBARUDwqqJkhgABAgQIECBAgAABAgQIECBAgAABAgQIECBAgAABAgQIECBAgAABAgQIECBAgAABAgQIECBAgAABAgQIECBAgAABAgQIECBAgAABAgQIECBAgAABAgQIEOgKCF51xcwTIECAAAECWwUEr7by+zgBAgQIECBAgAABAgQIECAQICB4FXAkKxIgQIAAAQIECBAgQIAAAQIECBAgQIAAAQIECBAgQIAAAQIECBAgQIAAAQIECBAgQIAAAQIECBAgQIAAAQIECBAgQIAAAQIECBAgQIAAAQIECBAgQIAAgUABwavAo1mZAAECBAhMFhC8mnx9bydAgAABAgQIECBAgAABAgQqAoJXFSUzBAgQIECAAAECBAgQIECAAAECBAgQIECAAAECBAgQIECAAAECBAgQIECAAAECBAgQIECAAAECBAgQIECAAAECBAgQIECAAAECBAgQIECAAAECBAgQIECAQFdA8KorZp4AAQIECBDYKiB4tZXfxwkQIECAAAECBAgQIECAAIEAAcGrgCNZkQABAgQIECBAgAABAgQIECBAgAABAgQIECBAgAABAgQIECBAgAABAgQIECBAgAABAgQIECBAgAABAgQIECBAgAABAgQIECBAgAABAgQIECBAgAABAgQIBAoIXgUezcoECBAgQGCygODV5Ot7OwECBAgQIECAAAECBAgQIFARELyqKJkhQIAAAQIECBAgQIAAAQIECBAgQIAAAQIECBAgQIAAAQIECBAgQIAAAQIECBAgQIAAAQIECBAgQIAAAQIECBAgQIAAAQIECBAgQIAAAQIECBAgQIAAAQIEugKCV10x8wQIECBAgMBWAcGrrfw+ToAAAQIECBAgQIAAAQIECAQICF4FHMmKBAgQIECAAAECBAgQIECAAAECBAgQIECAAAECBAgQIECAAAECBAgQIECAAAECBAgQIECAAAECBAgQIECAAAECBAgQIECAAAECBAgQIECAAAECBAgQIEAgUEDwKvBoViZAgAABApMFBK8mX9/bCRAgQIAAAQIECBAgQIAAgYqA4FVFyQwBAgQIECBAgAABAgQIECBAgAABAgQIECBAgAABAgQIECBAgAABAgQIECBAgAABAgQIECBAgAABAgQIECBAgAABAgQIECBAgAABAgQIECBAgAABAgQIECDQFfi34FXinPsjAAAgAElEQVT3h80TIECAAAECBP4HBPx/OP8PHMEKBAgQIECAAAECBAj8g737D9n9rOsA/maKkXaQFDUrVExZS3DpUEdaWhsaOZjGQucmhklWmjlBXdSyuVrzxzaVtOYPEt1QmyCKii41NV2tpeIkakyQQbTCUvCwZHCUnm/dT93c3M8596/v9b2v63oNzh8753v9+Lw+1+DDGTxvAgQIENgfAX9Zsj+9cBMCBAgQIECAAAECBAgQIECAAAECBAgQIECAAAECBAgQIECAAAECBAgQIECAAAECBAgQIECAAAECBAgQIECAAAECBAgQIECAAAECBAgQIECAAAECBAgQINCSgMCrlrqpFgIECBAg0KeAn+HcZ99VTYAAAQIECBAgQIAAAQIECBwh4C9LPA0CBAgQIECAAAECBAgQIECAAAECBAgQIECAAAECBAgQIECAAAECBAgQIECAAAECBAgQIECAAAECBAgQIECAAAECBAgQIECAAAECBAgQIECAAAECBAgQIEBgDAGBV2Oo2pMAAQIECBAoKeBnOJfUdhYBAgQIECBAgAABAgQIECCw9wL+smTvW+SCBAgQIECAAAECBAgQIECAAAECBAgQIECAAAECBAgQIECAAAECBAgQIECAAAECBAgQIECAAAECBAgQIECAAAECBAgQIECAAAECBAgQIECAAAECBAgQIECgSgGBV1W2zaUJECBAgACBOQE/w9lzIECAAAECBAgQIECAAAECBAj4yxJvgAABAgQIECBAgAABAgQIECBAgAABAgQIECBAgAABAgQIECBAgAABAgQIECBAgAABAgQIECBAgAABAgQIECBAgAABAgQIECBAgAABAgQIECBAgAABAgQIEBhZYDHwSmDEyOC2J0CAAAECBLYWML9sTWgDAgQIECBAgAABAgQIECBAoGUB/7On5e6qjQABAgQIECBAgAABAgQIECBAgAABAgQIECBAgAABAgQIECBAgAABAgQIECBAgAABAgQIECBAgAABAgQIECBAgAABAgQIECBAgAABAgQIECBAgAABAgQITCcgMGI6eycTIECAAAECmwmYXzZzs4oAAQIECBAgQIAAAQIECBDoREDgVSeNViYBAgQIECBAgAABAgQIECBAgAABAgQIECBAgAABAgQIECBAgAABAgQIECBAgAABAgQIECBAgAABAgQIECBAgAABAgQIECBAgAABAgQIECBAgAABAgQIECgsIDCiMLjjCBAgQIAAga0FzC9bE9qAAAECBAgQIECAAAECBAgQaFlA4FXL3VUbAQIECBAgQIAAAQIECBAgQIAAAQIECBAgQIAAAQIECBAgQIAAAQIECBAgQIAAAQIECBAgQIAAAQIECBAgQIAAAQIECBAgQIAAAQIECBAgQIAAAQIECBCYTkBgxHT2TiZAgAABAgQ2EzC/bOZmFQECBAgQIECAAAECBAgQINCJgMCrThqtTAIECBAgQIAAAQIECBAgQIAAAQIECBAgQIAAAQIECBAgQIAAAQIECBAgQIAAAQIECBAgQIAAAQIECBAgQIAAAQIECBAgQIAAAQIECBAgQIAAAQIECBAgUFhAYERhcMcRIECAAAECWwuYX7YmtAEBAgQIECBAgAABAgQIECDQsoDAq5a7qzYCBAgQIECAAAECBAgQIECAAAECBAgQIECAAAECBAgQIECAAAECBAgQIECAAAECBAgQIECAAAECBAgQIECAAAECBAgQIECAAAECBAgQIECAAAECBAgQIDCdgMCI6eydTIAAAQIECGwmYH7ZzM0qAgQIECBAgAABAgQIECBAoBMBgVedNFqZBAgQIECAAAECBAgQIECAAAECBAgQIECAAAECBAgQIECAAAECBAgQIECAAAECBAgQIECAAAECBAgQIECAAAECBAgQIECAAAECBAgQIECAAAECBAgQIECgsIDAiMLgjiNAgAABAgS2FjC/bE1oAwIECBAgQIAAAQIECBAgQKBlAYFXLXdXbQQIECBAgAABAgQIECBAgAABAgQIECBAgAABAgQIECBAgAABAgQIECBAgAABAgQIECBAgAABAgQIECBAgAABAgQIECBAgAABAgQIECBAgAABAgQIECBAYDoBgRHT2TuZAAECBAgQ2EzA/LKZm1UECBAgQIAAAQIECBAgQIBAJwICrzpptDIJECBAgAABAgQIECBAgAABAgQIECBAgAABAgQIECBAgAABAgQIECBAgAABAgQIECBAgAABAgQIECBAgAABAgQIECBAgAABAgQIECBAgAABAgQIECBAgEBhAYERhcEdR4AAAQIECGwtYH7ZmtAGBAgQIECAAAECBAgQIECAQMsCAq9a7q7aCBAgQIAAAQIECBAgQIAAAQIECBAgQIAAAQIECBAgQIAAAQIECBAgQIAAAQIECBAgQIAAAQIECBAgQIAAAQIECBAgQIAAAQIECBAgQIAAAQIECBAgQIDAdAICI6azdzIBAgQIECCwmYD5ZTM3qwgQIECAAAECBAgQIECAAIFOBAReddJoZRIgQIAAAQIECBAgQIAAAQIECBAgQIAAAQIECBAgQIAAAQIECBAgQIAAAQIECBAgQIAAAQIECBAgQIAAAQIECBAgQIAAAQIECBAgQIAAAQIECBAgQIAAgcICAiMKgzuOAAECBAgQ2FrA/LI1oQ0IECBAgAABAgQIECBAgACBlgUEXrXcXbURIECAAAECBAgQIECAAAECBAgQIECAAAECBAgQIECAAAECBAgQIECAAAECBAgQIECAAAECBAgQIECAAAECBAgQIECAAAECBAgQIECAAAECBAgQIECAAIHpBARGTGfvZAIECBAgQGAzAfPLZm5WESBAgAABAgQIECBAgAABAp0ICLzqpNHKJECAAAECBAgQIECAAAECBAgQIECAAAECBAgQIECAAAECBAgQIECAAAECBAgQIECAAAECBAgQIECAAAECBAgQIECAAAECBAgQIECAAAECBAgQIECAAAEChQUERhQGdxwBAgQIECCwtYD5ZWtCGxAgQIAAAQIECBAgQIAAAQItCwi8arm7aiNAgAABAgQIECBAgAABAgQIECBAgAABAgQIECBAgAABAgQIECBAgAABAgQIECBAgAABAgQIECBAgAABAgQIECBAgAABAgQIECBAgAABAgQIECBAgAABAtMJCIyYzt7JBAgQIECAwGYC5pfN3KwiQIAAAQIECBAgQIAAAQIEOhEQeNVJo5VJgAABAgQIECBAgAABAgQIECBAgAABAgQIECBAgAABAgQIECBAgAABAgQIECBAgAABAgQIECBAgAABAgQIECBAgAABAgQIECBAgAABAgQIECBAgAABAgQKCwiMKAzuOAIECBAgQGBrAfPL1oQ2IECAAAECBAgQIECAAAECBFoWEHjVcnfVRoAAAQIECBAgQIAAAQIECBAgQIAAAQIECBAgQIAAAQIECBAgQIAAAQIECBAgQIAAAQIECBAgQIAAAQIECBAgQIAAAQIECBAgQIAAAQIECBAgQIAAAQIEphMQGDGdvZMJECBAgACBzQTML5u5WUWAAAECBAgQIECAAAECBAh0IiDwqpNGK5MAAQIECBAgQIAAAQIECBAgQIAAAQIECBAgQIAAAQIECBAgQIAAAQIECBAgQIAAAQIECBAgQIAAAQIECBAgQIAAAQIECBAgQIAAAQIECBAgQIAAAQIECBQWEBhRGNxxBAgQIECAwNYC5petCW1AgAABAgQIECBAgAABAgQItCwg8Krl7qqNAAECBAgQIECAAAECBAgQIECAAAECBAgQIECAAAECBAgQIECAAAECBAgQIECAAAECBAgQIECAAAECBAgQIECAAAECBAgQIECAAAECBAgQIECAAAECBAhMJ7APgRGnJXl0kqfNfp2e5HFzJLcn+XqSf0hyc5Jbk3x7OjInEyBAgAABAhML7MP8MjGB4wkQIECAAAECBAgQIECAAAECRwsIvPI6CBAgQIAAAQIECBAgQIAAAQIECBAgQIAAAQIECBAgQIAAAQIECBAgQIAAAQIECBAgQIAAAQIECBAgQIAAAQIECBAgQIAAAQIECBAgQIAAAQIECBAgQIAAgTEEpgyM+IGDEKvzkrw6yRPWKO54kg8meUOSf06yWMMaW/mUAAECBAgQqFBgyvmlQi5XJkCAAAECBAgQIECAAAECBHoTEHjVW8fVS4AAAQIECBAgQIAAAQIECBAgQIAAAQIECBAgQIAAAQIECBAgQIAAAQIECBAgQIAAAQIECBAgQIAAAQIECBAgQIAAAQIECBAgQIAAAQIECBAgQIAAAQIEyghMFRjxk7PAqiHwatN/huCrIfTqmiR3b7qJdQQIECBAgEB1AlPNL9VBuTABAgQIECBAgAABAgQIECDQp4DAqz77rmoCBAgQIECAAAECBAgQIECAAAECBAgQIECAAAECBAgQIECAAAECBAgQIECAAAECBAgQIECAAAECBAgQIECAAAECBAgQIECAAAECBAgQIECAAAECBAgQIDC2wBSBEWcleWuSJ+2ouD9L8uokQwCWfwgQIECAAIH2BaaYX9pXVSEBAgQIECBAgAABAgQIECDQjIDAq2ZaqRACBAgQIECAAAECBAgQIECAAAECBAgQIECAAAECBAgQIECAAAECBAgQIECAAAECBAgQIECAAAECBAgQIECAAAECBAgQIECAAAECBAgQIECAAAECBAgQILBXAqUDIx6S5Lok5y8ofC3Ju5LclORfk3wnyeHd7pPkwUmekOSFSc5bInhZkquSnNgrXZchQIAAAQIExhAoPb+MUYM9CRAgQIAAAQIECBAgQIAAAQKjCQi8Go3WxgQIECBAgAABAgQIECBAgAABAgQIECBAgAABAgQIECBAgAABAgQIECBAgAABAgQIECBAgAABAgQIECBAgAABAgQIECBAgAABAgQIECBAgAABAgQIECBAoGuBkoERw89XfFmSNy2IX57kDUnuXqETwx4/k+StSc6c+/6uJM9N8vkV9vAJAQIECBAgULdAyfmlbim3J0CAAAECBAgQIECAAAECBLoUEHjVZdsVTYAAAQIECBAgQIAAAQIECBAgQIAAAQIECBAgQIAAAQIECBAgQIAAAQIECBAgQIAAAQIECBAgQIAAAQIECBAgQIAAAQIECBAgQIAAAQIECBAgQIAAAQIERhcoGRjx0CTvSXLuXFVXJnlNkhNrVvr4JNcnOWNu3VuSvCrJPWvu5XMCBAgQIECgLoGS80tdMm5LgAABAgQIECBAgAABAgQIEEgi8MozIECAAAECBAgQIECAAAECBAgQIECAAAECBAgQIECAAAECBAgQIECAAAECBAgQIECAAAECBAgQIECAAAECBAgQIECAAAECBAgQIECAAAECBAgQIECAAAECBMYQKBkYcXaSm5IcmxVyS5ILk3xjg8KGn9X4siRvmlv71STPOdjz9g32s4QAAQIECBCoR6Dk/FKPipsSIECAAAECBAgQIECAAAECBGYCAq88BQIECBAgQIAAAQIECBAgQIAAAQIECBAgQIAAAQIECBAgQIAAAQIECBAgQIAAAQIECBAgQIAAAQIECBAgQIAAAQIECBAgQIAAAQIECBAgQIAAAQIECBAgQGAMgZKBERcluX6uiPcmeUmS4xsW9pgkNyY5Y279U5N8fsP9LCNAgAABAgTqECg5v9Qh4pYECBAgQIAAAQIECBAgQIAAgTkBgVeeAwECBAgQIECAAAECBAgQIECAAAECBAgQIECAAAECBAgQIECAAAECBAgQIECAAAECBAgQIECAAAECBAgQIECAAAECBAgQIECAAAECBAgQIECAAAECBAgQIDCGQMnAiMXAq3cm+Z0k/7VhYfdPMuzxEwfBWd+c7XFNkk8u2e+BSW5I8oy5P3tKki+uePY66xe/vS7JJUm+OzvrYUmem+TpSZ6Y5FiSO5PckuRDB7/38STfWXKv05L8VJLnJDk3ydmzb76S5EtJ3j3b48SKNfmMAAECBAjUKlByfqnVyL0JECBAgAABAgQIECBAgACBjgUEXnXcfKUTIECAAAECBAgQIECAAAECBAgQIECAAAECBAgQIECAAAECBAgQIECAAAECBAgQIECAAAECBAgQIECAAAECBAgQIECAAAECBAgQIECAAAECBAgQIECAAIERBUoGRgxBTe+fq2UIeLowyTdGrO9w63UCq5ZdZ531RwVe3TvJpUl+exZydVTZtyd5+Sy467A/P5Lkj5O88BRWQ2DWEK41BGj5hwABAgQItCpQcn5p1VBdBAgQIECAAAECBAgQIECAQMMCAq8abq7SCBAgQIAAAQIECBAgQIAAAQIECBAgQIAAAQIECBAgQIAAAQIECBAgQIAAAQIECBAgQIAAAQIECBAgQIAAAQIECBAgQIAAAQIECBAgQIAAAQIECBAgQIDAhAIlAyMem+SDSR49V+8QAHV1khMjG6wTWLXsKuusXxZ49bokw69fWbHOIbDqBUk+l+T0JO9K8uQV1342ya8KvVpRy2cECBAgUKNAyfmlRh93JkCAAAECBAgQIECAAAECBDoXEHjV+QNQPgECBAgQIECAAAECBAgQIECAAAECBAgQIECAAAECBAgQIECAAAECBAgQIECAAAECBAgQIECAAAECBAgQIECAAAECBAgQIECAAAECBAgQIECAAAECBAgQGEmgZGDE/ZL86SyM6bCc40neluTNSe4aqcZh23UCq5ZdY531i9/emOSeJBfPbXxLkk8lGep/WJJzZsFW82d/JMllSV6b5PzZHwzffzrJrbN/f8Js7bGFS1+R5PKD9d8b0dTWBAgQIEBgKoGS88tUNTqXAAECBAgQIECAAAECBAgQILCxgMCrjeksJECAAAECBAgQIECAAAECBAgQIECAAAECBAgQIECAAAECBAgQIECAAAECBAgQIECAAAECBAgQIECAAAECBAgQIECAAAECBAgQIECAAAECBAgQIECAAAECBE4iUDow4heSXJ/koQt3GoKcPprkhiQ3J/n2jru2TmDVsqPXWb/s28M9b0rye0m+nOT7cwcNYWCvTPKahcOHELBDqzcmeX2Sby5888gkbzkIwXrm3O8PgVoXJvnGjh1tR4AAAQIE9kGg9PyyDzW7AwECBAgQIECAAAECBAgQIEBgZQGBVytT+ZAAAQIECBAgQIAAAQIECBAgQIAAAQIECBAgQIAAAQIECBAgQIAAAQIECBAgQIAAAQIECBAgQIAAAQIECBAgQIAAAQIECBAgQIAAAQIECBAgQIAAAQIECBBYQ6B0YMS9k1yS5LIkx05yz68k+USSzyb5UpJvHYRBLd51jTKzTmDVsn3XWX9U4NWHk7w4yb8fcfEfTvKuJM9e8ueXHnhdneTEEWvPSPK+JGfO/fn5ST6yDpJvCRAgQIBAJQKl55dKWFyTAAECBAgQIECAAAECBAgQIPC/AgKvvAQCBAgQIECAAAECBAgQIECAAAECBAgQIECAAAECBAgQIECAAAECBAgQIECAAAECBAgQIECAAAECBAgQIECAAAECBAgQIECAAAECBAgQIECAAAECBAgQIEBgDIEpAiOG0KuLklyT5AErFnV7kk8n+XiSm5N8e8V1h5+tE1i1bOt11i/79q4kz0ry96e49xCI9ecL39w4C8o6Wc33SXLVLEzscPkrkly7ppPPCRAgQIBADQJTzC81uLgjAQIECBAgQIAAAQIECBAgQOB/BAReeQgECBAgQIAAAQIECBAgQIAAAQIECBAgQIAAAQIECBAgQIAAAQIECBAgQIAAAQIECBAgQIAAAQIECBAgQIAAAQIECBAgQIAAAQIECBAgQIAAAQIECBAgQIDAGAJTBkY8IskfJLkgybE1i/tokrcm+esk96ywdp3AqmXbrbN+2bfvTvLSJHef4q5PTvKFhW8uTnLDCjVeMgsRO/x0sL1ihXU+IUCAAAECtQlMOb/UZuW+BAgQIECAAAECBAgQIECAQIcCAq86bLqSCRAgQIAAAQIECBAgQIAAAQIECBAgQIAAAQIECBAgQIAAAQIECBAgQIAAAQIECBAgQIAAAQIECBAgQIAAAQIECBAgQIAAAQIECBAgQIAAAQIECBAgQIBAAYGpAyOGn7n440l+OcmFSZ60Zs23Jrl0Fny1WMv8VusEVi27wjrrl337iiTXrlDbY5N88CDg6tGzb++YBYLdtsLai5JcP/edwKsV0HxCgAABAlUKTD2/VInm0gQIECBAgAABAgQIECBAgEA/AgKv+um1SgkQIECAAAECBAgQIECAAAECBAgQIECAAAECBAgQIECAAAECBAgQIECAAAECBAgQIECAAAECBAgQIECAAAECBAgQIECAAAECBAgQIECAAAECBAgQIECAQEmBfQqMGH7+4gOSnJ3kl5Kck+T0FTCOJ/mjJG9Ocs8R368TWLVsi3XWL/v26Un+aoVahno/kOTM2bc3J3lekjtXWCvwagUknxAgQIBAEwL7NL80AaoIAgQIECBAgAABAgQIECBAoC0BgVdt9VM1BAgQIECAAAECBAgQIECAAAECBAgQIECAAAECBAgQIECAAAECBAgQIECAAAECBAgQIECAAAECBAgQIECAAAECBAgQIECAAAECBAgQIECAAAECBAgQIEBgXwT2OTDiMADrrCTPTPKMUwRgXZrk6iQnluCuE1i1rDfrrF/n28WzFgOvPplkCLL6zxUejMCrFZB8QoAAAQJNCOzz/NIEsCIIECBAgAABAgQIECBAgACBugUEXtXdP7cnQIAAAQIECBAgQIAAAQIECBAgQIAAAQIECBAgQIAAAQIECBAgQIAAAQIECBAgQIAAAQIECBAgQIAAAQIECBAgQIAAAQIECBAgQIAAAQIECBAgQIAAAQL7KlBTYMRpSR4xC4D6tSQPX0C9K8nFST6zBHubEKphu3XWL357R5ILkty2wiMQeLUCkk8IECBAoHuBmuaX7psFgAABAgQIECBAgAABAgQIECgvIPCqvLkTCRAgQIAAAQIECBAgQIAAAQIECBAgQIAAAQIECBAgQIAAAQIECBAgQIAAAQIECBAgQIAAAQIECBAgQIAAAQIECBAgQIAAAQIECBAgQIAAAQIECBAgQIBADwK1BkY86KA5f5jktxaa9O4kL01y98LvrxNYtazv66xf/ParSZ6T5PYVHpTAqxWQfEKAAAEC3QvUOr903zgABAgQIECAAAECBAgQIECAQBkBgVdlnJ1CgAABAgQIECBAgAABAgQIECBAgAABAgQIECBAgAABAgQIECBAgAABAgQIECBAgAABAgQIECBAgAABAgQIECBAgAABAgQIECBAgAABAgQIECBAgAABAgR6E6g5MOJ+SV6/EHp1R5ILkty20Mh1AquWvYF11gu86u2/IvUSIECAQGmBmueX0lbOI0CAAAECBAgQIECAAAECBDoUEHjVYdOVTIAAAQIECBAgQIAAAQIECBAgQIAAAQIECBAgQIAAAQIECBAgQIAAAQIECBAgQIAAAQIECBAgQIAAAQIECBAgQIAAAQIECBAgQIAAAQIECBAgQIAAAQIECgiUCIy4T5ILkzzrIKDqvkkenuTKJO/ZQX2PSXJjkjPm9jo/yUcW9l4nsGrZtdZZL/BqB421BQECBAgQOIlAiflFAwgQIECAAAECBAgQIECAAAEC1QoIvKq2dS5OgAABAgQIECBAgAABAgQIECBAgAABAgQIECBAgAABAgQIECBAgAABAgQIECBAgAABAgQIECBAgAABAgQIECBAgAABAgQIECBAgAABAgQIECBAgAABAgT2WqBEYMQQeHVVkkvmJP4kyWUHv763pc79k7wzyQVz+1yc5IaFfdcJrFp2pXXWC7zasqmWEyBAgACBUwiUmF80gQABAgQIECBAgAABAgQIECBQrYDAq2pb5+IECBAgQIAAAQIECBAgQIAAAQIECBAgQIAAAQIECBAgQIAAAQIECBAgQIAAAQIECBAgQIAAAQIECBAgQIAAAQIECBAgQIAAAQIECBAgQIAAAQIECBAgQGCvBUoFRgxhV9fMSXwiyfOT/MeWOvdN8uYkL5rbZ1ng1bJgrKck+eKK5z8qyfuTnDX3/VHrBV6tiOozAgQIECCwoUCp+WXD61lGgAABAgQIECBAgAABAgQIEJhWQODVtP5OJ0CAAAECBAgQIECAAAECBAgQIECAAAECBAgQIECAAAECBAgQIECAAAECBAgQIECAAAECBAgQIECAAAECBAgQIECAAAECBAgQIECAAAECBAgQIECAAAECrQqUCow4J8mHkhybQR6fBV59eEvYH01yQ5Knze3z1CSfX9j3B5Ncm+TFp/juqOucneSmufsP3wm82rJ5lhMgQIAAgQ0FSs0vG17PMgIECBAgQIAAAQIECBAgQIDAtAICr6b1dzoBAgQIECBAgAABAgQIECBAgAABAgQIECBAgAABAgQIECBAgAABAgQIECBAgAABAgQIECBAgAABAgQIECBAgAABAgQIECBAgAABAgQIECBAgAABAgQIEGhVoFRgxEOTvCfJuXOQH0vyoiT/tgXu+UneOxdEdXOS5yW5c2HPZYFXL5jdaZXjL0lyzcKHAq9WkfMNAQIECBDYvUCp+WX3N7cjAQIECBAgQIAAAQIECBAgQKCAgMCrAsiOIECAAAECBAgQIECAAAECBAgQIECAAAECBAgQIECAAAECBAgQIECAAAECBAgQIECAAAECBAgQIECAAAECBAgQIECAAAECBAgQIECAAAECBAgQIECAAAECHQqUCowYfrbiEG719gXjIazqVRuGXp2R5C+SPGluzyuSXJ7kewvn3CvJ8Ge/O/f7b5mdfc8p+v5js1Ctn1/4TuBVh//BKJkAAQIE9kKg1PyyF8W6BAECBAgQIECAAAECBOlseIYAACAASURBVAgQIEBgXQGBV+uK+Z4AAQIECBAgQIAAAQIECBAgQIAAAQIECBAgQIAAAQIECBAgQIAAAQIECBAgQIAAAQIECBAgQIAAAQIECBAgQIAAAQIECBAgQIAAAQIECBAgQIAAAQIECBBYRaBkYMSDklyX5NkLF7t1FlL1qYNAqlOFTw1LT0tyTpI3JDlzbq9/SvLcJLcdUfhFSa6f+7M7k7wgyedOAnUsyeuS/OaSbwRerfLCfEOAAAECBHYvUHJ+2f3t7UiAAAECBAgQIECAAAECBAgQGFlA4NXIwLYnQIAAAQIECBAgQIAAAQIECBAgQIAAAQIECBAgQIAAAQIECBAgQIAAAQIECBAgQIAAAQIECBAgQIAAAQIECBAgQIAAAQIECBAgQIAAAQIECBAgQIAAAQKdCpQOjDgryQ1JTl/i/bVZINWnk3w9yXeSHN7vh5IMgVm/mOTCJD+7sP54kt842Pd9c2sWjxjO/MBCSNZXk7zyYL/hzO/PLRhCtR5/sNdrkpx3xNsQeNXpfzTKJkCAAIHJBUrPL5MX7AIECBAgQIAAAQIECBAgQIAAgXUEBF6to+VbAgQIECBAgAABAgQIECBAgAABAgQIECBAgAABAgQIECBAgAABAgQIECBAgAABAgQIECBAgAABAgQIECBAgAABAgQIECBAgAABAgQIECBAgAABAgQIECBAYFWBKQIjfi7J248IvVr13vPfDWFXVyS5NsmJk2xwrySvSnLlkm9uSfKpJMNeD0xybpLHzX334SR/m+Squd8TeLVJt6whQIAAAQLbC0wxv2x/azsQIECAAAECBAgQIECAAAECBAoJCLwqBO0YAgQIECBAgAABAgQIECBAgAABAgQIECBAgAABAgQIECBAgAABAgQIECBAgAABAgQIECBAgAABAgQIECBAgAABAgQIECBAgAABAgQIECBAgAABAgQIECDQmcBUgRGPTPLGJM/e0vv2JJcnufEUYVeHxzwoydVJnr/GuR9L8pKDQKwh4Or6uXUCr9ZA9CkBAgQIENihwFTzyw5LsBUBAgQIECBAgAABAgQIECBAYDwBgVfj2dqZAAECBAgQIECAAAECBAgQIECAAAECBAgQIECAAAECBAgQIECAAAECBAgQIECAAAECBAgQIECAAAECBAgQIECAAAECBAgQIECAAAECBAgQIECAAAECBAj0LDBlYMS9kzw1ycuTnLdmE+5M8vYk7zgIo/rmmmvvl+TXDwKyfj/JA06y9niStyV5fZJvJblI4NWa0j4nQIAAAQLjCEw5v4xTkV0JECBAgAABAgQIECBAgAABAjsUEHi1Q0xbESBAgAABAgQIECBAgAABAgQIECBAgAABAgQIECBAgAABAgQIECBAgAABAgQIECBAgAABAgQIECBAgAABAgQIECBAgAABAgQIECBAgAABAgQIECBAgAABAv8nsA+BEcPPXXxIkifOfv30QbDUo5KcPtenIeDqH5P8XZLPJPlyku9u2ccHJ3lWkmcmOTPJw2fBVrfOzvjLJMO5h0YCr7YEt5wAAQIECOxIYB/mlx2VYhsCBAgQIECAAAECBAgQIECAwO4FBF7t3tSOBAgQIECAAAECBAgQIECAAAECBAgQIECAAAECBAgQIECAAAECBAgQIECAAAECBAgQIECAAAECBAgQIECAAAECBAgQIECAAAECBAgQIECAAAECBAgQIECAwP+HOR1a+BmIXgUBAgQIECCw7wICr/a9Q+5HgAABAgQIECBAgAABAgQITCrgf/ZMyu9wAgQIECBAgAABAgQIECBAgAABAgQIECBAgAABAgQIECBAgAABAgQIECBAgAABAgQIECBAgAABAgQIECBAgAABAgQIECBAgAABAgQIECBAgAABAgQIECDQrIDAiGZbqzACBAgQINCsgPml2dYqjAABAgQIECBAgAABAgQIENiFgMCrXSjagwABAgQIECBAgAABAgQIECBAgAABAgQIECBAgAABAgQIECBAgAABAgQIECBAgAABAgQIECBAgAABAgQIECBAgAABAgQIECBAgAABAgQIECBAgAABAgQIEFgUEBjhTRAgQIAAAQK1CZhfauuY+xIgQIAAAQIECBAgQIAAAQJFBQReFeV2GAECBAgQIECAAAECBAgQIECAAAECBAgQIECAAAECBAgQIECAAAECBAgQIECAAAECBAgQIECAAAECBAgQIECAAAECBAgQIECAAAECBAgQIECAAAECBAgQ6EZAYEQ3rVYoAQIECBBoRsD80kwrFUKAAAECBAgQIECAAAECBAiMISDwagxVexIgQIAAAQIECBAgQIAAAQIECBAgQIAAAQIECBAgQIAAAQIECBAgQIAAAQIECBAgQIAAAQIECBAgQIAAAQIECBAgQIAAAQIECBAgQIAAAQIECBAgQIAAAQICI7wBAgQIECBAoDYB80ttHXNfAgQIECBAgAABAgQIECBAoKiAwKui3A4jQIAAAQIECBAgQIAAAQIECBAgQIAAAQIECBAgQIAAAQIECBAgQIAAAQIECBAgQIAAAQIECBAgQIAAAQIECBAgQIAAAQIECBAgQIAAAQIECBAgQIAAAQLdCAiM6KbVCiVAgAABAs0ImF+aaaVCCBAgQIAAAQIECBAgQIAAgTEEBF6NoWpPAgQIECBAgAABAgQIECBAgAABAgQIECBAgAABAgQIECBAgAABAgQIECBAgAABAgQIECBAgAABAgQIECBAgAABAgQIECBAgAABAgQIECBAgAABAgQIECBAQGCEN0CAAAECBAjUJmB+qa1j7kuAAAECBAgQIECAAAECBAgUFRB4VZTbYQQIECBAgAABAgQIECBAgAABAgQIECBAgAABAgQIECBAgAABAgQIECBAgAABAgQIECBAgAABAgQIECBAgAABAgQIECBAgAABAgQIECBAgAABAgQIECBAoBsBgRHdtFqhBAgQIECgGQHzSzOtVAgBAgQIECBAgAABAgQIECAwhoDAqzFU7UmAAAECBAgQIECAAAECBAgQIECAAAECBAgQIECAAAECBAgQIECAAAECBAgQIECAAAECBAgQIECAAAECBAgQIECAAAECBAgQIECAAAECBAgQIECAAAECBAgIjPAGCBAgQIAAgdoEzC+1dcx9CRAgQIAAAQIECBAgQIAAgaICAq+KcjuMAAECBAgQIECAAAECBAgQIECAAAECBAgQIECAAAECBAgQIECAAAECBAgQIECAAAECBAgQIECAAAECBAgQIECAAAECBAgQIECAAAECBAgQIECAAAECBAh0IyAwoptWK5QAAQIECDQjYH5pppUKIUCAAAECBAgQIECAAAECBMYQEHg1hqo9CRAgQIAAAQIECBAgQIAAAQIECBAgQIAAAQIECBAgQIAAAQIECBAgQIAAAQIECBAgQIAAAQIECBAgQIAAAQIECBAgQIAAAQIECBAgQIAAAQIECBAgQIAAAYER3gABAgQIECBQm4D5pbaOuS8BAgQIECBAgAABAgQIECBQVEDgVVFuhxEgQIAAAQIECBAgQIAAAQIECBAgQIAAAQIECBAgQIAAAQIECBAgQIAAAQIECBAgQIAAAQIECBAgQIAAAQIECBAgQIAAAQIECBAgQIAAAQIECBAgQIAAgW4EBEZ002qFEiBAgACBZgTML820UiEECBAgQIAAAQIECBAgQIDAGAICr8ZQtScBAgQIECBAgAABAgQIECBAgAABAgQIECBAgAABAgQIECBAgAABAgQIECBAgAABAgQIECBAgAABAgQIECBAgAABAgQIECBAgAABAgQIECBAgAABAgQIECAgMMIbIECAAAECBGoTML/U1jH3JUCAAAECBAgQIECAAAECBIoKCLwqyu0wAgQIECBAgAABAgQIECBAgAABAgQIECBAgAABAgQIECBAgAABAgQIECBAgAABAgQIECBAgAABAgQIECBAgAABAgQIECBAgAABAgQIECBAgAABAgQIECDQjYDAiG5arVACBAgQINCMgPmlmVYqhAABAgQIECBAgAABAgQIEBhDQODVGKr2JECAAAECBAgQIECAAAECBAgQIECAAAECBAgQIECAAAECBAgQIECAAAECBAgQIECAAAECBAgQIECAAAECBAgQIECAAAECBAgQIECAAAECBAgQIECAAAECBARGeAMECBAgQIBAbQLml9o65r4ECBAgQIAAAQIECBAgQIBAUQGBV0W5HUaAAAECBAgQIECAAAECBAgQIECAAAECBAgQIECAAAECBAgQIECAAAECBAgQIECAAAECBAgQIECAAAECBAgQIECAAAECBAgQIECAAAECBAgQIECAAAECBLoREBjRTasVSoAAAQIEmhEwvzTTSoUQIECAAAECBAgQIECAAAECYwgIvBpD1Z4ECBAgQIAAAQIECBAgQIAAAQIECBAgQIAAAQIECBAgQIAAAQIECBAgQIAAAQIECBAgQIAAAQIECBAgQIAAAQIECBAgQIAAAQIECBAgQIAAAQIECBAgQICAwAhvgAABAgQIEKhNwPxSW8fclwABAgQIECBAgAABAgQIECgqIPCqKLfDCBAgQIAAAQIECBAgQIAAAQIECBAgQIAAAQIECBAgQIAAAQIECBAgQIAAAQIECBAgQIAAAQIECBAgQIAAAQIECBAgQIAAAQIECBAgQIAAAQIECBAgQIBANwICI7pptUIJECBAgEAzAuaXZlqpEAIECBAgQIAAAQIECBAgQGAMAYFXY6jakwABAgQIECBAgAABAgQIECBAgAABAgQIECBAgAABAgQIECBAgAABAgQIECBAgAABAgQIECBAgAABAgQIECBAgAABAgQIECBAgAABAgQIECBAgAABAgQIEBAY4Q0QIECAAAECtQmYX2rrmPsSIECAAAECBAgQIECAAAECRQUEXhXldhgBAgQIECBAgAABAgQIECBAgAABAgQIECBAgAABAgQIECBAgAABAgQIECBAgAABAgQIECBAgAABAgQIECBAgAABAgQIECBAgAABAgQIECBAgAABAgQIEOhGQGBEN61WKAECBAgQaEbA/NJMKxVCgAABAgQIECBAgAABAgQIjCEg8GoMVXsSIECAAAECBAgQIECAAAECBAgQIECAAAECBAgQIECAAAECBAgQIECAAAECBAgQIECAAAECBAgQIECAAAECBAgQIECAAAECBAgQIECAAAECBAgQIECAAAECAiO8AQIECBAgQKA2AfNLbR1zXwIECBAgQIAAAQIECBAgQKCogMCrotwOI0CAAAECBAgQIECAAAECBAgQIECAAAECBAgQIECAAAECBAgQIECAAAECBAgQIECAAAECBAgQIECAAAECBAgQIECAAAECBAgQIECAAAECBAgQIECAAAEC3QgIjOim1QolQIAAAQLNCJhfmmmlQggQIECAAAECBAgQIECAAIExBARejaFqTwIECBAgQIAAAQIECBAgQIAAAQIECBAgQIAAAQIECBAgQIAAAQIECBAgQIAAAQIECBAgQIAAAQIECBAgQIAAAQIECBAgQIAAAQIECBAgQIAAAQIECBAgQEBghDdAgAABAgQI1CZgfqmtY+5LgAABAgQIECBAgAABAgQIFBUQeFWU22EECBAgQIAAAQIECBAgQIAAAQIECBAgQIAAAQIECBAgQIAAAQIECBAgQIAAAQIECBAgQIAAAQIECBAgQIAAAQIECBAgQIAAAQIECBAgQIAAAQIECBAgQKAbAYER3bRaoQQIECBAoBkB80szrVQIAQIECBAgQIAAAQIECBAgMIaAwKsxVO1JgAABAgQIECBAgAABAgQIECBAgAABAgQIECBAgAABAgQIECBAgAABAgQIECBAgAABAgQIECBAgAABAgQIECBAgAABAgQIECBAgAABAgQIECBAgAABAgQICIzwBggQIECAAIHaBMwvtXXMfQkQIECAAAECBAgQIECAAIGiAgKvinI7jAABAgQIECBAgAABAgQIECBAgAABAgQIECBAgAABAgQIECBAgAABAgQIECBAgAABAgQIECBAgAABAgQIECBAgAABAgQIECBAgAABAgQIECBAgAABAgQIdCMgMKKbViuUAAECBAg0I2B+aaaVCiFAgAABAgQIECBAgAABAgTGEBB4NYaqPQkQIECAAAECBAgQIECAAAECBAgQIECAAAECBAgQIECAAAECBAgQIECAAAECBAgQIECAAAECBAgQIECAAAECBAgQIECAAAECBAgQIECAAAECBAgQIECAAAGBEd4AAQIECBAgUJuA+aW2jrkvAQIECBAgQIAAAQIECBAgUFRA4FVRbocRIECAAAECBAgQIECAAAECBAgQIECAAAECBAgQIECAAAECBAgQIECAAAECBAgQIECAAAECBAgQIECAAAECBAgQIECAAAECBAgQIECAAAECBAgQIECAAIFuBARGdNNqhRIgQIAAgWYEzC/NtFIhBAgQIECAAAECBAgQIECAwBgCAq/GULUnAQIECBAgQIAAAQIECBAgQIAAAQIECBAgQIAAAQIECBAgQIAAAQIECBAgQIAAAQIECBAgQIAAAQIECBAgQIAAAQIECBAgQIAAAQIECBAgQIAAAQIECBAgIDDCGyBAgAABAgRqEzC/1NYx9yVAgAABAgQIECBAgAABAgSKCgi8KsrtMAIECBAgQIAAAQIECBAgQIAAAQIECBAgQIAAAQIECBAgQIAAAQIECBAgQIAAAQIECBAgQIAAAQIECBAgQIAAAQIECBAgQIAAAQIECBAgQIAAAQIECBAg0I2AwIhuWq1QAgQIECDQjID5pZlWKoQAAQIECBAgQIAAAQIECBAYQ0Dg1Riq9iRAgAABAgQIECBAgAABAgQIECBAgAABAgQIECBAgAABAgQIECBAgAABAgQIECBAgAABAgQIECBAgAABAgQIECBAgAABAgQIECBAgAABAgQIECBAgAABAgQERngDBAgQIECAQG0C5pfaOua+BAgQIECAAAECBAgQIECAQFEBgVdFuR1GgAABAgQIECBAgAABAgQIECBAgAABAgQIECBAgAABAgQIECBAgAABAgQIECBAgAABAgQIECBAgAABAgQIECBAgAABAgQIECBAgAABAgQIECBAgAABAgS6ERAY0U2rFUqAAAECBJoRML8000qFECBAgAABAgQIECBAgAABAmMICLwaQ9WeBAgQIECAAAECBAgQIECAAAECBAgQIECAAAECBAgQIECAAAECBAgQIECAAAECBAgQIECAAAECBAgQIECAAAECBAgQIECAAAECBAgQIECAAAECBAgQIECAgMAIb4AAAQIECBCoTcD8UlvH3JcAAQIECBAgQIAAAQIECBAoKiDwqii3wwgQIECAAAECBAgQIECAAAECBAgQIECAAAECBAgQIECAAAECBAgQIECAAAECBAgQIECAAAECBAgQIECAAAECBAgQIECAAAECBAgQIECAAAECBAgQIECAQDcCAiO6abVCCRAgQIBAMwLml2ZaqRACBAgQIECAAAECBAgQIEBgDAGBV2Oo2pMAAQIECBAgQIAAAQIECBAgQIAAAQIECBAgQIAAAQIECBAgQIAAAQIECBAgQIAAAQIECBAgQIAAAQIECBAgQIAAAQIECBAgQIAAAQIECBAgQIAAAQIECBAQGOENECBAgAABArUJmF9q65j7EiBAgAABAgQIECBAgAABAkUFBF4V5XYYAQIECBAgQIAAAQIECBAgQIAAAQIECBAgQIAAAQIECBAgQIAAAQIECBAgQIAAAQIECBAgQIAAAQIECBAgQIAAAQIECBAgQIAAAQIECBAgQIAAAQIECBDoRkBgRDetVigBAgQIEGhGwPzSTCsVQoAAAQIECBAgQIAAAQIECIwhIPBqDFV7EiBAgAABAgQIECBAgAABAgQIECBAgAABAgQIECBAgAABAgQIECBAgAABAgQIECBAgAABAgQIECBAgAABAgQIECBAgAABAgQIECBAgAABAgQIECBAgAABAgIjvAECBAgQIECgNgHzS20dc18CBAgQIECAAAECBAgQIECgqIDAq6LcDiNAgAABAgQIECBAgAABAgQIECBAgAABAgQIECBAgAABAgQIECBAgAABAgQIECBAgAABAgQIECBAgAABAgQIECBAgAABAgQIECBAgAABAgQIECBAgAABAt0ICIzoptUKJUCAAAECzQiYX5pppUIIECBAgAABAgQIECBAgACBMQQEXo2hak8CBAgQIECAAAECBAgQIECAAAECBAgQIECAAAECBAgQIECAAAECBAgQIECAAAECBAgQIECAAAECBAgQIECAAAECBAgQIECAAAECBAgQIECAAAECBAgQIEBAYIQ3QIAAAQIECNQmYH6prWPuS4AAAQIECBAgQIAAAQIECBQVEHhVlNthBAgQIECAAAECBAgQIECAAAECBAgQIECAAAECBAgQIECAAAECBAgQIECAAAECBAgQIECAAAECBAgQIECAAAECBAgQIECAAAECBAgQIECAAAECBAgQIECgGwGBEd20WqEECBAgQKAZAfNLM61UCAECBAgQIECAAAECBAgQIDCGgMCrMVTtSYAAAQIECBAgQIAAAQIECBAgQIAAAQIECBAgQIAAAQIECBAgQIAAAQIECBAgQIAAAQIECBAgQIAAAQIECBAgQIAAAQIECBAgQIAAAQIECBAgQIAAAQIECCwGRhAhQIAAAQIECNQm4Gc419Yx9yVAgAABAgQIECBAgAABAgRGFfCXJaPy2pwAAQIECBAgQIAAAQIECBAgQIAAAQIECBAgQIAAAQIECBAgQIAAAQIECBAgQIAAAQIECBAgQIAAAQIECBAgQIAAAQIECBAgQIAAAQIECBAgQIAAAQIECHQrIPCq29YrnAABAgQINCPgZzg300qFECBAgAABAgQIECBAgAABArsQ8Jclu1C0BwECBAgQIECAAAECBAgQIECAAAECBAgQIECAAAECBAgQIECAAAECBAgQIECAAAECBAgQIECAAAECBAgQIECAAAECBAgQIECAAAECBAgQIECAAAECBAgQILAoIPDKmyBAgAABAgRqF/AznGvvoPsTIECAAAECBAgQIECAAAECOxXwlyU75bQZAQIECBAgQIAAAQIECBAgQIAAAQIECBAgQIAAAQIECBAgQIAAAQIECBAgQIAAAQIECBAgQIAAAQIECBAgQIAAAQIECBAgQIAAAQIECBAgQIAAAQIECBAgMBMQeOUpECBAgAABArUL+BnOtXfQ/QkQIECAAAECBAgQIECAAIGdCvjLkp1y2owAAQIECBAgQIAAAQIECBAgQIAAAQIECBAgQIAAAQIECBAgQIAAAQIECBAgQIAAAQIECBAgQIAAAQIECBAgQIAAAQIECBAgQIAAAQIECBAgQIAAAQIECBCYCSwGXvkZiJ4GAQIECBAgsO8C5pd975D7ESBAgAABAgQIECBAgAABApMK+J89k/I7nAABAgQIECBAgAABAgQIECBAgAABAgQIECBAgAABAgQIECBAgAABAgQIECBAgAABAgQIECBAgAABAgQIECBAgAABAgQIECBAgAABAgQIECBAgAABAgQINCsgMKLZ1iqMAAECBAg0K2B+aba1CiNAgAABAgQIECBAgAABAgR2ISDwaheK9iBAgAABAgQIECBAgAABAgQIECBAgAABAgQIECBAgAABAgQIECBAgAABAgQIECBAgAABAgQIECBAgAABAgQIECBAgAABAgQIECBAgAABAgQIECBAgAABAgQWBQRGeBMECBAgQIBAbQLml9o65r4ECBAgQIAAAQIECBAgQIBAUQGBV0W5HUaAAAECBAgQIECAAAECBAgQIECAAAECBAgQIECAAAECBAgQIECAAAECBAgQIECAAAECBAgQIECAAAECBAgQIECAAAECBAgQIECAAAECBAgQIECAAAECBLoREBjRTasVSoAAAQIEmhEwvzTTSoUQIECAAAECBAgQIECAAAECYwgIvBpD1Z4ECBAgQIAAAQIECBAgQIAAAQIECBAgQIAAAQIECBAgQIAAAQIECBAgQIAAAQIECBAgQIAAAQIECBAgQIAAAQIECBAgQIAAAQIECBAgQIAAAQIECBAgQICAwAhvgAABAgQIEKhNwPxSW8fclwABAgQIECBAgAABAgQIECgqIPCqKLfDCBAgQIAAAQIECBAgQIAAAQIECBAgQIAAAQIECBAgQIAAAQIECBAgQIAAAQIECBAgQIAAAQIECBAgQIAAAQIECBAgQIAAAQIECBAgQIAAAQIECBAgQIBANwICI7pptUIJECBAgEAzAuaXZlqpEAIECBAgQIAAAQIECBAgQGAMAYFXY6jakwABAgQIECBAgAABAgQIECBAgAABAgQIECBAgAABAgQIECBAgAABAgQIECBAgAABAgQIECBAgAABAgQIECBAgAABAgQIECBAgAABAgQIECBAgAABAgQIEBAY4Q0QIECAAAECtQmYX2rrmPsSIECAAAECBAgQIECAAAECRQUEXhXldhgBAgQIECBAgAABAgQIECBAgAABAgQIECBAgAABAgQIECBAgAABAgQIECBAgAABAgQIECBAgAABAgQIECBAgAABAgQIECBAgAABAgQIECBAgAABAgQIEOhGQGBEN61WKAECBAgQaEbA/NJMKxVCgAABAgQIECBAgAABAgQIjCEg8GoMVXsSIECAAAECBAgQIECAAAECBAgQIECAAAECBAgQIECAAAECBAgQIECAAAECBAgQIECAAAECBAgQIECAAAECBAgQIECAAAECBAgQIECAAAECBAgQIECAAAECAiO8AQIECBAgQKA2AfNLbR1zXwIECBAgQIAAAQIECBAgQKCogMCrotwOI0CAAAECBAgQxeq9mwAAIABJREFUIECAAAECBAgQIECAAAECBAgQIECAAAECBAgQIECAAAECBAgQIECAAAECBAgQIECAAAECBAgQIECAAAECBAgQIECAAAECBAgQIECAAAEC3QgIjOim1QolQIAAAQLNCJhfmmmlQggQIECAAAECBAgQIECAAIExBARejaFqTwIECBAgQIAAAQIECBAgQIAAAQIECBAgQIAAAQIECBAgQIAAAQIECBAgQIAAAQIECBAgQIAAAQIECBAgQIAAAQIECBAgQIAAAQIECBAgQIAAAQIECBAgQEBghDdAgAABAgQI1CZgfqmtY+5LgAABAgQIECBAgAABAgQIFBUQeFWU22EECBAgQIAAAQIECBAgQIAAAQIECBAgQIAAAQIECBAgQIAAAQIECBAgQIAAAQIECBAgQIAAAQIECBAgQIAAAQIECBAgQIAAAQIECBAgQIAAAQIECBAgQKAbAYER3bRaoQQIECBAoBkB80szrVQIAQIECBAgQIAAAQIECBAgMIaAwKsxVO1JgAABAgQIECBAgAABAgQIECBAgAABAgQIECBAgAABAgQIECBAgAABAgQIECBAgAABAgQIECBAgAABAgQIECBAgAABAgQIECBAgAABAgQIECBAgAABAgQICIzwBggQIECAAIHaBMwvtXXMfQkQIECAAAECBAgQIECAAIGiAgKvinI7jAABAgQIECBAgAABAgQIECBAgAABAgQIECBAgAABAgQIECBAgAABAgQIECBAgAABAgQIECBAgAABAgQIECBAgAABAgQIECBAgAABAgQIECBAgAABAgQIdCMgMKKbViuUAAECBAg0I2B+aaaVCiFAgAABAgQIECBAgAABAgTGEBB4NYaqPQkQIECAAAECBAgQIECAAAECBAgQIECAAAECBAgQIECAAAECBAgQIECAAAECBAgQIECAAAECBAgQIECAAAECBAgQIECAAAECBAgQIECAAAECBAgQIECAAAGBEd4AAQIECBAgUJuA+aW2jrkvAQIECBAgQIAAAQIECBAgUFRA4FVRbocRIECAAAECBAgQIECAAAECBAgQIECAAAECBAgQIECAAAECBAgQIECAAAECBAgQIECAAAECBAgQIECAAAECBAgQIECAAAECBAgQIECAAAECBAgQIECAAIFuBARGdNNqhRIgQIAAgWYEzC/NtFIhBAgQIECAAAECBAgQIECAwBgCAq/GULUnAQIECBAgQIAAAQIECBAgQIAAAQIECBAgQIAAAQIECBAgQIAAAQIECBAgQIAAAQIECBAgQIAAAQIECBAgQIAAAQIECBAgQIAAAQIECBAgQIAAAQIECBAgIDDCGyBAgAABAgRqEzC/1NYx9yVAgAABAgQIECBAgAABAgSKCgi8KsrtMAIECBAgQIAAAQIECBAgQIAAAQIECBAgQIAAAQIECBAgQIAAAQIECBAgQIAAAQIECBAgQIAAAQIECBAgQIAAAQIECBAgQIAAAQIECBAgQIAAAQIECBAg0I2AwIhuWq1QAgQIECDQjID5pZlWKoQAAQIECBAgQIAAAQIECBAYQ0Dg1Riq9iRAgAABAgQIECBAgAABAgQIECBAgAABAgQIECBAgAABAgQIECBAgAABAgQIECBAgAABAgQIECBAgAABAgQIECBAgAABAgQIECBAgAABAgQIECBAgAABAgQERngDBAgQIECAQG0C5pfaOua+BAgQIECAAAECBAgQIECAQFEBgVdFuR1GgAABAgQIECBAgAABAgQIECBAgAABAgQIECBAgAABAgQIECBAgAABAgQIECBAgAABAgQIECBAgAABAgQIECBAgAABAgQIECBAgAABAgQIECBAgAABAgS6ERAY0U2rFUqAAAECBJoRML8000qFECBAgAABAgQIECBAgAABAmMICLwaQ9WeBAgQIECAAAECBAgQIECAAAECBAgQIECAAAECBAgQIECAAAECBAgQIECAAAECBAgQIECAAAECBAgQIECAAAECBAgQIECAAAECBAgQIECAAAECBAgQIECAgMAIb4AAAQIECBCoTcD8UlvH3JcAAQIECBAgQIAAAQIECBAoKiDwqii3wwgQIECAAAECBAgQIECAAAECBAgQIECAAAECBAgQIECAAAECBAgQIECAAAECBAgQIECAAAECBAgQIECAAAECBAgQIECAAAECBAgQIECAAAECBAgQIECAQDcCAiO6abVCCRAgQIBAMwLml2ZaqRACBAgQIECAAAECBAgQIEBgDAGBV2Oo2pMAAQIECBAgQIAAAQIECBAgQIAAAQIECBAgQIAAAQIECBAgQIAAAQIECBAgQIAAAQIECBAgQIAAAQIECBAgQIAAAQIECBAgQIAAAQIECBAgQIAAAQIECBAQGOENECBAgAABArUJmF9q65j7EiBAgAABAgQIECBAgAABAkUFBF4V5XYYAQIECBAgQIAAAQIECBAgQIAAAQIECBAgQIAAAQIECBAgQIAAAQIECBAgQIAAAQIECBAgQIAAAQIECBAgQIAAAQIECBAgQIAAAQIECBAgQIAAAQIECBDoRkBgRDetVigBAgQIEGhGwPzSTCsVQoAAAQIECBAgQIAAAQIECIwhIPBqDFV7EiBAgAABAgQIECBAgAABAgQIECBAgAABAgQIECBAgAABAgQIECBAgAABAgQIECBAgAABAgQIECBAgAABAgQIECBAgAABAgQIECBAgAABAgQIECBAgAABAgIjvAECBAgQIECgNgHzS20dc18CBAgQIECAAAECBAgQIECgqIDAq6LcDiNAgAABAgQIECBAgAABAgQIECBAgAABAgQIECBAgAABAgQIECBAgAABAgQIECBAgAABAgQIECBAgAABAgQIECBAgAABAgQIECBAgAABAgQIECBAgAABAt0ICIzoptUKJUCAAAECzQiYX5pppUIIECBAgAABAgQIECBAgACBMQQEXo2hak8CBAgQIECAAAECBAgQIECAAAECBAgQIECAAAECBAgQIECAAAECBAgQIECAAAECBAgQIECAAAECBAgQIECAAAECBAgQIECAAAECBAgQIECAAAECBAgQIEBAYIQ3QIAAAQIECNQmYH6prWPuS4AAAQIECBAgQIAAAQIECBQVEHhVlNthBAgQIECAAAECBAgQIECAAAECBAgQIECAAAECBAgQIECAAAECBAgQIECAAAECBAgQIECAAAECBAgQIECAAAECBAgQIECAAAECBAgQIECAAAECBAgQIECgGwGBEd20WqEECBAgQKAZAfNLM61UCAECBAgQIECAAAECBAgQIDCGgMCrMVTtSYAAAQIECBAgQIAAAQIECBAgQIAAAQIECBAgQIAAAQIECBAgQIAAAQIECBAgQIAAAQIECBAgQIAAAQIECBAgQIAAAQIECBAgQIAAAQIECBAgQIAAAQIECAiM8AYIECBAgACB2gTML7V1zH0JECBAgAABAgQIECBAgACBogICr4pyO4wAAQIECBAgQIAAAQIECBAgQIAAAQIECBAgQIAAAQIECBAgQIAAAQIECBAgQIAAAQIECBAgQIAAAQIECBAgQIAAAQIECBAgQIAAAQIECBAgQIAAAQIECHQjIDCim1YrlAABAgQINCNgfmmmlQohQIAAAQIECBAgQIAAAQIExhAQeDWGqj0JECBAgAABAgQIECBAgAABAgQIECBAgAABAgQIECBAgAABAgQIECBAgAABAgQIECBAgAABAgQIECBAgAABAgQIECBAgAABAgQIECBAgAABAgQIECBAgAABgRHeAAECBAgQIFCbgPmlto65LwECBAgQIECAAAECBAgQIFBUQOBVUW6HESBAgAABAgQIECBAgAABAgQIECBAgAABAgQIECBAgAABAgQIECBAgAABAgQIECBAgAABAgQIECBAgAABAgQIECBAgAABAgQIECBAgAABAgQIECBAgACBbgQERnTTaoUSIECAAIFmBMwvzbRSIQQIECBAgAABAgQIECBAgMAYAgKvxlC1JwECBAgQIECAAAECBAgQIECAAAECBAgQIECAAAECBAgQIECAAAECBAgQIECAAAECBAgQIECAAAECBAgQIECAAAECBAgQIECAAAECBAgQIECAAAECBAgQICAwwhsgQIAAAQIEahMwv9TWMfclQIAAAQIECBAgQIAAAQIEigoIvCrK7TACBAgQIECAAAECBAgQIECAAAECBAgQIECAAAECBAgQIECAAAECBAgQIECAAAECBAgQIECAAAECBAgQIECAAAECBAgQIECAAAECBAgQIECAAAECBAgQINCNQMnAiCcn+cIWsncmuSPJv8z2GfYa/v37W+xpKQECBAgQIFCfQMn5pT4dNyZAgAABAgQIECBAgAABAgS6FxB41f0TAECAAAECBAgQIECAAAECBAgQIECAAAECBAgQIECAAAECBAgQIECAAAECBAgQIECAAAECBAgQIECAAAECBAgQIECAAAECBAgQIECAAAECBAgQIECAAAECBEYRKBkYsW3g1TKAv0ny2iSfEXw1yvuwKQECBAgQ2EeBkvPLPtbvTgQIECBAgAABAgQIECBAgACBkwoIvPJACBAgQIAAAQIECBAgQIAAAQIECBAgQIAAAQIECBAgQIAAAQIECBAgQIAAAQIECBAgQIAAAQIECBAgQIAAAQIECBAgQIAAAQIECBAgQIAAAQIECBAgQIAAgTEESgZGjBF4dWhyZZLh193/zd69QMtZ1/fC/xZSAm9e5ETANmCLniNvpEAiooCAGJTbEQHBUJBwOxUIC7k0pCK3QCFcYnpC0IKCJacYQIgEuYkKSEs8JOUqJK2Lw4L3xfieRVoUsiSHamhCTp45O9PJZHb2zM6e2XP5PGvtRfYz/+f///8+v2frs5KZ/W0GkjkJECBAgACBthJo5fNLWxVuMwQIECBAgAABAgQIECBAgACBegQEXtWjZAwBAgQIECBAgAABAgQIECBAgAABAgQIECBAgAABAgQIECBAgAABAgQIECBAgAABAgQIECBAgAABAgQIECBAgAABAgQIECBAgAABAgQIECBAgAABAgQIECDQqEArAyOaGXhV1H1hkllJVjWKYDwBAgQIECDQUQKtfH7pKBibJUCAAAECBAgQIECAAAECBAgUAgKv3AcECBAgQIAAAQIECBAgQIAAAQIECBAgQIAAAQIECBAgQIAAAQIECBAgQIAAAQIECBAgQIAAAQIECBAgQIAAAQIECBAgQIAAAQIECBAgQIAAAQIECBAgQIBAMwRaGRhRK/Bq/yQL6yxsRJL/kGR8kj9P8rmq61YkmZjkkTrnM4wAAQIECBDoTIFWPr90ppBdEyBAgAABAgQIECBAgAABAj0tIPCqp9uveAIECBAgQIAAAQIECBAgQIAAAQIECBAgQIAAAQIECBAgQIAAAQIECBAgQIAAAQIECBAgQIAAAQIECBAgQIAAAQIECBAgQIAAAQIECBAgQIAAAQIECBAg0DSBVgZGbGrgVSXCyCTnJ7mmSubuJJOTLG+amIkJECBAgACB4RZo5fPLcNdqfQIECBAgQIAAAQIECBAgQIBAwwICrxomcwEBAgQIECBAgAABAgQIECBAgAABAgQIECBAgAABAgQIECBAgAABAgQIECBAgAABAgQIECBAgAABAgQIECBAgAABAgQIECBAgAABAgQIECBAgAABAgQIECBQh0ArAyOGMvCqKG1UkplJzqqoc0WS/5xkYR21G0KAAAECBAh0pkArn186U8iuCRAgQIAAAQIECBAgQIAAgZ4WEHjV0+1XPAECBAgQIECAAAECBAgQIECAAAECBAgQIECAAAECBAgQIECAAAECBAgQIECAAAECBAgQIECAAAECBAgQIECAAAECBAgQIECAAAECBAgQIECAAAECBAgQaJpAKwMjhjrwqkDZK8l9ScZUCJ2fZHbTxExMgAABAgQIDLdAK59fhrtW6xMgQIAAAQIECBAgQIAAAQIEGhYQeNUwmQsIECBAgAABAgQIECBAgAABAgQIECBAgAABAgQIECBAgAABAgQIECBAgAABAgQIECBAgAABAgQIECBAgAABAgQIECBAgAABAgQIECBAgAABAgQIECBAgACBOgRaGRjRjMCrbZLckmRiRa03J5mS5Ld11G8IAQIECBAg0HkCrXx+6TwdOyZAgAABAgQIECBAgAABAgR6XkDgVc/fAgAIECBAgAABAgQIECBAgAABAgQIECBAgAABAgQIECBAgAABAgQIECBAgAABAgQIECBAgAABAgQIECBAgAABAgQIECBAgAABAgQIECBAgAABAgQIECBAgEBTBFoZGNGMwKutksxOMrlC57YkX06yYgCxEUn+nySfSbJvkrFJ9qi4ZmmSnyd5MsmPkzyfZNVG5tw1yd1JdukbU6z/n5MsbLBzo5PMSXJ033Uv9wV6LWlwHsMJECBAgEC3CrTy+aVbDdVFgAABAgQIECBAgAABAgQIdLGAwKsubq7SCBAgQIAAAQIECBAgQIAAAQIECBAgQIAAAQIECBAgQIAAAQIECBAgQIAAAQIECBAgQIAAAQIECBAgQIAAAQIECBAgQIAAAQIECBAgQIAAAQIECBAgQIDAMAq0MjCiVYFXDyeZlOSNflxHJvlckq8m+XgD9s8kuTjJ3yV5t8Z1tcK3piW5Okm188aWLZx+lGTrvkG3Jjk7ydsN7NVQAgQIECDQzQKtfH7pZke1ESBAgAABAgQIECBAgAABAl0qIPCqSxurLAIECBAgQIAAAQIECBAgQIAAAQIECBAgQIAAAQIECBAgQIAAAQIECBAgQIAAAQIECBAgQIAAAQIECBAgQIAAAQIECBAgQIAAAQIECBAgQIAAAQIECBAgMMwCrQyMaFXg1c1JpqwNtPptDdvt1wZJzUpy0iDdVySZnmR2klU15jgmyT0V53/ct9av61yv+B2Ul/Stse6SE5PcUef1hhEgQIAAgV4QaOXzSy94qpEAAQIECBAgQIAAAQIECBDoMgGBV13WUOUQIECAAAECBAgQIECAAAECBAgQIECAAAECBAgQIECAAAECBAgQIECAAAECBAgQIECAAAECBAgQIECAAAECBAgQIECAAAECBAgQIECAAAECBAgQIECAAIE2EWhlYEQzAq+2S3JbksMqPK9NMm3t1+oq41FJZiY5q+p8EWL1wto5nkzyRt9r2yb5ZJJ9avRpWZLjk/y0xmsfTHJnkr37XivmPnrtXI/V2e8xSeYmOahv/FNJvpjk1TqvN4wAAQIECPSCQCufX3rBU40ECBAgQIAAAQIECBAgQIBAlwkIvOqyhiqHAAECBAgQIECAAAECBAgQIECAAAECBAgQIECAAAECBAgQIECAAAECBAgQIECAAAECBAgQIECAAAECBAgQIECAAAECBAgQIECAAAECBAgQIECAAAECBAi0iUArAyOaEXj1mST3Jtm6wvPEJHfU8J2U5Paq8/81yXVJihCrWscfJ7kkyRlVL34jyQVJVlad3yLJjCRTKs5PT3JFjQCuWutV19PfOm1y+9gGAQIECBAYFoFWPr8MS4EWJUCAAAECBAgQIECAAAECBAhsioDAq03Rcy0BAgQIECBAgAABAgQIECBAgAABAgQIECBAgAABAgQIECBAgAABAgQIECBAgAABAgQIECBAgAABAgQIECBAgAABAgQIECBAgAABAgQIECBAgAABAgQIECDQn0ArAyOGOvBqdJKbkxxbUdyLfd//vKrgYuycJEdXnL8myeVJVg1we4zsG3dRxbjHkxQBWq/VuLY6tOonSU7eSKjWuik271tnWsWchyR51O1LgAABAgQIrCfQyucX9AQIECBAgAABAgQIECBAgACBjhMQeNVxLbNhAgQIECBAgAABAgQIECBAgAABAgQIECBAgAABAgQIECBAgAABAgQIECBAgAABAgQIECBAgAABAgQIECBAgAABAgQIECBAgAABAgQIECBAgAABAgQIECDQEQKtDIwYysCr7ZNcneT0KuVZSS5JsrLq/J5JHlwbkDWm7/xTSb6Y5NU6uzQuyfwkO/eN/8ckf5rkf9S4vlhjbpKD+l5b0Re09dgAa+2wdv47kkzoG1dvUFadJRhGgAABAgS6RqCVzy9dg6YQAgQIECBAgAABAgQIECBAoHcEBF71Tq9VSoAAAQIECBAgQIAAAQIECBAgQIAAAQIECBAgQIAAAQIECBAgQIAAAQIECBAgQIAAAQIECBAgQIAAAQIECBAgQIAAAQIECBAgQIAAAQIECBAgQIAAAQIEWinQysCITQm8Kn4343uSfCjJZ5N8KclOVVCL+0KsXqwBWFx3RJIiuOo/JfnvSS5LsrpO7G37wqgOrRi/f5KFNa4v9lqEbk2veK348xUDrHdkkvsbvKbO7RtGgAABAgS6SqCVzy9dBacYAgQIECBAgAABAgQIECBAoDcEBF71Rp9VSYAAAQIECBAgQIAAAQIECBAgQIAAAQIECBAgQIAAAQIECBAgQIAAAQIECBAgQIAAAQIECBAgQIAAAQIECBAgQIAAAQIECBAgQIAAAQIECBAgQIAAAQIEWi3QysCIWoFXQ1XviiRnJrkzSXVNQ7FGI4FXxXp7JbkvyZi+xR9PMinJa/1sZoskM5JM6Xt9WZLPrw33enooNm8OAgQIECDQZQKtfH7pMjrlECBAgAABAgQIECBAgAABAr0gIPCqF7qsRgIECBAgQIAAAQIECBAgQIAAAQIECBAgQIAAAQIECBAgQIAAAQIECBAgQIAAAQIECBAgQIAAAQIECBAgQIAAAQIECBAgQIAAAQIECBAgQIAAAQIECBAg0HqBVgZGNCvw6s0k5yS5K8m7TSJsNPBqmyS3JJlYsZ9Dkjzaz/4+2BfWtXff6/cm+VKS5U2qx7QECBAgQKCTBVr5/NLJTvZOgAABAgQIECBAgAABAgQI9KiAwKsebbyyCRAgQIAAAQIECBAgQIAAAQIECBAgQIAAAQIECBAgQIAAAQIECBAgQIAAAQIECBAgQIAAAQIECBAgQIAAAQIECBAgQIAAAQIECBAgQIAAAQIECBAgQIBAkwVaGRgx1IFXK5LMT3Jlkl80wWnE2tCq9yf5ZJJjknwmydYV6+yfZOFG1p2c5KaK169NMm3t1+oa1xTz31Nx/vwks5tQkykJECBAgEA3CLTy+aUbvNRAgAABAgQIECBAgAABAgQI9JiAwKsea7hyCRAgQIAAAQIECBAgQIAAAQIECBAgQIAAAQIECBAgQIAAAQIECBAgQIAAAQIECBAgQIAAAQIECBAgQIAAAQIECBAgQIAAAQIECBAgQIAAAQIECBAgQIBAiwRaGRixqYFXzyd5LcmzSRYleSbJ8k10Kn7n43uS7ND3NTbJrkk+mmSfAeYeKPCqmOfuJLv0zfN4kkl9NVROPTLJzCTn9p18OcnEtSFbSzaxNpcTIECAAIFuFWjl80u3GqqLAAECBAgQIECAAAECBAgQ6GIBgVdd3FylESBAgAABAgQIECBAgAABAgQIECBAgAABAgQIECBAgAABAgQIECBAgAABAgQIECBAgAABAgQIECBAgAABAgQIECBAgAABAgQIECBAgAABAgQIECBAgACBYRRoZWBErcCrgUKjmkEzIsneSf5LkoOS7DTIRQba+6gkNyQ5tWL+o9aGaT1QtV4RsjUvyfi+87cmOTvJ24Pcl8sIECBAgEC3C7Ty+aXbLdVHgAABAgQIECBAgAABAgQIdKGAwKsubKqSCBAgQIAAAQIECBAgQIAAAQIECBAgQIAAAQIECBAgQIAAAQIECBAgQIAAAQIECBAgQIAAAQIECBAgQIAAAQIECBAgQIAAAQIECBAgQIAAAQIECBAgQIBAGwi0MjBiuAOvit/vuEeSK5J8rgH7FUmeTvKhqnCsgQKviiWOSXJPxVqzk1yY5J2Kc5PWzn17xfcnJrmjgf0ZSoAAAQIEek2glc8vvWarXgIECBAgQIAAAQIECBAgQKALBARedUETlUCAAAECBAgQIECAAAECBAgQIECAAAECBAgQIECAAAECBAgQIECAAAECBAgQIECAAAECBAgQIECAAAECBAgQIECAAAECBAgQIECAAAECBAgQIECAAAECBNpQoJWBEcMZeFX8bsejk1xXFVpV3ZI3145bvDYQ69kkLyR5Psn/m2TrvhCqQysuqCfw6oNJ7kyyd991i5KckGRp3/ejktyQ5NS+759K8sUkr7bhvWJLBAgQIECgXQRa+fzSLjXbBwECBAgQIECAAAECBAgQIECgbgGBV3VTGUiAAAECBAgQIECAAAECBAgQIECAAAECBAgQIECAAAECBAgQIECAAAECBAgQIECAAAECBAgQIECAAAECBAgQIECAAAECBAgQIECAAAECBAgQIECAAAECBAg0INDKwIjhDLzapS94anyFzYokP0hyd1+41T8n+W0/dtsOMvBqiyQzkkypmPcLSb7f9/2ufesX+yuObyS5IMnKBnpoKAECBAgQ6DWBVj6/9JqtegkQIECAAAECBAgQIECAAIEuEBB41QVNVAIBAgQIECBAgAABAgQIECBAgAABAgQIECBAgAABAgQIECBAgAABAgQIECBAgAABAgQIECBAgAABAgQIECBAgAABAgQIECBAgAABAgQIECBAgAABAgQIEGhDgVYGRgxX4NXmSS5PMq3C/6UkZyZZsPa1aoNabRps4FUx18FJHqmYdHaSC5O8k+RLSW6peO2QJI+24X1iSwQIECBAoJ0EWvn80k512wsBAgQIECBAgAABAgQIECBAoC4BgVd1MRlEgAABAgQIECBAgAABAgQIECBAgAABAgQIECBAgAABAgQIECBAgAABAgQIECBAgAABAgQIECBAgAABAgQIECBAgAABAgQIECBAgAABAgQIECBbijB9AAAgAElEQVRAgAABAgQINCjQysCI4Qq82iHJHUkmVNic0Rc0VU/YVXHZh5N8L8nuFXPsvzbMamEd3mOSzE1yUN/YRUlOSPJ6kiL8anLf+Z8kOXnt98vqmNMQAgQIECDQywKtfH7pZWe1EyBAgAABAgQIECBAgAABAh0qIPCqQxtn2wQIECBAgAABAgQIECBAgAABAgQIECBAgAABAgQIECBAgAABAgQIECBAgAABAgQIECBAgAABAgQIECBAgAABAgQIECBAgAABAgQIECBAgAABAgQIECBAoM0FWhkYMVyBV+OSzF8berVzXy+KQKkj1n4910BvjlkbdnVP1fh6A6+K3yt5SZLpFdcfkuSXSeYlGd93vnj9iiSrG9iXoQQIECBAoBcFWvn80ou+aiZAgAABAgQIECBAgAABAgQ6XEDgVYc30PYJECBAgAABAgQIECBAgAABAgQIECBAgAABAgQIECBAgAABAgQIECBAgAABAgQIECBAgAABAgQIECBAgAABAgQIECBAgAABAgQIECBAgAABAgQIECBAgECbCrQyMGK4Aq/2TPJgkjF9PViRpAicerLOnuyY5LYkB1aNrzfwqrhsryT3VexhWpJ/7DtXvF6EcH0+ydN17skwAgQIECDQywKtfH7pZWe1EyBAgAABAgQIECBAgAABAh0qIPCqQxtn2wQIECBAgAABAgQIECBAgAABAgQIECBAgAABAgQIECBAgAABAgQIECBAgAABAgQIECBAgAABAgQIECBAgAABAgQIECBAgAABAgQIECBAgAABAgQIECBAoM0FWhkYMVyBVx9Kctfa0Ksi+GrdUQROzUiyaoD+FGFXs5McW2Pcp5L8tM7+jk4yJ8nRfePvTfL/Jzm34vsvJVle53yGESBAgACBXhZo5fNLLzurnQABAgQIECBAgAABAgQIEOhQAYFXHdo42yZAgAABAgQIECBAgAABAgQIECBAgAABAgQIECBAgAABAgQIECBAgAABAgQIECBAgAABAgQIECBAgAABAgQIECBAgAABAgQIECBAgAABAgQIECBAgAABAm0u0MrAiOEKvBqV5IYkp1b0YkWSK5N8K8nbNXr0niRfSPLVJGP76eGJSe5ooL+Tk9zUz/jz+4K1GpjOUAIECBAg0LMCrXx+6VlkhRMgQIAAAQIECBAgQIAAAQKdK9AJgVfVf8HTudp2ToAAAQIECBAgQIAAAQIECBAgQIAAAQIECBAgQIAAAQIECBDoDYFOeE9Kb3RClQQIECBAgAABAgQIECBAgAABAgQIECBAgAABAgQIECBAgAABAgQIECBAgAABAgQIEBhegVYGRgxX4FUhfEiS+Um2ruJemuSpJIuTrO57fZ8ke1WNfSnJq0kOq7j+lCRzG2jfrknuTrJL1TUvJ5mYZEkDcxlKgAABAgR6WaCVzy+97Kx2AgQIECBAgAABAgQIECBAoEMFOuGXCwm86tCby7YJECBAgAABAgQIECBAgAABAgQIECBAgAABAgQIECBAgACBnhXohPek9GxzFE6AAAECBAgQIECAAAECBAgQIECAAAECBAgQIECAAAECBAgQIECAAAECBAgQIECAAIEWCrQyMGI4A69GJJmyNtRqWo3Qq4G4f5DkK0nGJ7mrYvAVSYqven8n46gkNyQ5tWrBW5OcvXaNtwfaiNcJECBAgACBkkArn1+QEyBAgAABAgQIECBAgAABAgQ6TqATfrlQvf+40nH4NkyAAAECBAgQIECAAAECBAgQIECAAAECBAgQIECAAAECBAgQ6FKBTnhPSpfSK4sAAQIECBAgQIAAAQIECBAgQIAAAQIECBAgQIAAAQIECBAgQIAAAQIECBAgQIAAAQJtJdDKwIjhDLwq0IvQq2PXhmRcnmRsHV14JsnXkhSBVyuT7Ln268EkY/qu/XGSk9aGVf26jrnWDZmU5Paq8ScmuaOBOQwlQIAAAQK9LtDK55det1Y/AQIECBAgQIAAAQIECBAg0IECnfDLhQRedeCNZcsECBAgQIAAAQIECBAgQIAAAQIECBAgQIAAAQIECBAgQIBATwt0wntSerpBiidAgAABAgQIECBAgAABAgQIECBAgAABAgQIECBAgAABAgQIECBAgAABAgQIECBAgECLBFoZGDHcgVfrSN+T5NAkn00yPskefS+8maQIuVqYpAizej7Jqoo+jE4yJ8nRfedWJJmY5JEGevXBtWFbdybZu++ap5J8McmrDcxhKAECBAgQ6HWBVj6/9Lq1+gkQIECAAAECBAgQIECAAIEOFOiEXy603l/wrFkj/6oD7zNbJkCAAAECBAjULfB7v7fBI2onPLPWXZ+BBAgQIECAAAECBAgQIECAAAECBAgQIECgSwV8gKdLG6ssAgQIECBAgAABAgQIECBAgAABAgQIECBAgAABAgQIECBAgAABAgQIECBAgAABAgQIbKKA95tvImCDl1cHXn0jyQVJVjY4j+EECBAgQKCXBTy/9HL31U6AAAECBAgQIECAAAECBAgMKNAJ4QECrwZsowEECBAgQIAAge4REHjVPb1UCQECBAgQIECAAAECBAgQIECAAAECBAj0lIAP8PRUuxVLgAABAgQIECBAgAABAgQIECBAgAABAgQIECBAgAABAgQIECBAgAABAgQIECBAgACBugW837xuqiEZeEySeypmOiTJo0Mys0kIECBAgEDvCHh+6Z1eq5QAAQIECBAgQIAAAQIECBAYhIDAq0GguYQAAQIECBAgQKB5AgKvmmdrZgIECBAgQIAAAQIECBAgQIAAAQIECBAg0EQBH+BpIq6pCRAgQIAAAQIECBAgQIAAAQIECBAgQIAAAQIECBAgQIAAAQIECBAgQIAAAQIECBAg0MEC3m/euuaNSnJDklP7lvxJkpOTLGvdFqxEgAABAgS6QsDzS1e0UREECBAgQIAAAQIECBAgQIBAswQEXjVL1rwECBAgQIAAAQKDEhB4NSg2FxEgQIAAAQIECBAgQIAAAQIECBAgQIAAgeEW8AGe4e6A9QkQIECAAAECBAgQIECAAAECBAgQIECAAAECBAgQIECAAAECBAgQIECAAAECBAgQINCeAt5v3rq+7JXkviRj+pacmmR2kuoetG5HViJAgAABAp0p4PmlM/tm1wQIECBAgAABAgQIECBAgECLBARetQjaMgQIECBAgAABAvUJCLyqz8koAgQIECBAgAABAgQIECBAgAABAgQIECDQZgI+wNNmDbEdAgQIECBAgAABAgQIECBAgAABAgQIECBAgAABAgQIECBAgAABAgQIECBAgAABAgQItImA95u3phGjksxMclbfci8mOXbt189bs7xVCBAgQIBAVwl4fumqdiqGAAECBAgQIECAAAECBAgQGGoBgVdDLWo+AgQIECBAgACBTRIQeLVJfC4mQIAAAQIECBAgQIAAAQIECBAgQIAAAQLDJeADPMMlb10CBAgQIECAAAECBAgQIECAAAECBAgQIECAAAECBAgQIECAAAECBAgQIECAAAECBAi0t4D3mw99f3ZM8psk/yvJZkn+U5JLk5xcsdSsJJckWTn0y5uRAAECBAh0vYDnl65vsQIJECBAgAABAgQIECBAgACBTREQeLUpeq4lQIAAAQIECBAYcgGBV0NOakICBAgQIECAAAECBAgQIECAAAECBAgQINAKAR/gaYWyNQgQIECAAAECBAgQIECAAAECBAgQIECAAAECBAgQIECAAAECBAgQIECAAAECBAgQINB5At5vPvQ9K4KtvrORaV9McnySJUO/tBkJECBAgEBPCHh+6Yk2K5IAAQIECBAgQIAAAQIECBAYrIDAq8HKuY4AAQIECBAgQKApAgKvmsJqUgIECBAgQIAAAQIECBAgQIAAAQIECBAg0GwBH+BptrD5CRAgQIAAAQIECBAgQIAAAQIECBAgQIAAAQIECBAgQIAAAQIECBAgQIAAAQIECBAg0JkC3m8+9H07Msn9/Uy7IsmZSe5MUm0/9DsxIwECBAgQ6E4Bzy/d2VdVESBAgAABAgQIECBAgAABAkMkIPBqiCBNQ4AAAQIECBAgMDQCAq+GxtEsBAgQIECAAAECBAgQIECAAAECBAgQIECgxQI+wNNicMsRIECAAAECBAgQIECAAAECBAgQIECAAAECBAgQIECAAAECBAgQIECAAAECBAgQIECgQwS833zoG7VfkidqTFuEXV2c5KYkq4Z+WTMSIECAAIGeEfD80jOtVigBAgQIECBAgAABAgQIECAwGAGBV4NRcw0BAgQIECBAgEDTBAReNY3WxAQIECBAgAABAgQIECBAgAABAgQIECBAoJkCPsDTTF1zEyBAgAABAgQIECBAgAABAgQIECBAgAABAgQIECBAgAABAgQIECBAgAABAgQIECBAoHMFvN986Hv3h0mmJjkiydgkS5M8kGROkiVJqs2HfgdmJECAAAEC3S3g+aW7+6s6AgQIECBAgAABAgQIECBAYBMFBF5tIqDLCRAgQIAAAQIEhlZA4NXQepqNAAECBAgQIECAAAECBAgQIECAAAECBAi0SMAHeFoEbRkCBAgQIECAAAECBAgQIECAAAECBAgQIECAAAECBAgQIECAAAECBAgQIECAAAECBAh0mID3m3dYw2yXAAECBAgQ2CA8shN+h7O2ESBAgAABAgQIECBAgAABAgRaJtAJf1my3j9QrVlT/e9VLbOyEAECBAgQIECAQAsEBF61ANkSBAgQIECAAAECBAgQIECAAAECBAgQIEBg6AV8AHnoTc1IgAABAgQIECBAgAABAgQIECBAgAABAgQIECBAgAABAgQIECBAgAABAgQIECBAgACBbhDwfvNu6KIaCBAgQIBAbwl4fumtfquWAAECBAgQIECAAAECBAgQaFBA4FWDYIYTIECAAAECBAg0V0DgVXN9zU6AAAECBAgQIECAAAECBAgQIECAAAECBJok4AM8TYI1LQECBAgQIECAAAECBAgQIECAAAECBAgQIECAAAECBAgQIECAAAECBAgQIECAAAECBDpcwPvNO7yBtk+AAAECBHpQwPNLDzZdyQQIECBAgAABAgQIECBAgED9AgKv6rcykgABAgQIECBAoAUCAq9agGwJAgQIECBAgAABAgQIECBAgAABAgQIECAw9AI+wDP0pmYkQIAAAQIECBAgQIAAAQIECBAgQIAAAQIECBAgQIAAAQIECBAgQIAAAQIECBAgQIBANwh4v3k3dFENBAgQIECgtwQ8v/RWv1VLgAABAgQIECBAgAABAgQINCgg8KpBMMMJECBAgAABAgSaKyDwqrm+ZidAgAABAgQIECBAgAABAgQIECBAgAABAk0S8AGeJsGalgABAgQIECBAgAABAgQIECBAgAABAgQIECBAgAABAgQIECBAgAABAgQIECBAgAABAh0u4P3mHd5A2ydAgAABAj0o4PmlB5uuZAIECBAgQIAAAQIECBAgQKB+AYFX9VsZSYAAAQIECBAg0AIBgVctQLYEAQIECBAgQIAAAQIECBAgQIAAAQIECBAYegEf4Bl6UzMSIECAAAECBAgQIECAAAECBAgQIECAAAECBAgQIECAAAECBAgQIECAAAECBAgQIECgGwS837wbuqgGAgQIECDQWwKeX3qr36olQIAAAQIECBAgQIAAAQIEGhQQeNUgmOEECBAgQIAAAQLNFRB41VxfsxMgQIAAAQIECBAgQIAAAQIECBAgQIAAgSYJ+ABPk2BNS4AAAQIECBAgQIAAAQIECBAgQIAAAQIECBAgQIAAAQIECBAgQIAAAQIECBAgQIAAgQ4X8H7zDm+g7RMgQIAAgR4U8PzSg01XMgECBAgQIECAAAECBAgQIFC/gMCr+q2MJECAAAECBAgQaIGAwKsWIFuCAAECBAgQIECAAAECBAgQIECAAAECBAgMvYAP8Ay9qRkJECBAgAABAgQIECBAgAABAgQIECBAgAABAgQIECBAgAABAgQIECBAgAABAgQIECDQDQLeb94NXVQDAQIECBDoLQHPL73Vb9USIECAAAECBAgQIECAAAECDQoIvGoQzHACBAgQIECAAIHmCgi8aq6v2QkQIECAAAECBAgQIECAAAECBAgQIECAQJMEfICnSbCmJUCAAAECBAgQIECAAAECBAgQIECAAAECBAgQIECAAAECBAgQIECAAAECBAgQIECAQIcLeL95hzfQ9gkQIECAQA8KeH7pwaYrmQABAgQIECBAgAABAgQIEKhfQOBV/VZGEiBAgAABAgQItEBA4FULkC1BgAABAgQIECBAgAABAgQIECBAgAABAgSGXsAHeIbe1IwECBAgQIAAAQIECBAgQIAAAQIECBAgQIAAAQIECBAgQIAAAQIECBAgQIAAAQIECBDoBgHvN++GLqqBAAECBAj0loDnl97qt2oJECBAgAABAgQIECBAgACBBgUEXjUIZjgBAgQIECBAgEBzBQReNdfX7AQIECBAgAABAgQIECBAgAABAgQIECBAoEkCPsDTJFjTEiBAgAABAgQIECBAgAABAgQIECBAgAABAgQIECBAgAABAgQIECBAgAABAgQIECBAoMMFvN+8wxto+wQIECBAoAcFPL/0YNOVTIAAAQIECBAgQIAAAQIECNQvIPCqfisjCRAgQIAAAQIEWiAg8KoFyJYgQIAAAQIECBAgQIAAAQIECBAgQIAAAQJDL+ADPENvakYCBAgQIECAAAECBAgQIECAAAECBAgQIECAAAECBAgQIECAAAECBAgQIECAAAECBAh0g4D3m3dDF9VAgAABAgR6S8DzS2/1W7UECBAgQIAAAQIECBAgQIBAgwICrxoEM5wAAQIECBAgQKC5AgKvmutrdgIECBAgQIAAAQIECBAgQIAAAQIECBAg0CQBH+BpEqxpCRAgQIAAAQIECBAgQIAAAQIECBAgQIAAAQIECBAgQIAAAQIECBAgQIAAAQIECBAg0OEC3m/e4Q20fQIECBAg0IMCnl96sOlKJkCAAAECBAgQIECAAAECBOoXEHhVv5WRBAgQIECAAAECLRAQeNUCZEsQIECAAAECBAgQIECAAAECBAgQIECAAIGhF/ABnqE3NSMBAgQIECBAgAABAgQIECBAgAABAgQIECBAgAABAgQIECBAgAABAgQIECBAgAABAgS6QcD7zbuhi2ogQIAAAQK9JeD5pbf6rVoCBAgQIECAAAECBAgQIECgQQGBVw2CGU6AAAECBAgQINBcAYFXzfU1OwECBAgQIECAAAECBAgQIECAAAECBAgQaJKAD/A0Cda0BAgQIECAAAECBAgQIECAAAECBAgQIECAAAECBAgQIECAAAECBAgQIECAAAECBAgQ6HCB6vebd3g5tk+AAAECBAj0oEAn/A7nHmyLkgkQIECAAAECBAgQIECAAIHhEuiEvyxZ7x+o1qzx71XDdbNYlwABAgQIECDQCgGBV61QtgYBAgQIECBAgAABAgQIECBAgAABAgQIEBhyAYFXQ05qQgIECBAgQIAAAQIECBAgQIAAAQIECBAgQIAAAQIECBAgQIAAAQIECBAgQIAAAQIECHSFgF8g2BVtVAQBAgQIEOhpgU74Hc493SDFEyBAgAABAgQIECBAgAABAq0V6IS/LBF41dp7wmoECBAgQIAAgWEVEHg1rPwWJ0CAAAECBAgQIECAAAECBAgQIECAAAECgxUQeDVYOdcRIECAAAECBAgQIECAAAECBAgQIECAAAECBAgQIECAAAECBAgQIECAAAECBAgQIECguwUEXnV3f1VHgAABAgR6QaATfodzL/RBjQQIECBAgAABAgQIECBAgECbCHTCX5YIvGqTm8U2CBAgQIAAAQKtEBB41QplaxAgQIAAAQIECBAgQIAAAQIECBAgQIAAgSEXEHg15KQmJECAAAECBAgQIECAAAECBAgQIECAAAECBAgQIECAAAECBAgQIECAAAECBAgQIECAQFcICLzqijYqggABAgQI9LRAJ/wO555ukOIJECBAgAABAgQIECBAgACB1gp0wl+WCLxq7T1hNQIECBAgQIDAsAoIvBpWfosTIECAAAECBAgQIECAAAECBAgQIECAAIHBCgi8Gqyc6wgQIECAAAECBAgQIECAAAECBAgQIECAAAECBAgQIECAAAECBAgQIECAAAECBAgQIECAAAECBAgQIECAAAECBAgQIECAAAECBAgQIECAQIcICLzqkEbZJgECBAgQIECgVwQEXvVKp9VJgAABAgQIECBAgAABAgQIECBAgAABAl0mIPCqyxqqHAIECBAgQIAAAQIECBAgQIAAAQIECBAgQIAAAQIECBAgQIAAAQIECBAgQIAAAQIECBAgQIAAAQIECBAgQIAAAQIECBAgQIAAAQIECBAgUC0g8Mo9QYAAAQIECBAg0FYCAq/aqh02Q4AAAQIECBAgQIAAAQIECBAgQIAAAQIE6hUQeFWvlHEECBAgQIAAAQIECBAgQIAAAQIECBAgQIAAAQIECBAgQIAAAQIECBAgQIAAAQIECBAgQIAAAQIECBAgQIAAAQIECBAgQIAAAQIECBAgQKBDBQRedWjjbJsAAQIECBAg0K0CAq+6tbPqIkCAAAECBAgQIECAAAECBAgQIECAAIEuFxB41eUNVh4BAgQIECBAgAABAgQIECBAgAABAgQIECBAgAABAgQIECBAgAABAgQIECBAgAABAgQIECBAgAABAgQIECBAgAABAgQIECBAgAABAgQIEBB45R4gQIAAAQIECBBoKwGBV23VDpshQIAAAQIECBAgQIAAAQIECBAgQIAAAQL1Cgi8qlfKOAIECBAgQIAAAQIECBAgQIAAAQIECBAgQIAAAQIECBAgQIAAAQIECBAgQIAAAQIECBAgQIAAAQIECBAgQIAAAQIECBAgQIAAAQIECBAg0KECAq86tHG2TYAAAQIECBDoVgGBV93aWXURIECAAAECBAgQIECAAAECBAgQIECAQJcLCLzq8gYrjwABAgQIECBAgAABAgQIECBAgAABAgQIECBAgAABAgQIECBAgAABAgQIECBAgAABAgQIECBAgAABAgQIECBAgAABAgQIECBAgAABAgQICLxyDxAgQIAAAQIECLSVgMCrtmqHzRAgQIAAAQIECBAgQIAAAQIECBAgQIAAgXoFBF7VK2UcAQIECBAgQIAAAQIECBAgQIAAAQIECBAgQIAAAQIECBAgQIAAAQIECBAgQIAAAQIECBAgQIAAAQIECBAgQIAAAQIECBAgQIAAAQIECBDoUAGBVx3aONsmQIAAAQIECHSrgMCrbu2suggQIECAAAECBAgQIECAAAECBAgQIECgywUEXnV5g5VHgAABAgQIECBAgAABAgQIECBAgAABAgQIECBAgAABAgQIECBAgAABAgQIECBAgAABAgQIECBAgAABAgQIECBAgAABAgQIECBAgAABAgQEXrkHCBAgQIAAAQIE2kpA4FVbtcNmCBAgQIAAAQIECBAgQIAAAQIECBAgQIBAvQICr+qVMo4AAQIECBAgQIAAAQIECBAgQIAAAQIECBAgQIAAAQIECBAgQIAAAQIECBAgQIAAAQIECBAgQIAAAQIECBAgQIAAAQIECBAgQIAAAQIECHSogMCrDm2cbROoFHj99dfz5JNP5uGHH86LL76YxYsX58033ywN2WmnnbLrrrvm4x//eCZMmFD676hRowAS6EiBN954I5MmTSrd68Uxfvz4zJs3L2PHju3IemyaAIHaAgKv3BkECBAgQIAAAQIECBAgQIAAAQIECBAgQKAjBQRedWTbbJoAAQIECBAgQIAAAQIECBAgQIAAAQIECBAgQIAAAQIECBAgQIAAAQIECBAgQIAAAQIECBAgQIAAAQIECBAgQIAAAQIECBAgQIAAAQIECNQvIPCqfisjCbSVwKpVq7JgwYJcf/31+cEPflD33t773vdmypQpmTx5crbffvu6rzOQQDMFVq5cWbqPf//3fz9HHnlkv0sJvGpmF8xNoH0EBF61Ty/shAABAgQIECBAgAABAgQIECBAgAABAgQINCAg8KoBLEMJECBAgAABAgQIECBAgAABAgQIECBAgAABAgQIECBAgAABAgQIECBAgAABAgQIECBAgAABAgQIECBAgAABAgQIECBAgAABAgQIECBAgEAnCgi86sSu2XNPC6xZsybPP/98Lr/88oaCrqrRxo4dm6uuuirHHHNMNttss542VfzwCbz77rtZtGhRvva1r5Xu59tvvz2TJk3qd0MCr4avV1Ym0EoBgVet1LYWAQIECBAgQIAAAQIECBAgQIAAAQIECBAYMgGBV0NGaSICBAgQIECAAAECBAgQIECAAAECBAgQIECAAAECBAgQIECAAAECBAgQIECAAAECBAgQIECAAAECBAgQIECAAAECBAgQIECAAAECBAgQINCeAgKv2rMvdkWgpsCqVatyxx135Pzzz8+bb75Zc8zWW2+dj3zkI9lqq61Kr//qV78qBWTVOoqxl156ac4777yMHDmSOoGWC8ycOTNf/epXy+sKvGp5CyxIoC0FBF61ZVtsigABAgQIECBAgAABAgQIECBAgAABAgQIDCQg8GogIa8TIECAAAECBAgQIECAAAECBAgQIECAAAECBAgQIECAAAECBAgQIECAAAECBAgQIECAAAECBAgQIECAAAECBAgQIECAAAECBAgQIECAAIEOFxB41eENtP3eESjCrmbNmpULL7xwg6I/+clP5vTTT8/BBx+cP/iDP0h1UMhvf/vbPPPMM7n++utz7733bnD9jBkzMnXq1IwYMaJ3QFXaFgLTp0/PZZddVt6LwKu2aItNEBh2AYFXw94CGyBAgAABAgQIECBAgAABAgQIECBAgAABAoMREHg1GDXXECBAgAABAkNGoRAAACAASURBVAQIECBAgAABAgQIECBAgAABAgQIECBAgAABAgQIECBAgAABAgQIECBAgAABAgQIECBAgAABAgQIECBAgAABAgQIECBAgACBDhIQeNVBzbLV3hVYs2ZN7rzzzpx55plZsWJFGWKnnXbKVVddlWOPPTYjR44cEOjdd9/NPffck6985StZunRpefzWW2+d2267LUcdddSAcxhAYCgFGg28Gsq1zUWAQPsKCLxq397YGQECBAgQIECAAAECBAgQIECAAAECBAgQ2IiAwCu3BwECBAgQIECAAAECBAgQIECAAAECBAgQIECAAAECBAgQIECAAAECBAgQIECAAAECBAgQIECAAAECBAgQIECAAAECBAgQIECAAAECBAgQ6HIBgVdd3mDldYfAwoULM2nSpPVCqvbee+/ceOON2XPPPRsucsGCBTnllFPWm+/AAw8shV7tuOOODc/nAgKDFRB4NVg51xHobgGBV93dX9URIECAAAECBAgQIECAAAECBAgQIECAQNcKCLzq2tYqjAABAgQIECBAgAABAgQIECBAgAABAgQIECBAgAABAgQIECBAgAABAgQIECBAgAABAgQIECBAgAABAgQIECBAgAABAgQIECBAgAABAgQI/B8BgVfuBAJtLrB8+fJMnjw5d999d3mnu+yyS+bMmZNPfOITg9r9mjVrcsstt+SMM85Y7/rrr78+5557bmoEjQxqHRcRGEhA4NVAQl4n0JsCAq96s++qJkCAAAECBAgQIECAAAECBAgQIECAAIGOFxB41fEtVAABAgQIECBAgAABAgQIECBAgAABAgQIECBAgAABAgQIECBAgAABAgQIECBAgAABAgQIECBAgAABAgQIECBAgAABAgQIECBAgAABAgQIENi4gMArdwiBNhf4/ve/ny984Qvr7fK2227LpEmTNimY6vXXX8/pp5+eBx54oDz3QQcdlLlz52bMmDFtrmJ73SIg8KpbOqkOAkMrIPBqaD3NRoAAAQIECBAgQIAAAQIECBAgQIAAAQIEWiQg8KpF0JYhQIAAAQIECBAgQIAAAQIECBAgQIAAAQIECBAgQIAAAQIECBAgQIAAAQIECBAgQIAAAQIECBAgQIAAAQIECBAgQIAAAQIECBAgQIAAAQLDJSDwarjkrUugDoG33347Z599dm699dby6KOPPjpz5szJ6NGj65hh40OKeU477bTyoK233jr33ntvPvOZz9Q1dxGa9ZOf/CQPPvhgnn/++bz00kul63baaaeMHz8+Bx54YI488sh84AMfyGabbVbXnLUGvfvuu6W5i3X+7u/+Ls8880zefPPN0tA99tijtNZnP/vZFIFdjbjccccdOfHEE8tLPvHEE9lvv/1K3xf2xXqFx1NPPZWlS5em8Nlrr71yyCGH5E//9E9LddYIZam7zt/+9reluYs1nn766Tz55JOla9/73vfm4x//eGkvRb//5E/+pG6/N954oxSG9vDDD5fmmjx5cmbPnp0tt9wyS5Ysyde//vXcf//9Jb999tmnZHbcccdtdI3ly5dn0aJFWbBgQZ599tksXry47F+sUczz4Q9/OIceemg+/elP533ve1+/BkXNU6ZMyc0331yX05VXXplp06aVx1bXV/R+3rx5GTt2bF3zrVq1qnSvFkFvRT0vvPBCVqxYUbq2qOOjH/1ojjrqqJL9qFGj6pqzuqbCobi3tt1229L1b731Vn74wx+W3Ct/Tor1ivupuJf23nvvjBgxoq71DCLQCwICr3qhy2okQIAAAQIECBAgQIAAAQIECBAgQIAAgS4UEHjVhU1VEgECBAgQIECAAAECBAgQIECAAAECBAgQIECAAAECBAgQIECAAAECBAgQIECAAAECBAgQIECAAAECBAgQIECAAAECBAgQIECAAAECBAgQqBQQeOV+INDGAs8991yOOOKILFu2rLzLm266qRRiNBTHq6++mnPOOSfjxo3LhAkTsueee5bClgYKcfrFL36RWbNm5Tvf+U45LGhj+ylCmy699NJSONVAc1fOUwRdFaFEX/va18oBThtbp9j7mWeemT//8z/P9ttvPyBRrcCrfffdN//wD/9QmqMI1trYcfLJJ+eqq67KH/3RHw24VuWAlStX5p577kkR5rQuJGxjE3zuc5/LFVdcUZdfrcCrmTNnZu7cubn44otr9mvMmDGlcK+i/5VHo30uri1Cwc4666xMnTq1Zg+GK/CqMP/BD35QupcG6mtRRxFmdt555+WMM84YMPiqv8CrbbbZJnfffXepdwP1uQg4u/766/OJT3yioZ+Rhm48gwl0kIDAqw5qlq0SIECAAAECBAgQIECAAAECBAgQIECAAIF/FxB45W4gQIAAAQIECBAgQIAAAQIECBAgQIAAAQIECBAgQIAAAQIECBAgQIAAAQIECBAgQIAAAQIECBAgQIAAAQIECBAgQIAAAQIECBAgQIAAAQJdLiDwqssbrLzOFrj55ptLAU7rjp133jnz588vBVQNx7FmzZpS8FQRBjVQgE/1/oowquuuuy6TJk3KiBEjBtx+ESJUhGoVYU0rVqwYcHzlgP322y/f+MY38tGPfnSj19UKvCqCkf7sz/4sS5curWvN8ePH51vf+lYpqKie45//+Z9zwQUX5LbbbqtneHlMESR1zTXXlO6HjflVB16dfvrp+djHPpa/+Iu/6Nfx1FNPzQ033FAOdir6fO+99+b888+v26G6mKIHc+bMydixY9d7aTgCr958881MmzYt3/zmNxsyLwYXYW2zZ88uBWD1d9QKvPr2t7+d4ue36Fm9R/EzcuONN+a4444TelUvmnFdKyDwqmtbqzACBAgQIECAAAECBAgQIECAAAECBAgQ6G4BgVfd3V/VESBAgAABAgQIECBAgAABAgQIECBAgAABAgQIECBAgAABAgQIECBAgAABAgQIECBAgAABAgS6QeA/Jvn/uqEQNRAgQIAAAQIECBAgQIAAAQIECBAgQGC4BAReDZe8dQkMIPC73/0uU6dOXS+k5/DDDy8FJY0ePbrlfkUI0p133lkKXKoOoCqCej7zmc/kIx/5SDbffPO8+OKLefzxxzcISypCm4rgoSlTpmw0tOntt98uhULVCigqApSKtf74j/8477zzThYtWpSFCxdusKdiXBE6dMABB/RrVR14VaxXhBQtXry4fE2x1qc+9alsscUW+fnPf56HHnooRYBS5bH33nvnb//2b7PLLrtstC//8i//ksmTJ+f+++9fb1zhstdee2WfffZJ8efC94knnsiCBQs2mG/GjBml+6K/0KvqwKvC4a233sqyZctKc62rp/hzMf9jjz2We+65J8ccc0x5reL8KaecskH/irn22GOP7L777qU+r169umT11FNP1QzGKmotwqK22mqr8txFz4r1fvnLX5bO/fSnP80Pf/jD8usnnnhidtttt/L3xZ+L+37dUV1fETg2b968DYK11o3vz7x4vajloIMOyrbbbrtR8/7Cu9atUR149clPfrI0dxG6tu4oArMmTJhQukcKtxdeeKFkX30vDVRPy3/wLUhgmAQEXg0TvGUJECBAgAABAgQIECBAgAABAgQIECBAgMCmCQi82jQ/VxMgQIAAAQIECBAgQIAAAQIECBAgQIAAAQIECBAgQIAAAQIECBAgQIAAAQIECBAgQIAAAQIECDRX4NAkU5Ic1txlzE6AAAECBAgQIECAAAECBAgQIECAAIHuFhB41d39VV0HC1QH+xSlFEFRReBREb7U6qMIlZo0adJ6wUZF0NXVV1+dk046KaNGjVpvSytXriwFG1155ZV56aWXyq8VgU5FENXxxx9fs4QiDOi6664rBV5VHkXo0DXXXJP9998/m2222Xqv/epXv8qsWbNKAVmVYVxFEFURELbzzjvXXKs68Kpy0Oc+97lcccUVpeCiyuCVIjzq61//ev7qr/5qvbWOPvroUljW9ttvX3OtWiFehcVZZ52V8847L2PGjFnvuiJg7NVXX82ll15aChpbdwzkV+u+Ka4tApeKPX/hC18o+xVrFEFYxZzFV3G8/vrrOf300/PAAw+U1yxCmGbOnJlPf/rTNYO2il4XoVUXXXTRer0uarrvvvtKYV79HdOnT89ll11Wfvn2228v3Wf9HY0EXhVBVMV9dMMNN6w3XdGr4r7cdddd1+ttMegXv/hFLr/88sydO3eDa/rrb3XgVeWFRUhY0cPCvTL4qxhT3Ld/+Zd/uUGwW3EvFz/rNQJ/Wv1jbz0CwyYg8GrY6C1MgAABAgQIECBAgAABAgQIECBAgAABAgQ2RUDg1abouZYAAQIECBAgQIAAAQIECBAgQIAAAQIECBAgQIAAAQIECBAgQIAAAQIECBAgQIAAAQIECBAgQKDZAguSHND39d+bvZj5CRAgQIAAAQIECBAgQIAAAQIECBAg0K0CAq+6tbPq6niBIiTquOOOy+LFi8u1FEFQRRBOq4/ly5dn8uTJufvuu8tLFyFI3/rWt/KJT3xio9t5+eWXc/bZZ+eRRx4pjyvCq4pgow984AMbXPvss89m4sSJ6wVrFYFaRQhQf2FSxSRFeNO9996b888/f71rp06dWgrlGjly5AZr9Rd4VQQ+FcFiRaBXrePdd9/Nd7/73VJYVWXA1i233JIvfelLNa+pXqsImCoCuk444YQNArwqJyjClIqwqSIYad1x4IEHloK8dtxxxw3W6i/wqhhfBEkNFKL0/e9/vxTOtO7YZZddctddd2XcuHED3nY/+9nPcuKJJ+bFF18sj73ppptK905/RzMDr+6///5SGFtljy6++OIUX9UBbZX7W7VqVYp9F+Mqr73++utz7rnnbmDYX+BVEbhW3BO77bZbv/XXCkI77LDDSv3dbrvtBjQ3gEC3Cgi86tbOqosAAQIECBAgQIAAAQIECBAgQIAAAQIEulxA4FWXN1h5BAgQIECAAAECBAgQIECAAAECBAgQIECAAAECBAgQIECAAAECBAgQIECAAAECBAgQIECAAIEOFtg3ycK+/T+TZK8OrsXWCRAgQIAAAQIECBAgQIAAAQIECBAgMKwCAq+Gld/iBPoXqBV4VYREFaFFrT4ee+yxHH300eXwnyKsaf78+TnkkEPq2sqSJUty/PHHrxeEVCs8aPXq1bniiitShCCtOzYW7lS9eBF6VQQMnXHGGeWXdtppp9JeP/axj22w11qBV4cffnhpjj/8wz/caG1FKFIRijVt2rTyuMJozpw5GT169HrXFoFhRRBWEci17iiuLcK4RowYMaDhW2+9lXPOOSdz584tj+0vXKtW4NVBBx1UunbMmDEbXeudd97JhRdemNmzZ5fHFUFjRcjaQEFZxQVF/wqPa6+9tnz95ZdfnuKrv+ubFXhVBEkVQWu33npreS8nn3xy/vqv/zrvec97BjQv+lvs+5prrimP7S+orVbgVfEzUoRWHXXUUQOu9fTTT+fzn/98li1bVhq7++6753vf+14+/OEPD3itAQS6VUDgVbd2Vl0ECBAgQIAAAQIECBAgQIAAAQIECBAg0OUCAq+6vMHKI0CAAAECBAgQIECAAAECBAgQIECAAAECBAgQIECAAAECBAgQIECAAAECBAgQIECAAAECBAh0sMBDST5bsf/izz/q4HpsnQABAgQIECBAgAABAgQIECBAgAABAsMmIPBq2OgtTGDjAgsXLsz++++/3qC77rorxx13XEvpaoUgnXvuuZk5c2ZGjhxZ116KIKoiRKkIeFp3HHbYYaVAoO222658bunSpTnhhBOyaNGi8rl77rknxxxzTF3rFINqhUsVoUqXXHLJBqFLtQKvGlmvOpSsCDn60Y9+lCIYqfKoDgxrJMRr3TzVc0ycOLEUzLXNNtust1atwKuLLrqoFCK2+eabb9Rx5cqVeeihh/Kzn/0sL7zwQoq5br755owbN65u/2rTyZMnl3q/1VZb1ZyjWYFXzz33XI444ohyiFQR9nXfffdlr732qruWV199NV/84hfz1FNPla+pFTpXK/Cq1v3d38KvvfZaKcju8ccfLw954oknNriP6t64gQS6QEDgVRc0UQkECBAgQIAAAQIECBAgQIAAAQIECBAg0IsCAq96setqJkCAAAECBAgQIECAAAECBAgQIECAAAECBAgQIECAAAECBAgQIECAAAECBAgQIECAAAECBAi0v8BuSf6xaptLkoxv/63bIQECBAgQIECAAAECBAgQIECAAAECBNpPQOBV+/XEjgiUBGoFXg1HCE6tMJ5HHnkkBx98cEOdWrJkSYqQppdffrl0XRFA9OCDD2bPPfcsz/Poo4/mkEMOKX8/YcKEFAFKO+ywQ0NrFSFNZ555Zvma/sKhqsOZDjrooMydO7e0t3qOWmFg1113XaZMmVK+vAj7uvrqqzNt2rTyuf4CuDa2ZnUfdt5558yfP3+DMKpagVff+c53cvLJJ9dT0iaPaZfAq+p74KSTTsqNN96YIpSs3mP16tWlvl177bXlS4rezpgxI1tssUX5XK3Aq3pDxopJVqxYkS9/+culALh1x3D8rNfrYhyBVggIvGqFsjUIECBAgAABAgQIECBAgAABAgQIECBAgMCQCwi8GnJSExIgQIAAAQIECBAgQIAAAQIECBAgQIAAAQIECBAgQIAAAQIECBAgQIAAAQIECBAgQIAAAQIECAyBwPeSHFtjnuLc/CGY3xQECBAgQIAAAQIECBAgQIAAAQIECBDoKQGBVz3VbsV2ksBzzz2XI444IsuWLStv+/bbb8+kSZNaWsaTTz5ZCqEqQnmKY9999813v/vd7LTTTg3t4ze/+U1OO+20UkjTuqO6niJY6OKLLy6/XitcqJ5Fq+3Gjx+fefPmZezYsetdXh3O1EhI0bqJioCsU045pTzvWWedlVmzZmXLLbcsnasVZnTXXXfluOOOq6eU8ph//dd/zXnnnZdbbrmlfO7+++/PkUceud48tQKvWhme1A6BV7/73e8yderUfPOb3yzbVAeR1Yv/wAMP5KijjioPP/TQQ0shbNtuu235XK3Aq0ZCxmpd38qe1WthHIFWCgi8aqW2tQgQIECAAAECBAgQIECAAAECBAgQIECAwJAJCLwaMkoTESBAgAABAgQIECBAgAABAgQIECBAgAABAgQIECBAgAABAgQIECBAgAABAgQIECBAgAABAgQIDJHAzkn+R5LNasxXnN81ybtDtJZpCBAgQIAAAQIECBAgQIAAAQIECBAg0BMCAq96os2K7ESBl156qRSKtHjx4vL2hyPwqjrwZ+LEiaXQpW222aYh1tWrV2fatGkpQq3WHVdeeWXpXHG88847ufDCCzN79uzy64MNKXrttddKwWCPP/54ea5aAULV4UyNhBStm3jhwoXZf//9y+tUByLV2svZZ5+d97///Q35/du//Vt+/OMfp1hv3XHTTTdl8uTJ681THXi18847l0LGxo0b19B6jQwuwsz+6Z/+qbS/u+++O8W9u+4o9lf0dKuttqo55fTp03PZZZfVfY9X11crzKxWuFqtcLB6alyyZEmKe/7ll18uDa+1Xq3AqkZCzQRe1dMJY3pNQOBVr3VcvQQIECBAgAABAgQIECBAgAABAgQIECDQJQICr7qkkcogQIAAAQIECBAgQIAAAQIECBAgQIAAAQIECBAgQIAAAQIECBAgQIAAAQIECBAgQIAAAQIECHSRwH9L8l82Us+pSb7TRfUqhQABAgQIECBAgAABAgQIECBAgAABAk0XEHjVdGILEBicQK2gpGuuuSYXXXTR4CYc5FXVoVADBRhtbJnqcKPKwKtaoT+DDfiqDkUq9lRP4NWCBQtywAEHNCRVHYg0YcKEFGY77LBDaZ5awWUNLbCRwZV+64bVEwg1mPWLQLLly5fnlVdeyeuvv14KuHr22WdLgWxLly7td8qB7pdmBF7V2/96HKr7V2/gVa37rb/1BF7V0wljekmg+N+ZIqyv6uiEZ9ZeapNaCRAgQIAAAQIECBAgQIAAAQIECBAgQIBALQGBV+4LAgQIECBAgAABAgQIECBAgAABAgQIECBAgAABAgQIECBAgAABAgQIECBAgAABAgQIECBAgACBdhL4oyS/rNrQvyb5vyrO/WJt4NUH22nT9kKAAAECBAgQIECAAAECBAgQIECAAIF2F+iE8ID1fiHSmjXVvx+p3Yntj8DgBFasWJEvf/nLue2228oTTJkyJTNmzMgWW2wxuEkHcVUzA68qw5CaHXhVKzyrurZGQorWUQ4UiNTJgVdFsNX3vve9zJ8/P0UY2GCObgu8Kgyq75NNDaza1OsH0xfXEGhngSOPPDIPPvhg5RZXJtmynfdsbwQIECBAgAABAgQIECBAgAABAgQIECBAgEBJQOCVG4EAAQIECBAgQIAAAQIECBAgQIAAAQIECBAgQIAAAQIECBAgQIAAAQIECBAgQIAAAQIECBAgQKCdBL6e5Nw6NvTlJN+sY5whBAgQIECAAAECBAgQIECAAAECBAgQIJBE4JXbgECbCqxevTrTpk3LtddeW97h4YcfXgrAGj16dMt23czAq4suuijTp0/P5ptvnmYHXj3yyCM5+OCD13MTeFX7Nnr77bfz7W9/O1dddVXefPPNuu+1sWPHZocddsjf//3fl6/ptsCrnXfeuRQANm7cuHKNmxpYtanX190gAwl0gMCNN96Ys88+u3qnxYkbO2D7tkiAAAECBAgQIECAAAECBAgQIECAAAECBHpdQOBVr98B6idAgAABAgQIECBAgAABAgQIECBAgAABAgQIECBAgAABAgQIECBAgAABAgQIECBAgAABAgQItI/A9kn+Z5It6tjSvyT5QJLf1THWEAIECBAgQIAAAQIECBAgQIAAAQIECPS8gMCrnr8FALSzwAMPPJCjjjqqvMVaYTubuv85c+ZkwYIFOeyww7Lvvvvm/e9/f0aMGFGetpmBV1deeWUp1Ks4mh149cQTT2S//fZbj2soAq+ee+65HHHEEVm2bFlp7kMPPTTFvNtuu23p+5deeinHHXdcFi9eXPp+/PjxmTdvXopwqGYcb7zxRiZNmpSHH354UOv96le/ytSpU0vBahs79thjj1INH/vYx7Lnnntm9913z3vf+95897vfzYknnli+tNsCr2r1b1MDqzb1+mbcR+YkMBwCr7zySnbbbbesXLmycvkHkvz7/xEOx8asSYAAAQIECBAgQIAAAQIECBAgQIAAAQIECNQrIPCqXinjCBAgQIAAAQIECBAgQIAAAQIECBAgQIAAAQIECBAgQIAAAQIECBAgQIAAAQIECBAgQIAAAQIEmi1w7doAqws3ssi7STareP2rSWY2e1PmJ0CAAAECBAgQIECAAAECBAgQIECAQDcICLzqhi6qoWsFqsOSikJvuummFCFCQ3G8/fbbOfvss3PrrbeWpzv88MNLYUejR48unasO3Zo4cWJuueWWbLPNNg1t4Z133smFF16Y2bNnl6+75pprctFFF5W+r/X6ddddlylTpjS0TjF46dKlOeGEE7Jo0aLStVtvvXUeeeSR7LPPPuvNVR14ddddd5XCqRo5fvrTn+ZTn/pU+ZJqnyLA5fjjj08RjLWxvTSy5sbGbkrg1apVqzJjxoxyCNm6dYowqyLE6oADDkgRulbcG5ttVvlvc/++o0YD0qZPn57LLrusPMHtt99eCuzq76invt/85jc57bTTMn/+/PI0999/f4488siGmasDzYpwr+I++dCHPlSea1MDqzb1+oaLcgGBNhUofkYffPDByt0VyVe7JXmlTbdsWwQIECBAgAABAgQIECBAgAABAgQIECBAgMD6AgKv3BEECBAgQIAAAQIECBAgQIAAAQIECBAgQIAAAQIECBAgQIAAAQIECBAgQIAAAQIECBAgQIAAAQLtIPB/J1mWpPhvf8cTSfavePE3SXZM8nY7FGAPBAgQIECAAAECBAgQIECAAAECBAgQaGcBgVft3B1763mBlStX5oILLsg3vvGNskURCPI3f/M3ed/73rfJPk8//XQ+//nPZ9my4t9i/s8xbdq0XH755dl8881L39cT+FPPRpYvX56TTjopDz30UHl4dcBUEYZ1/vnnl18/66yzMmvWrGy55Zb1LFEe8+STT+aQQw7JihUrSudqhRQV56vDmQYTsHXzzTfnzDPPLK9dBHQVoVFbbLFF6VytugcKdWqo2KrB9QRC9Tf/z3/+8xx77LF58cUXy0POOeecXH311aXQsHqOdgi8GihcrZ461o2ZN29eKbBs3VEdCFec39TAqk29vpF6jCXQrgI33nhjKYCx6ihO3Niue7YvAgQIECBAgAABAgQIECBAgAABAgQIECBAYAMBgVduCgIECBAgQIAAAQIECBAgQIAAAQIECBAgQIAAAQIECBAgQIAAAQIECBAgQIAAAQIECBAgQIAAgXYQuCTJVRUb+V9JvpPkyxXn/jLJhUkqf9nhlUkub4cC7IEAAQIECBAgQIAAAQIECBAgQIAAAQLtLCDwqp27Y28Ekjz22GM5+uijy+FNBcq3v/3tnHbaafm93xv8j3ARpnXJJZeUAqXWHWPGjMl9992Xvfbaq3zutddey6RJk/L444+Xzz3yyCM5+OCDG+rPkiVLMnHixLz88sul64q1HnzwwVIY1brj0UcfLQVVrTsmTJhQCqXaYYcdGlqrOoSqWPeWW27JNttss9481eFMp556am644YaMGjWqrvVqBRVVh1nVCl8699xzM3PmzIwcObKudYpBRXDW5MmT8+tf/zq77LJLPvShD+WII44o/bfy2JTAq2q3Aw88MLfddlt23HHHuva5Zs2aXHHFFaWvdUex5yLIbKuttqo5x/Tp03PZZZeVXxsoDKze+qprKcLWikCdeoO7ig2tXr26FAB37bXXlvdXHWhWvLCpgVWben1dzTGIQBsLvPLKUZz7TwAAIABJREFUK9ltt91S/P9SxfFAkqPaeNu2RoAAAQIECBAgQIAAAQIECBAgQIAAAQIECGwoIPDKXUGAAAECBAgQIECAAAECBAgQIECAAAECBAgQIECAAAECBAgQIECAAAECBAgQIECAAAECBAgQIDDcAsUvvnstyX+o2MjXkhS/vPGCinNF2NW2Sb5Sce7tJDsleWO4i7A+AQIECBAgQIAAAQIECBAgQIAAAQIE2llg8Gk5ratqvV+IVASqOAj0ksBbb72Vc845J3Pnzi2XXQQe3XXXXRk3btygKIqfozvvvDNnnnnmekFatcKJagU2DRRiVL2pIjioCHi6+OKLyy8ddthhpTCl7bbbrnxu6dKlOeGEE7Jo0aLyuYECkKrXev3113P6/2bv7oMsreo7gX8Fw0tQ1CiagIJiISRcHIyiUAUkEIUsupcyoBIBkRWmZOoiCqwiIEgU1ISX5eWCogmEUCIB5KUXSjCgBgi4YAImoOOduAhWiIWLbpCK04vUzrlhOs/09MzcOw19n3ufz/kH+9xznvP7fc7TzR+N/T3yyNxwQ8lK+Y9RQpVKuNfsgLDZgVfF9aqrrsqOO+44kOsDDzyQd73rXfne977XX7+m/V/96ldzwAEHzOv+SshYCe564okn+s+ZKzCszA8aCDXXHQ0S7rQ2mBLK9YEPfCDXXnvtzLJ1vSvPVeDVd77znX4g2KOPPjrjVb5n9txzz4HutixaunRp3vOe9+T+++9f6/s438Cq+e4fuCELCdRUoN1u9wMQK6MkX7WSLKtpycoiQIAAAQIECBAgQIAAAQIECBAgQIAAAQIE5hYQeOXNIECAAAECBAgQIECAAAECBAgQIECAAAECBAgQIECAAAECBAgQIECAAAECBAgQIECAAAECBAgQGLXAh5OcUyliOslWScr8SZX5k5N8PsmPkmxWmT8ryfGjbsL5BAgQIECAAAECBAgQIECAAAECBAgQqLOAwKs6347aCDwjcOedd+bggw9OCYRaOd7ylrfkS1/6Ulqtkgky3PjWt76Vww47bJXnbbPNNrn66qvzpje9abWH3XrrrXnnO985E7b0whe+sL92n332Gejg7373uznooINmgqHKprPOOisf+chHVgmhKsFYp512Wj+gauXYa6+9+sFYW21Vfke09lGCvIrJ4sWLZxaWYKjrrrsub37zm1fbPDvwqiw47rjjcvrpp2fjjTde62HLly/vh2iVPlaOD33oQ/1gr9l7H3rooRxyyCEp97hyLFmypL92s82qv9ua+8jHHnssJTiqGiRVgpguvvjibL755qtsWt/Aq7mCzUqNpb9NNtlkXfSZy75sGlXg1ZNPPplOp5NLL710pvb3ve99Of/881czm6u5p556KqeeemrOOOOMVb7nSlDca17zmlW2zDewar7713k5FhCosUC32+1/r84aZaJb47KVRoAAAQIECBAgQIAAAQIECBAgQIAAAQIECMwtIPDKm0GAAAECBAgQIECAAAECBAgQIECAAAECBAgQIECAAAECBAgQIECAAAECBAgQIECAAAECBAgQIDBKgec/E2C1ZaWIC5IcveLrTyY5tTJ/WmWufLZy/DLJq5P8ZJSNOJsAAQIECBAgQIAAAQIECBAgQIAAAQJ1FhB4VefbURuBZwRK+E4JHjrhhBNWMdl+++1zyimn5IADDlhnQFPZWEKavvzlL+f444/P448/vsqzSvjSsccemw033HA195/97Gf94KKrrrpq5rNydglc2nPPPdd6T71erx9mcsstt8ysK2FdJcRqu+22W23vvffemwMPPHCVMK53vetd/aCiV7ziFWs8qwQulUCo0kM1GKycXXrbdNNNV9s7V+BVCfM655xz+oFgz39++X3V6qPcx+c///mceOKJMyFgJVjrK1/5ypwepbbzzjsvH/7wh1d52Cc/+cl89KMfnbO2lQvLnZ199tn9s1aOUmPx23///Vcrbn0Dr8qDPvOZz6xyzqJFi1ICnn77t397rXf89NNP93s/+uijV3uvjjjiiJx77rn59V//9TmfUcLNyju8chTX8q6taQzT3/XXX59DDz105o7KM4855ph+oNnagsbmut+yd03fI/MNrJrvfj8oCYyrwLJly/qhjeXnXGXckGT1H27j2qS6CRAgQIAAAQIECBAgQIAAAQIECBAgQIBAswQEXjXrvnVLgAABAgQIECBAgAABAgQIECBAgAABAgQIECBAgAABAgQIECBAgAABAgQIECBAgAABAgQIEKibwBFJvlgp6qkkWyd5NMlJST5d+ez0JCcn2eyZkKyXVj77/IrAq6Pq1px6CBAgQIAAAQIECBAgQIAAAQIECBAgUBcBgVd1uQl1EFiHwJNPPtkPR7rwwgtXW7nHHnvkyCOPzNve9rZ+KNTznvef39olbKmEW9188839kKbbb799tf1Llizph/msLQTozjvvzMEHH7xKmNRv/MZv5OSTT87ixYtX21sCTG666aZ8/OMfz9KlS2fOLGFNpY4//uM/XqXOlQt+9atf9QOeSq/Vscsuu+SMM87I3nvvnQ022GCVz0oIUgmUKkFVTzzxxMxnJVjrkksuWWNg01yBV2VzqbGYHHfccdliiy1WOeuxxx7rW5155pmrzJdAqtNOO22NIVllXwlyKqFc1VEcPvGJT2SHHXZYzeOhhx7Kqaeemssuu2yVPWu7r2ECoWa/CLfeemve+c53rmK4zz779IOw3vCGN6xWXwm6evDBB/Nnf/Znq9W48tn77rtvivNLX1r9/d1/nlzurISUrRwlxKvb7Warrbaa8ztimP5KkFR5jy644IJVnvWOd7yjf1dz9fTwww/3A7FKmFt1lLq+8IUvzBm6Nt/Aqvnu98OTwLgKtNvtTE1NVcsvyVetJMvGtSd1EyBAgAABAgQIECBAgAABAgQIECBAgACBhgsIvGr4C6B9AgQIECBAgAABAgQIECBAgAABAgQIECBAgAABAgQIECBAgAABAgQIECBAgAABAgQIECBAgMAIBcofKfxhkm0qNVyS5L898/XHkny28tnnkpzwzNf/PcmfVj77VZLXPfO8EbbkaAIECBAgQIAAAQIECBAgQIAAAQIECNRTQOBVPe9FVQTmFChhTieddFLOP//8NQpts8022W677fqhUCWQqNfrrRJSNXvj0Ucf3Q/4KSFPaxslOOuKK67IBz/4wVUCkcqeEnz1B3/wB9l5552z4YYb5nvf+16++c1vznnuZz/72X6Q1POf//w1Hre2cK/tt9++f9bWW2+d6enp/N3f/V1KGFc16Ko8uDj85V/+ZX7v935vjefMDrx6+ctfnhI+tPJZ1b7KQ+65556UUKjZZ60tDKl6eHE5/PDD8+1vf3u1mkr40lvf+tZ+MFTp61vf+lb/rNmjBFBddNFF2Xbbbefsa5hAqNkP+Ld/+7eU92F2wFZZt+uuu6YEq60Mrvr+97+fu+66a5Uws7LuD//wD/v3Xnoto/T05S9/ebXgsJVn33DDDSl+1VHcFy1alF/7tV/L7rvvno997GPZaKON+kuG7e8nP/lJP2js+uuvX6t5udM77rij7z57rCs4bb6BVfPd78clgXEUKMF2nU5ndullojuO/aiZAAECBAgQIECAAAECBAgQIECAAAECBAgQ6AsIvPIiECBAgAABAgQIECBAgAABAgQIECBAgAABAgQIECBAgAABAgQIECBAgAABAgQIECBAgAABAgQIjErgoCRXVA5/OskOSXrPzB2b5KzK52cnOe6ZrzdJ8lCSV1Q+vzzJoaNqxrkECBAgQIAAAQIECBAgQIAAAQIECBCos4DAqzrfjtoIzCGwfPnyfoDQ8ccfn8cff3y9jUqo0Jlnnpn3vve92XjjjQd6Tgm9uu666/Lxj398taCjdT2gnPfpT386Rx555FrDrlY+p4RelXCsc889d7WAqXWdtcsuu+S8887rhzStbcwOvDr55JOz+eab51Of+tTAZx566KE566yz1hjoNPv8EkBWQl5uueWWdbWx2ucl7OqCCy7oB5qtaQwbCDX7OUuXLs0HPvCBfojYMKPc75/8yZ/kgAMOyBFHHJEbb7yxv32nnXbKX//1X2eHHcrv+lYfDz30UA455JA1nld8SzDOykC29envscceywknnJC/+Iu/GKal/tp3vOMdOfvss9dqPt/AqvnuH7opGwiMWGDZsmVptVop/z6rjKkk7RGX5ngCBAgQIECAAAECBAgQIECAAAECBAgQIEBgfgICr+bnZzcBAgQIECBAgAABAgQIECBAgAABAgQIECBAgAABAgQIECBAgAABAgQIECBAgAABAgQIECBAgMD6CZS/rfrdJK3K9iuTlBCsleNDSc6tfH1ekmMqXy9J0q18XQKzdlzxjO+vX0l2ESBAgAABAgQIECBAgAABAgQIECBAYHIFBF5N7t3qbMIFHn300VxyySW5+OKL86Mf/WjgbkswUQmdWrJkSbbeeuuB91UXlpCiEm509dVXDxQM9b73vS8nnnhitt9++6HOe/rpp3Pbbbf1z7r99tvXubf0VoKNFi9enBe96EXrXD878Kqcc9JJJ+WrX/1qSvhVCX9a0yi9nHLKKf2Ap0EDw1Y+q4R5lXsrYV6D3F3pq9RT+tpss83W2tf6BELNfuAjjzzSP++yyy5bp2EJojrssMNy3HHH5dWvfnWmp6f7d3DOOefM7L388stz8MEHz/msEqL2ta99LUcdddScFr//+7+fck9bbrllf//69leCdcq9fuYzn8k//uM/rrOvcr8l2O3d7353Nt1007Wun29g1Xz3r7MZCwjUTKDdbmdqquRbzYySfFX+A4FlNStVOQQIECBAgAABAgQIECBAgAABAgQIECBAgMBwAgKvhvOymgABAgQIECBAgAABAgQIECBAgAABAgQIECBAgAABAgQIECBAgAABAgQIECBAgAABAgQIECBA4NkR+K9Jbpj1qPK3rR6ozB2V5MLK1xclKSFXK8eGSR5K8srK3LUrgrT+6Nkp0VMIECBAgAABAgQIECBAgAABAgQIECAwOQICrybnLnXSUIESMHTfffflm9/8Zu66667867/+a+6+++4ZjW222SY77rhjdtlll5TwoPLPdYUmDUJZgop+/OMf56abbuqf/Q//8A8zAVElLOgNb3hD/7z99tsvr3zlK/O8563/j5unnnqq//wSjHTnnXfmnnvuyeOPP94vc9ddd83v/u7v9s/ZY489svnmmw9Sfn/NXIFXn/jEJ/qflWCla665Jtdee23/zCeeeKIf2LXbbrvlwAMP7Pc2X8cSfFWeff311/dDmMo9lnNW9rXDDjv0zxqmr/UNhJqNVsLGHnzwwZn+q+blbhctWpR99903e++9d17+8pevsr0ES5UgsJWjBJ6df/75a72bEqL253/+5/mbv/mbVd7f7bbbrh+s9vrXv37mXkp41s0339z/utRx5ZVXDhymVsKlvv3tb+eWW27JHXfcMWNegrt23nnn7L777tlnn33ylre8ZZ1BVyv7m29g1Xz3D/zCW0igBgLdbjedTmd2JWWiW4PylECAAAECBAgQIECAAAECBAgQIECAAAECBAjMT0Dg1fz87CZAgAABAgQIECBAgAABAgQIECBAgAABAgQIECBAgAABAgQIECBAgAABAgQIECBAgAABAgQIEFg/gXuTvLGy9X8mKSFY1XFkkosrE19MsnjWmsOSXDprbtGK0Kvvrl9ZdhEgQIAAAQIECBAgQIAAAQIECBAgQGAyBdY/gWbhPFb5g0glZMcgQIDAsyGwtsCrZ+P5nkGAAAEC/ymwbNmyfgBjCWqsjKkkbU4ECBAgQIAAAQIECBAgQIAAAQIECBAgQIDARAgIvJqIa9QEAQIECBAgQIAAAQIECBAgQIAAAQIECBAgQIAAAQIECBAgQIAAAQIECBAgQIAAAQIECBAgQGCsBPZKctusikv41d/Pmnt/kksqcyXY6vBZazZI8kCSHSrztyTZd6xEFEuAAAECBAgQIECAAAECBAgQIECAAIHnWEDg1XMM7PEECNRXQOBVfe9GZQQITJ5Au93O1FTJt5oZy5O0kiybvG51RIAAAQIECBAgQIAAAQIECBAgQIAAAQIEGikg8KqR165pAgQIECBAgAABAgQIECBAgAABAgQIECBAgAABAgQIECBAgAABAgQIECBAgAABAgQIECBAgMBIBb6e5K2VCr6RZO85KjokyV9V5i9Pcugc6w5MctWs+T2T3D7SLh1OgAABAgQIECBAgAABAgQIECBAgACBGgkIvKrRZSiFAIGFFRB4tbDeTiNAoLkC3W43nU5nNkCZ6DZXRecECBAgQIAAAQIECBAgQIAAAQIECBAgQGDiBAReTdyVaogAAQIECBAgQIAAAQIECBAgQIAAAQIECBAgQIAAAQIECBAgQIAAAQIECBAgQIAAAQIECBAgUGuBNya5d1aFJfzq1jmqPijJFZX5K5OUubnG/UleX/ngniRvrrWE4ggQIECAAAECBAgQIECAAAECBAgQILCAAgKvFhDbUQQI1EtA4FW97kM1BAhMpkCv10ur1cr09HS1wakk7cnsWFcECBAgQIAAAQIECBAgQIAAAQIECBAgQKCxAgKvGnv1GidAgAABAgQIECBAgAABAgQIECBAgAABAgQIECBAgAABAgQIECBAgAABAgQIECBAgAABAgQIjETguiT7V07++yQlBGuucUCSqysfXJPkwDWs/S8rAq5umvXZ2+eYG0nTDiVAgAABAgQIECBAgAABAgQIECBAgMCoBQRejfoGnE+AwMgEBF6NjN7BBAg0SKDdbmdqquRbzYzlK37h30qyrEEMWiVAgAABAgQIECBAgAABAgQIECBAgAABAk0QEHjVhFvWIwECBAgQIECAAAECBAgQIECAAAECBAgQIECAAAECBAgQIECAAAECBAgQIECAAAECBAgQIECgHgLbJVmapPp3VUv41Q1rKK98VgKyVo6yrhqWNXvb/0qyS2Xyu0kW1aN1VRAgQIAAAQIECBAgQIAAAQIECBAgQGC0AgKvRuvvdAIERigg8GqE+I4mQKARAt1uN51OZ3avZaLbCABNEiBAgAABAgQIECBAgAABAgQIECBAgACBZgkIvGrWfeuWAAECBAgQIECAAAECBAgQIECAAAECBAgQIECAAAECBAgQIECAAAECBAgQIECAAAECBAgQIDBKgcuTHFwp4IEkOyWZ/f9xWblkvxUBVjdW1t+U5O1raWCPJH876/N3J7lqlE07mwABAgQIECBAgAABAgQIECBAgAABAnUQEHhVh1tQAwECIxEQeDUSdocSINAQgV6vl1arlenp6WrHU0naDSHQJgECBAgQIECAAAECBAgQIECAAAECBAgQaJqAwKum3bh+CRAgQIAAAQIECBAgQIAAAQIECBAgQIAAAQIECBAgQIAAAQIECBAgQIAAAQIECBAgQIAAAQKjEdgmyQ+TbFA5/r1JrlhLOfskubny+deTlLm1ja8l2beyoJy5XZKnR9O2UwkQIECAAAECBAgQIECAAAECBAgQIFAPAYFX9bgHVRAgMAIBgVcjQHckAQKNEWi325maKvlWM2N5klaSZY1B0CgBAgQIECBAgAABAgQIECBAgAABAgQIEGiWgMCrZt23bgkQIECAAAECBAgQIECAAAECBAgQIECAAAECBAgQIECAAAECBAgQIECAAAECBAgQIECAAAECoxL4QpLFlcN/lGTbdQRR7ZXktsqebyTZex0NvD7J/bPWHJ7k0lE17lwCBAgQIECAAAECBAgQIECAAAECBAjUQUDgVR1uQQ0ECIxEQODVSNgdSoBAAwS63W46nc7sTstEtwHta5EAAQIECBAgQIAAAQIECBAgQIAAAQIECDRVQOBVU29e3wQIECBAgAABAgQIECBAgAABAgQIECBAgAABAgQIECBAgAABAgQIECBAgAABAgQIECBAgACBhRPYMsn/TrJR5cgjk3xpHSXssSLg6m8ra+5IUubWNa5J8keVRT9+Jlzr/61ro88JECBAgAABAgQIECBAgAABAgQIECAwqQICryb1ZvVFgMA6BQRerZPIAgIECAwt0Ov10mq1Mj09Xd07laQ99MNsIECAAAECBAgQIECAAAECBAgQIECAAAECBMZJQODVON2WWgkQIECAAAECBAgQIECAAAECBAgQIECAAAECBAgQIECAAAECBAgQIECAAAECBAgQIECAAAEC4ylwVpJjK6U/mmTrJE+to51dk9xVWXN3kt0GINghyQNJNqis7STpDrDXEgIECBAgQIAAAQIECBAgQIAAAQIECEykgMCribxWTREgQIAAAQIERiPQbrczNVXyrWbG8iStJMtGU5FTCRAgQIAAAQIECBAgQIAAAQIECBAgQIAAgQUSEHi1QNCOIUCAAAECBAgQIECAAAECBAgQIECAAAECBAgQIECAAAECBAgQIECAAAECBAgQIECAAAECBAg0VODFSf4lyaaV/j+c5NwBPN6U5J7Kuu8kKXODjMuSHFpZ+JMkr07yy0E2W0OAAAECBAgQIECAAAECBAgQIECAAIFJExB4NWk3qh8CBAgQIECAwIgEut1uOp3O7NPLRHdEJTmWAAECBAgQIECAAAECBAgQIECAAAECBAgQWDgBgVcLZ+0kAgQIECBAgAABAgQIECBAgAABAgQIECBAgAABAgQIECBAgAABAgQIECBAgAABAgQIECBAgEATBU5Lckql8Z8m2TrJvw+AsSjJfZV19yfZeYB9Zcm2SX6QZMPK+hNWBG99bsD9lhEgQIAAAQIECBAgQIAAAQIECBAgQGCiBAReTdR1aoYAAQIECBAgMBqBXq+XVquV6enpagFTSdqjqcipBAgQIECAAAECBAgQIECAAAECBAgQIECAwAILCLxaYHDHESBAgAABAgQIECBAgAABAgQIECBAgAABAgQIECBAgAABAgQIECBAgAABAgQIECBAgAABAgQaJPCCJI8keXGl55OSnDGgwY5J/qmy9sEkZW7QcVGSD1YW/98kWyV5ctAHWEeAAAECBAgQIECAAAECBAgQIECAAIFJERB4NSk3qQ8CBAgQIECAwAgF2u12pqZKvtXMWJ6klWTZCMtyNAECBAgQIECAAAECBAgQIECAAAECBAgQILBwAgKvFs7aSQQIECBAgAABAgQIECBAgAABAgQIECBAgAABAgQIECBAgAABAgQIECBAgAABAgQIECBAgACBpgl8NMnnKk3/IslvJSn/HGS8LsnSysIfJNl+kI3PrHlFkoeSbFLZ86kkpwzxDEsJECBAgAABAgQIECBAgAABAgQIECAwEQICrybiGjVBgAABAgQIEBidQLfbTafTmV1AmeiOrionEyBAgAABAgQIECBAgAABAgQIECBAgAABAgssIPBqgcEdR4AAAQIECBAgQIAAAQIECBAgQIAAAQIECBAgQIAAAQIECBAgQIAAAQIECBAgQIAAAQIECBBoiMBGSX684u9abVHp9/QkJw/R/7ZJ/rmy/odJXjvE/rL0zCTHVfY8mWSbJP9nyOdYToAAAQIECBAgQIAAAQIECBAgQIAAgbEWEHg11teneAIECBAgQIDAaAV6vV5arVamp6erhUwlaY+2MqcTIECAAAECBAgQIECAAAECBAgQIECAAAECCywg8GqBwR1HgAABAgQIECBAgAABAgQIECBAgAABAgQIECBAgAABAgQIECBAgAABAgQIECBAgAABAgQIEGiIwJIVYVfdSq//nmTrJD8dov9XJXm4sv6RZ54xxCPy0iQPrQi+ekFl00lJzhjmIdYSIECAAAECBAgQIECAAAECBAgQIEBg3AUEXo37DaqfAAECBAgQIDBCgXa7nampkm81M5YnaSVZNsKyHE2AAAECBAgQIECAAAECBAgQIECAAAECBAgsvIDAq4U3dyIBAgQIECBAgAABAgQIECBAgAABAgQIECBAgAABAgQIECBAgAABAgQIECBAgAABAgQIECBAoAkC/yPJMZVGy9cfGbLx30ryL5U9jybZcshnlOWnJTllRT0/e+afF6zHM2whQIAAAQIECBAgQIAAAQIECBAgQIDAWAsIvBrr61M8AQIECBAgQGB0At1uN51OZ3YBZaI7uqqcTIAAAQIECBAgQIAAAQIECBAgQIAAAQIECIxIQODViOAdS4AAAQIECBAgQIAAAQIECBAgQIAAAQIECBAgQIAAAQIECBAgQIAAAQIECBAgQIAAAQIECBBogMCOSU5OclCSrWaFVw3S/suSPFZZ+NMVfy9ri0E2zlrzwiQnJvlckp+vx35bCBAgQIAAAQIECBAgQIAAAQIECBAgMPYCAq/G/go1QIAAAQIECBBYeIFer5dWq5Xp6enq4VNJ2gtfjRMJECBAgAABAgQIECBAgAABAgQIECBAgACBGggIvKrBJSiBAAECBAgQIECAAAECBAgQIECAAAECBAgQIECAAAECBAgQIECAAAECBAgQIECAAAECBAgQIDDhAiW4qoRVDTtenORnlU0lrOolwz7EegIECBAgQIAAAQIECBAgQIAAAQIECBBIBF55CwgQIECAAAECBIYWaLfbmZoq+VYzY3mSVpJlQz/MBgIECBAgQIAAAQIECBAgQIAAAQIECBAgQGASBAReTcIt6oEAAQIECBAgQIAAAQIECBAgQIAAAQIECBAgQIAAAQIECBAgQIAAAQIECBAgQIAAAQIECBAgMJkCmyX5RaW1J5O8YDJb1RUBAgQIECBAgAABAgQIECBAgAABAgSeWwGBV8+tr6cTIECAAAECBCZOoNvtptPpzO6rTHQnrlkNESBAgAABAgQIECBAgAABAgQIECBAgAABAoMKCLwaVMo6AgQIECBAgAABAgQIECBAgAABAgQIECBAgAABAgQIECBAgAABAgQIECAHD9wxAAAgAElEQVRAgAABAgQIECBAgACBhRbYOMkvK4cuT7LJQhfhPAIECBAgQIAAAQIECBAgQIAAAQIECEyCgMCrSbhFPRAgQIAAAQIEFkig1+ul1Wplenq6euJUkvYCleAYAgQIECBAgAABAgQIECBAgAABAgQIECBAoJ4CAq/qeS+qIkCAAAECBAgQIECAAAECBAgQIECAAAECBAgQIECAAAECBAgQIECAAAECBAgQIECAAAECBAgQSDZM8lQF4un8x5xBgAABAgQIECBAgAABAgQIECBAgAABAkMKCLwaEsxyAgQIECBAgECTBdrtdqamSr7VzFiepJVkWZNd9E6AAAECBAgQIECAAAECBAgQIECAAAECBAhE4JWXgAABAgQIECBAgAABAgQIECBAgAABAgQIECBAgAABAgQIECBAgAABAgQIECBAgAABAgQIECBAoM4Cv0qyQaXAEnhVgq8MAgQIECBAgAABAgQIECBAgAABAgQIEBhCQODVEFiWEiBAgAABAgSaLNDtdtPpdGYTlIluk130ToAAAQIECBAgQIAAAQIECBAgQIAAAQIECPQFBF55EQgQIECAAAECBAgQIECAAAECBAgQIECAAAECBAgQIECAAAECBAgQIECAAAECBAgQIECAAAECBOossDzJRpUCN0lS5gwCBAgQIECAAAECBAgQIECAAAECBAgQGEJA4NUQWJYSIECAAAECBJoq0Ov10mq1Mj09XSWYStJuqom+CRAgQIAAAQIECBAgQIAAAQIECBAgQIAAgVUEBF55IQgQIECAAAECBAgQIECAAAECBAgQIECAAAECBAgQIECAAAECBAgQIECAAAECBAgQIECAAAECBOos8Iskm1UKfEGSJ+tcsNoIECBAgAABAgQIECBAgAABAgQIECBQRwGBV3W8FTURIECAAAECBGom0G63MzVV8q1mxvIkrSTLalaqcggQIECAAAECBAgQIECAAAECBAgQIECAAIHRCAi8Go27UwkQIECAAAECBAgQIECAAAECBAgQIECAAAECBAgQIECAAAECBAgQIECAAAECBAgQIECAAAECBAYT+HmSF1WWviRJmTMIECBAgAABAgQIECBAgAABAgQIECBAYAgBgVdDYFlKgAABAgQIEGiiQLfbTafTmd16meg20UPPBAgQIECAAAECBAgQIECAAAECBAgQIECAwJwCAq+8GAQIECBAgAABAgQIECBAgAABAgQIECBAgAABAgQIECBAgAABAgQIECBAgAABAgQIECBAgAABAnUWeCzJyyoFbpHkp3UuWG0ECBAgQIAAAQIECBAgQIAAAQIECBCoo4DAqzreipoIECBAgAABAjUR6PV6abVamZ6erlY0laRdkxKVQYAAAQIECBAgQIAAAQIECBAgQIAAAQIECNRDQOBVPe5BFQQIECBAgAABAgQIECBAgAABAgQIECBAgAABAgQIECBAgAABAgQIECBAgAABAgQIECBAgAABAnMLPJrkNysfbZmkzBkECBAgQIAAAQIECBAgQIAAAQIECBAgMISAwKshsCwlQIAAAQIECDRNoN1uZ2qq5FvNjOVJWkmWNc1CvwQIECBAgAABAgQIECBAgAABAgQIECBAgMBaBQReeUEIECBAgAABAgQIECBAgAABAgQIECBAgAABAgQIECBAgAABAgQIECBAgAABAgQIECBAgAABAgTqLPBwkldVCtw6ySN1LlhtBAgQIECAAAECBAgQIECAAAECBAgQqKOAwKs63oqaCBAgQIAAAQI1EOh2u+l0OrMrKRPdGpSnBAIECBAgQIAAAQIECBAgQIAAAQIECBAgQKBeAgKv6nUfqiFAgAABAgQIECBAgAABAgQIECBAgAABAgQIECBAgAABAgQIECBAgAABAgQIECBAgAABAgQIEFhV4IdJXlOZem2SMmcQIECAAAECBAgQIECAAAECBAgQIECAwBACAq+GwLKUAAECBAgQINAUgV6vl1arlenp6WrLU0naTTHQJwECBAgQIECAAAECBAgQIECAAAECBAgQIDCUgMCrobgsJkCAAAECBAgQIECAAAECBAgQIECAAAECBAgQIECAAAECBAgQIECAAAECBAgQIECAAAECBAgQWGCBpUleVzlz+yQ/WOAaHEeAAAECBAgQIECAAAECBAgQIECAAIGxFxB4NfZXqAECBAgQIECAwLMv0G63MzVV8q1mxvIkOyXpPfuneSIBAgQIECBAgAABAgQIECBAgAABAgQIECAwAQICrybgErVAgAABAgQIECBAgAABAgQIECBAgAABAgQIECBAgAABAgQIECBAgAABAgQIECBAgAABAgQIEJhggQeS/E6lv1aSMmcQIECAAAECBAgQIECAAAECBAgQIECAwBACAq+GwLKUAAECBAgQINAEgW63m06nM7vVMtFtQv96JECAAAECBAgQIECAAAECBAgQIECAAAECBNZLQODVerHZRIAAAQIECBAgQIAAAQIECBAgQIAAAQIECBAgQIAAAQIECBAgQIAAAQIECBAgQIAAAQIECBAgsEAC9yVZVDlr5yT3L9DZjiFAgAABAgQIECBAgAABAgQIECBAgMDECAi8mpir1AgBAgQIECBAYP4CvV4vrVYr09PT1YdNJWnP/+meQIAAAQIECBAgQIAAAQIECBAgQIAAAQIECEywgMCrCb5crREgQIAAAQIECBAgQIAAAQIECBAgQIAAAQIECBAgQIAAAQIECBAgQIAAAQIECBAgQIAAAQIEJkDg3iRvrPTxpiTfmYC+tECAAAECBAgQIECAAAECBAgQIECAAIEFFRB4taDcDiNAgAABAgQI1Fug3W5naqrkW82M5Ul2StKrd+WqI0CAAAECBAgQIECAAAECBAgQIECAAAECBEYsIPBqxBfgeAIECBAgQIAAAQIECBAgQIAAAQIECBAgQIAAAQIECBAgQIAAAQIECBAgQIAAAQIECBAgQIAAgbUK3JVk18qK3ZLczYwAAQIECBAgQIAAAQIECBAgQIAAAQIEhhMQeDWcl9UECBAgQIAAgYkV6Ha76XQ6s/srE92JbVpjBAgQIECAAAECBAgQIECAAAECBAgQIECAwLMlIPDq2ZL0HAIECBAgQIAAAQIECBAgQIAAAQIECBAgQIAAAQIECBAgQIAAAQIECBAgQIAAAQIECBAgQIAAgedC4PYku1cevEeSO56LgzyTAAECBAgQIECAAAECBAgQIECAAAECkywg8GqSb1dvBAgQIECAAIEBBXq9XlqtVqanp6s7ppK0B3yEZQQIECBAgAABAgQIECBAgAABAgQIECBAgECzBQReNfv+dU+AAAECBAgQIECAAAECBAgQIECAAAECBAgQIECAAAECBAgQIECAAAECBAgQIECAAAECBAgQqLvAbUn2qhS5d5Jv1L1o9REgQIAAAQIECBAgQIAAAQIECBAgQKBuAgKv6nYj6iFAgAABAgQIjECg3W5naqrkW82M5Ul2StIbQTmOJECAAAECBAgQIECAAAECBAgQIECAAAECBMZPQODV+N2ZigkQIECAAAECBAgQIECAAAECBAgQIECAAAECBAgQIECAAAECBAgQIECAAAECBAgQIECAAAECTRK4JcnbKg3vk+TrTQLQKwECBAgQIECAAAECBAgQIECAAAECBJ4NAYFXz4aiZxAgQIAAAQIExlig2+2m0+nM7qBMdMe4LaUTIECAAAECBAgQIECAAAECBAgQIECAAAECCysg8GphvZ1GgAABAgQIECBAgAABAgQIECBAgAABAgQIECBAgAABAgQIECBAgAABAgQIECBAgAABAgQIECAwnMCNSfarbHl7kpuGe4TVBAgQIECAAAECBAgQIECAAAECBAgQICDwyjtAgAABAgQIEGiwQK/XS6vVyvT0dFVhKkm7wSxaJ0CAAAECBAgQIECAAAECBAgQIECAAAECBIYXEHg1vJkdBAgQIECAAAECBAgQIECAAAECBAgQIECAAAECBAgQIECAAAECBAgQIECAAAECBAgQIECAAAECCydw/ay/r7V/khsW7ngnESBAgAABAgQIECBAgAABAgQIECBAYDIEBF5Nxj3qggABAgQIECCwXgLtdjtTUyXfamYsT7JTkt56PdAmAgQIECBAgAABAgQIECBAgAABAgQIECBAoKkCAq+aevP6JkCAAAECBAgQIECAAAECBAgQIECAAAECBAgQIECAAAECBAgQIECAAAECBAgQIECAAAECBAiMh8A1Sf6oUuqBK/7mVpkzCBAgQIAAAQIECBAgQIAAAQIECBAgQGAIAYFXQ2BZSoAAAQIECBCYJIFut5tOpzO7pTLRnaQ+9UKAAAECBAgQIECAAAECBAgQIECAAAECBAgsiIDAqwVhdggBAgQIECBAgAABAgQIECBAgAABAgQIECBAgAABAgQIECBAgAABAgQIECBAgAABAgQIECBAgMB6CnwlyXsqew9KcuV6Pss2AgQIECBAgAABAgQIECBAgAABAgQINFZA4FVjr17jBAgQIECAQJMFer1eWq1WpqenqwxTSdpNdtE7AQIECBAgQIAAAQIECBAgQIAAAQIECBAgsN4CAq/Wm85GAgQIECBAgAABAgQIECBAgAABAgQIECBAgAABAgQIECBAgAABAgQIECBAgAABAgQIECBAgACBBRC4PMnBlXMOTVLmDAIECBAgQIAAAQIECBAgQIAAAQIECBAYQkDg1RBYlhIgQIAAAQIEJkWg3W5naqrkW82M5Ul2WvGL+N6k9KgPAgQIECBAgAABAgQIECBAgAABAgQIECBAYEEFBF4tKLfDCBAgQIAAAQIECBAgQIAAAQIECBAgQIAAAQIECBAgQIAAAQIECBAgQIAAAQIECBAgQIAAAQIEhhS4JMn7K3sOT3LpkM+wnAABAgQIECBAgAABAgQIECBAgAABAo0XGLvAq8bfGAACBAgQIECAwHMj0EnSfW4e7akECBAgQIAAAQIECBAgQIAAAQIECBAgQIBAAwQEXjXgkrVIgAABAgQIECBAgAABAgQIECBAgAABAgQIECBAgAABAgQIECBAgAABAgQIECBAgAABAgQIEBhjgS8mOaJS/+IkZc4gQIAAAQIECBAgQIAAAQIECBAgQIAAgSEEBF4NgWUpAQIECBAgQGBCBaaStCe0N20RIECAAAECBAgQIECAAAECBAgQIECAAAECCyMg8GphnJ1CgAABAgQIECBAgAABAgQIECBAgAABAgQIECBAgAABAgQIECBAgAABAgQIECBAgAABAgQIECCwfgIXJjmqsnVJkovW71F2ESBAgAABAgQIECBAgAABAgQIECBAoLkCAq+ae/c6J0CAAAECBAgUgeVJdkrSw0GAAAECBAgQIECAAAECBAgQIECAAAECBAgQmIeAwKt54NlKgAABAgQIECBAgAABAgQIECBAgAABAgQIECBAgAABAgQIECBAgAABAgQIECBAgAABAgQIECDwnAucl+ToyinHJClzBgECBAgQIECAAAECBAgQIECAAAECBAgMISDwaggsSwkQIECAAAECEyjQSdKdwL60RIAAAQIECBAgQIAAAQIECBAgQIAAAQIECCysgMCrhfV2GgECBAgQIECAAAECBAgQIECAAAECBAgQIECAAAECBAgQIECAAAECBAgQIECAAAECBAgQIECAwHACZyU5trLluCRnD/cIqwkQIECAAAECBAgQIECAAAECBAgQIEBgHAOvxqFmbxYBAgQIECBAgAABAgQIECBAgAABAgQIECBAgAABAgQIECBAoEkCAq+adNt6JUCAAAECBAgQIECAAAECBAgQIECAAAECBAgQIECAAAECBAgQIECAAAECBAgQIECAAAECBAiMn8Dnkny0UvYJScqcQYAAAQIECBAgQIAAAQIECBAgQIAAAQJDCIxDeJQ/iDTEhVpKgAABAgQIECBAgAABAgQIECBAgAABAgQIECBAgAABAgQIEBiBgP++YwTojiRAgAABAgQIECBAgAABAgQIECBAgAABAgQIECBAgAABAgQIECBAgAABAgQIECBAgAABAgQIEBhY4NNJTqqsPjnJ6QPvtpAAAQIECBAgQIAAAQIECBAgQIAAAQIE+gICr7wIBAgQIECAAAECBAgQIECAAAECBAgQIECAAAECBAgQIECAAAEC8xUQeDVfQfsJECBAgAABAgQIECBAgAABAgQIECBAgAABAgQIECBAgAABAgQIECBAgAABAgQIECBAgAABAgSeS4FPJjm1csBpK/53mTMIECBAgAABAgQIECBAgAABAgQIECBAYAgBgVdDYFlKgAABAgQIECBAgAABAgQIECBAgAABAgQIECBAgAABAgQIECAwp4DAKy8GAQIECBAgQIAAAQIECBAgQIAAAQIECBAgQIAAAQIECBAgQIAAAQIECBAgQIAAAQIECBAgQIBAnQVOSvLpSoGnJzm5zgWrjQABAgQIECBAgAABAgQIECBAgAABAnUUEHhVx1tREwECBAgQIECAAAECBAgQIECAAAECBAgQIECAAAECBAgQIEBgvAQEXo3XfamWAAECBAgQIECAAAECBAgQIECAAAECBAgQIECAAAECBAgQIECAAAECBAgQIECAAAECBAgQINA0gY8l+Wyl6c8lOaFpCPolQIAAAQIECBAgQIAAAQIECBAgQIDAfAUEXs1X0H4CBAgQIECAAAECBAgQIECAAAECBAgQIECAAAECBAgQIECAAAGBV94BAgQIECBAgAABAgQIECBAgAABAgQIECBAgAABAgQIECBAgAABAgQIECBAgAABAgQIECBAgACBOgscm+SsSoFnJzmuzgWrjQABAgQIECBAgAABAgQIECBAgAABAnUUEHhVx1tREwECBAgQIECAAAECBAgQIECAAAECBAgQIECAAAECBAgQIEBgvAQEXo3XfamWAAECBAgQIECAAAECBAgQIECAAAECBAgQIECAAAECBAgQIECAAAECBAgQIECAAAECBAgQINA0gQ8lObfS9HlJjmkagn4JECBAgAABAgQIECBAgAABAgQIECAwXwGBV/MVtJ8AAQIECBAgQIAAAQIECBAgQIAAAQIECBAgQIAAAQIECBAgQEDglXeAAAECBAgQIECAAAECBAgQIECAAAECBAgQIECAAAECBAgQIECAAAECBAgQIECAAAECBAgQIECgzgJHJbmwUuBFSZbUuWC1ESBAgAABAgQIECBAgAABAgQIECBAoI4CAq/qeCtqIkCAAAECBAgQIECAAAECBAgQIECAAAECBAgQIECAAAECBAiMl4DAq/G6L9USIECAAAECBAgQIECAAAECBAgQIECAAAECBAgQIECAAAECBAgQIECAAAECBAgQIECAAAECBJomcGSSiytNfzHJ4qYh6JcAAQIECBAgQIAAAQIECBAgQIAAAQLzFRB4NV9B+wkQIECAAAECBAgQIECAAAECBAgQIECAAAECBAgQIECAAAECBAReeQcIECBAgAABAgQIECBAgAABAgQIECBAgAABAgQIECBAgAABAgQIECBAgAABAgQIECBAgAABAgTqLPD+JJdUCrw0yeF1LlhtBAgQIECAAAECBAgQIECAAAECBAgQqKOAwKs63oqaCBAgQIAAAQIECBAgQIAAAQIECBAgQIAAAQIECBAgQIAAAQLjJSDwarzuS7UECBAgQIAAAQIECBAgQIAAAQIECBAgQIAAAQIECBAgQIAAAQIECBAgQIAAAQIECBAgQIAAgaYJHJLkrypNX57k0KYh6JcAAQIECBAgQIAAAQIECBAgQIAAAQLzFRB4NV9B+wkQIECAAAECBAgQIECAAAECBAgQIECAAAECBAgQIECAAAECBAReeQcIECBAgAABAgQIECBAgAABAgQIECBAgAABAgQIECBAgAABAgQIECBAgAABAgQIECBAgAABAgTqLHBQkisqBV6ZpMwZBAgQIECAAAECBAgQIECAAAECBAgQIDCEgMCrIbAsJUCAAAECBAgQIECAAAECBAgQIECAAAECBAgQIECAAAECBAgQmFNA4JUXgwABAgQIECBAgAABAgQIECBAgAABAgQIECBAgAABAgQIECBAgAABAgQIECBAgAABAgQIECBAoM4CByS5ulLgNUkOrHPBaiNAgAABAgQIECBAgAABAgQIECBAgEAdBQRe1fFW1ESAAAECBAgQIECAAAECBAgQIECAAAECBAgQIECAAAECBAgQGC8BgVfjdV+qJUCAAAECBAgQIECAAAECBAgQIECAAAECBAgQIECAAAECBAgQIECAAAECBAgQIECAAAECBAg0TWD/JNdVmr4hSZkzCBAgQIAAAQIECBAgQIAAAQIECBAgQGAIAYFXQ2BZSoAAAQIECBAgQIAAAQIECBAgQIAAAQIECBAgQIAAAQIECBAgMKeAwCsvBgECBAgQIECAAAECBAgQIECAAAECBAgQIECAAAECBAgQIECAAAECBAgQIECAAAECBAgQIECAQJ0F9ktyY6XAm5K8vc4Fq40AAQIECBAgQIAAAQIECBAgQIAAAQJ1FBB4VcdbURMBAgQIECBAgAABAgQIECBAgAABAgQIECBAgAABAgQIECBAYLwEBF6N132plgABAgQIECBAgAABAgQIECBAgAABAgQIECBAgAABAgQIECBAgAABAgQIECBAgAABAgQIECDQNIF9ktxcafrrScqcQYAAAQIECBAgQIAAAQIECBAgQIAAAQJDCAi8GgLLUgIECBAgQIAAAQIECBAgQIAAAQIECBAgQIAAAQIECBAgQIAAgTkFBF55MQgQIECAAAECBAgQIECAAAECBAgQIECAAAECBAgQIECAAAECBAgQIECAAAECBAgQIECAAAECBOossFeS2yoFfiPJ3nUuWG0ECBAgQIAAAQIECBAgQIAAAQIECBCoo4DAqzreipoIECBAgAABAgQIECBAgAABAgQIECBAgAABAgQIECBAgAABAuMlIPBqvO5LtQQIECBAgAABAgQIECBAgAABAgQIECBAgAABAgQIECBAgAABAgQIECBAgAABAgQIECBAgACBpgnssSLg6m8rTd+RpMwZBAgQIECAAAECBAgQIECAAAECBAgQIDCEgMCrIbAsJUCAAAECBAgQIECAAAECBAgQIECAAAECBAgQIECAAAECBAgQmFNA4JUXgwABAgQIECBAgAABAgQIECBAgAABAgQIECBAgAABAgQIECBAgAABAgQIECBAgAABAgQIECBAoM4Cuya5q1Lg3Ul2q3PBaiNAgAABAgQIECBAgAABAgQIECBAgEAdBQRe1fFW1ESAAAECBAgQIECAAAECBAgQIECAAAECBAgQIECAAAECBAgQGC8BgVfjdV+qJUCAAAECBAgQIECAAAECBAgQIECAAAECBAgQIECAAAECBAgQIECAAAECBAgQIECAAAECBAg0TeBNSe6pNP2dJGXOIECAAAECBAgQIECAAAECBAgQIECAAIEhBAReDYFlKQECBAgQIECAAAECBAgQIECAAAECBAgQIECAAAECBAgQIECAwJwCAq+8GAQIECBAgAABAgQIECBAgAABAgQIECBAgAABAgQIECBAgAABAgQIECBAgAABAgQIECBAgAABAnUWWJTkvkqB9yfZuc4Fq40AAQIECBAgQIAAAQIECBAgQIAAAQJ1FBB4VcdbURMBAgQIECBAgAABAgQIECBAgAABAgQIECBAgAABAgQIECBAYLwEBF6N132plgABAgQIECBAgAABAgQIECBAgAABAgQIECBAgAABAgQIECBAgAABAgQIECBAgAABAgQIECDQNIEdk/xTpekHk5Q5gwABAgQIECBAgAABAgQIECBAgAABAgSGEBB4NQSWpQQIECBAgAABAgQIECBAgAABAgQIECBAgAABAgQIECBAgAABAnMKCLzyYhAgQIAAAQIECBAgQIAAAQIECBAgQIAAAQIECBAgQIAAAQIECBAgQIAAAQIECBAgQIAAAQIECNRZ4HVJllYK/EGS7etcsNoIECBAgAABAgQIECBAgAABAgQIECBQRwGBV3W8FTURIECAAAECBAgQIECAAAECBAgQIECAAAECBAgQIECAAAECBMZLQODVeN2XagkQIECAAAECBAgQIECAAAECBAgQIECAAAECBAgQIECAAAECBAgQIECAAAECBAgQIECAAAECTRPYNsk/V5r+YZLXNg1BvwQIECBAgAABAgQIECBAgAABAgQIEJivgMCr+QraT4AAAQIECBAgQIAAAQIECBAgQIAAAQIECBAgQIAAAQIECBAgIPDKO0CAAAECBAgQIECAAAECBAgQIECAAAECBAgQIECAAAECBAgQIECAAAECBAgQIECAAAECBAgQIFBngVclebhS4CNJtq5zwWojQIAAAQIECBAgQIAAAQIECBAgQIBAHQUEXtXxVtREgAABAgQIECBAgAABAgQIECBAgAABAgQIECBAgAABAgQIEBgvAYFX43VfqiVAgAABAgQIECBAgAABAgQIECBAgAABAgQIECBAgAABAgQIECBAgAABAgQIECBAgAABAgQINE3gt5L8S6XpR5Ns2TQE/RIgQIAAAQIECBAgQIAAAQIECBAgQGC+AgKv5itoPwECBAgQIECAAAECBAgQIECAAAECBAgQIECAAAECBAgQIECAgMAr7wABAgQIECBAgAABAgQIECBAgAABAgQIECBAgAABAgQIECBAgAABAgQIECBAgAABAgQIECBAgECdBV6W5LFKgT9NskWdC1YbAQIECBAgQIAAAQIECBAgQIAAAQIE6igg8KqOt6ImAgQIECBAgAABAgQIECBAgAABAgQIECBAgAABAgQIECBAgMB4CQi8Gq/7Ui0BAgQIECBAgAABAgQIECBAgAABAkLu16MAACAASURBVAQIECBAgAABAgQIECBAgAABAgQIECBAgAABAgQIECBAoGkCL07ys0rTP0/ykqYh6JcAAQIECBAgQIAAAQIECBAgQIAAAQLzFRB4NV9B+wkQIECAAAECBAgQIECAAAECBAgQIECAAAECBAgQIECAAAECBAReeQcIECBAgAABAgQIECBAgAABAgQIECBAgAABAgQIECBAgAABAgQIECBAgAABAgQIECBAgAABAgTqLLBZkl9UCnwyyQvqXLDaCBAgQIAAAQIECBAgQIAAAQIECBAgUEcBgVd1vBU1ESBAgAABAgQIECBAgAABAgQIECBAgAABAgQIECBAgAABAgTGS0Dg1Xjdl2oJECBAgAABAgQIECBAgAABAgQIECBAgAABAgQIECBAgAABAgQIECBAgAABAgQIECBAgAABAk0T2DjJLytNL0+ySdMQ9EuAAAECBAgQIECAAAECBAgQIECAAIH5Cgi8mq+g/QQIECBAgAABAgQIECBAgAABAgQIECBAgAABAgQIECBAgAABAgKvvAMECBAgQIAAAQIECBAgQIAAAQIECBAgQIAAAQIECBAgQIAAAQIECBAgQIAAAQIECBAgQIAAAQJ1FtgwyVOVAp9OUuYMAgQIECBAgAABAgQIECBAgAABAgQIEBhCQODVEFiWEiBAgAABAgQIECBAgAABAgQIECBAgAABAgQIECBAgAABAgQIzCkg8MqLQYAAAQIECBAgQIAAAQIECBAgQIAAAQIECBAgQIAAAQIECBAgQIAAAQIECBAgQIAAAQIECBAgUHeBXyXZoFJkCbwqwVcGAQIECBAgQIAAAQIECBAgQIAAAQIECAwoIPBqQCjLCBAgQIAAAQIECBAgQIAAAQIECBAgQIAAAQIECBAgQIAAAQIE1igg8MrLQYAAAQIECBAgQIAAAQIECBAgQIAAAQIECBAgQIAAAQIECBAgQIAAAQIECBAgQIAAAQIECBAgUHeB5Uk2qhS5SZIyZxAgQIAAAQIECBAgQIAAAQIECBAgQIDAgAICrwaEsowAAQIECBAgQIAAAQIECBAgQIAAAQIECBAgQIAAAQIECBAgQGCNAgKvvBwECBAgQIAAAQIECBAgQIAAAQIECBAgQIAAAQIECBAgQIAAAQIECBAgQIAAAQIECBAgQIAAAQJ1F/hFks0qRb4gyZN1L1p9BAgQIECAAAECBAgQIECAAAECBAgQqJOAwKs63YZaCBAgQIAAAQIECBAgQIAAAQIECBAgQIAAAQIECBAgQIAAAQLjKSDwajzvTdUECBAgQIAAAQIECBAgQIAAAQIECBAgQIAAAQIECBAgQIAAAQIECBAgQIAAAQIECBAgQIAAgSYJ/DzJiyoNvyRJmTMIECBAgAABAgQIECBAgAABAgQIECBAYEABgVcDQllGgAABAgQIECBAgAABAgQIECBAgAABAgQIECBAgAABAgQIECCwRgGBV14OAgQIECBAgAABAgQIECBAgAABAgQIECBAgAABAgQIECBAgAABAgQIECBAgAABAgQIECBAgACBugs8luRllSK3SPLTuhetPgIECBAgQIAAAQIECBAgQIAAAQIECNRJQOBVnW5DLQQIECBAgAABAgQIECBAgAABAgQIECBAgAABAgQIECBAgACB8RQQeDWe96ZqAgQIECBAgAABAgQIECBAgAABAgQIECBAgAABAgQIECBAgAABAgQIECBAgAABAgQIECBAgECTBB5N8puVhrdMUuYMAgQIECBAgAABAgQIECBAgAABAgQIEBhQQODVgFCWESBAgAABAgQIECBAgAABAgQIECBAgAABAgQIECBAgAABAgQIrFFA4JWXgwABAgQIECBAgAABAgQIECBAgAABAgQIECBAgAABAgQIECBAgAABAgQIECBAgAABAgQIECBAoO4CDyd5VaXIrZM8Uvei1UeAAAECBAgQIECAAAECBAgQIECAAIE6CQi8qtNtqIUAAQIECBAgQIAAAQIECBAgQIAAAQIECBAgQIAAAQIECBAgMJ4CAq/G895UTYAAAQIECBAgQIAAAQIECBAgQIAAAQIECBAgQIAAAQIECBAgQIAAAQIECBAgQIAAAQIECBBoksAPk7ym0vBrk5Q5gwABAgQIECBAgAABAgQIECBAgAABAgQGFBB4NSCUZQQIECBAgAABAgQIECBAgAABAgQIECBAgAABAgQIECBAgAABAmsUEHjl5SBAgAABAgQIECBAgAABAgQIECBAgAABAgQIECBAgAABAgQIECBAgAABAgQIECBAgAABAgQIEKi7wNIkr6sUuX2SH9S9aPURIECAAAECBAgQIECAAAECBAgQIECgTgICr+p0G2ohQIAAAQIECBAgQIAAAQIECBAgQIAAAQIECBAgQIAAAQIECIyngMCr8bw3VRMgQIAAAQIECBAgQIAAAQIECBAgQIAAAQIECBAgQIAAAQIECBAgQIAAAQIECBAgQIAAAQIEmiTwQJLfqTTcSlLmDAIECBAgQIAAAQIECBAgQIAAAQIECBAYUEDg1YBQlhEgQIAAAQIECBAgQIAAAQIECBAgQIAAAQIECBAgQIAAAQIECKxRQOCVl4MAAQIECBAgQIAAAQIECBAgQIAAAQIECBAgQIAAAQIECBAgQIAAAQIECBAgQIAAAQIECBAgQKDuAvclWVQpcuck99e9aPURIECAAAECBAgQIECAAAECBAgQIECgTgICr+p0G2ohQIAAAQIECBAgQIAAAQIECBAgQIAAAQIECBAgQIAAAQIECIyngMCr8bw3VRMgQIAAAQIECBAgQIAAAQIECBAgQIAAAQIECBAgQIAAAQIECBAgQIAAAQIECBAgQIAAAQIEmiRwb5I3VhreJUmZMwgQIECAAAECBAgQIECAAAECBAgQIEBgQAGBVwNCWUaAAAECBAgQIECAAAECBAgQIECAAAECBAgQIECAAAECBAgQILBGAYFXXg4CBAgQIECAAAECBAgQIECAAAECBAgQIECAAAECBAgQIECAAAECBAgQIECAAAECBAgQIECAAIG6C9yVZNdKkbslubvuRauPAAECBAgQIECAAAECBAgQIECAAAECdRIQeFWn21ALAQIECBAgQIAAAQIECBAgQIAAAQIECBAgQIAAAQIECBAgQGA8BQRejee9qZoAAQIECBAgQIAAAQIECBAgQIAAAQIECBAgQIAAAQIECBAgQIAAAQIECBAgQIAAAQIECBAg0CSB25PsXml4jyR3NAlArwQIECBAgAABAgQIECBAgAABAgQIEJivgMCr+QraT4AAAQIECBAgQIAAAQIECBAgQIAAAQIECBAgQIAAAQIECBAgIPDKO0CAAAECBAgQIECAAAECBAgQIECAAAECBAgQIECAAAECBAgQIECAAAECBAgQIECAAAECBAgQIFB3gduS7FUpcu8k36h70eojQIAAAQIECBAgQIAAAQIECBAgQIBAnQQEXtXpNtRCgAABAgQIECBAgAABAgQIECBAgAABAgQIECBAgAABAgQIEBhPAYFX43lvqiZAgAABAgQIECBAgAABAgQIECBAgAABAgQIECBAgAABAgQIECBAgAABAgQIECBAgAABAgQINEngliRvqzS8T5KvNwlArwQIECBAgAABAgQIECBAgAABAgQIEJivgMCr+QraT4AAAQIECBAgQIAAAQIECBAgQIAAAQIECBAgQIAAAQIECBAgIPDKO0CAAAECBAgQIECAAAECBAgQIECAAAECBAgQIECAAAECBAgQIECAAAECBAgQIECAAAECBAgQIFB3gRuT7Fcp8u1Jbqp70eojQIAAAQIECBAgQIAAAQIECBAgQIBAnQQEXtXpNtRCgAABAgQIECBAgAABAgQIECBAgAABAgQIECBAgAABAgQIEBhPAYFX43lvqiZAgAABAgQIECBAgAABAgQIECBAgAABAgQIECBAgAABAgQIECBAgAABAgQIECBAgAABAgQINEng+iTtSsP7J7mhSQB6JUCAAAECBAgQIECAAAECBAgQIECAwHwFBF7NV9B+AgQIECBAgAABAgQIECBAgAABAgQIECBAgAABAgQIECBAgAABgVfeAQIECBAgQIAAAQIECBAgQIAAAQIECBAgQIAAAQIECBAgQIAAAQIECBAgQIAAAQIECBAgQIAAgboLXJ3kgEqRBya5pu5Fq48AAQIECBAgQIAAAQIECBAgQIAAAQJ1EhB4VafbUAsBAgQIECBAgAABAgQIECBAgAABAgQIECBAgAABAgQIECBAYDwFBF6N572pmgABAgQIECBAgAABAgQIECBAgAABAgQIECBAgAABAgQIECBAgAABAgQIECBAgAABAgQIECDQJIGvJHlPpeGDklzZJAC9EiBAgAABAgQIECBAgAABAgQIECBAYL4CAq/mK2g/AQIECBAgQIAAAQIECBAgQIAAAQIECBAgQIAAAQIECBAgQICAwCvvAAECBAgQIECAAAECBAgQIECAAAECBAgQIECAAAECBAgQIECAAAECBAgQIECAAAECBAgQIECAQN0FLk9ycKXIQ5OUOYMAAQIECBAgQIAAAQIECBAgQIAAAQIEBhQQeDUglGUECBAgQIAAAQIECBAgQIAAAQIECBAgQIAAAQIECBAgQIAAAQJrFBB45eUgQIAAAQIECBAgQIAAAQIECBAgQIAAAQIECBAgQIAAAQIECBAgQIAAAQIECBAgQIAAAQIECBCou8AlSd5fKfLwJJfWvWj1ESBAgAABAgQIECBAgAABAgQIECBAoE4CAq/qdBtqIUCAAAECBAgQIECAAAECBAgQIECAAAECBAgQIECAAAECBAiMp4DAq/G8N1UTIECAAAECBAgQIECAAAECBAgQIECAAAECBAgQIECAAAECBAgQIECAAAECBAgQIECAAAECBJok8MUkR1QaXpykzBkECBAgQIAAAQIECBAgQIAAAQIECBAgMKCAwKsBoSwjQIAAAQIECBAgQIAAAQIECBAgQIAAAQIECBAgQIAAAQIECBBYo4DAKy8HAQIECBAgQIAAAQIECBAgQIAAAQIECBAgQIAAAQIECBAgQIAAAQIECBAgQIAAAQIECBAgQIBA3QUuTHJUpcglSS6qe9HqI0CAAAECBAgQIECAAAECBAgQIECAQJ0EBF7V6TbUQoAAAQIECBAgQIAAAQIECBAgQIAAAQIECBAgQIAAAQIECBAYTwGBV+N5b6omQIAAAQIECBAgQIAAAQIECBAgQIAAAQIECBAgQIAAAQIECBAgQIAAAQIECBAgQIAAAQIECDRJ4LwkR1caPiZJmTMIECBAgAABAgQIECBAgAABAgQIECBAYEABgVcDQllGgAABAgQIECBAgAABAgT+P3t3AiVbWd4L/+/wRYaoUcEbCAf1w2jQLxCjqBBFUaMRjSjgcAiH6FKGKKKIIoNCQBlEAcUhDHodjnAkDBETcZYLiYCg14BR1MhVOQSTABquOQfMVfnq8e7CTdnD7jo9VFX/9lq9oKve/b7P83t3VXdDrf0nQIAAAQIECBAgQIAAAQIECBAgQIDAtAICr1wcBAgQIECAAAECBAgQIECAAAECBAgQIECAAAECBAgQIECAAAECBAgQIECAAAECBAgQIECAAAECoy5wcpLXtYo8JMkpo160+ggQIECAAAECBAgQIECAAAECBAgQIDBKAgKvRmk31EKAAAECBAgQIECAAAECBAgQIECAAAECBAgQIECAAAECBAgQGE8BgVfjuW+qJkCAAAECBAgQIECAAAECBAgQIECAAAECBAgQIECAAAECBAgQIECAAAECBAgQIECAAAECBAgsJ4G3JTm01fBhSeoxBwECBAgQIECAAAECBAgQIECAAAECBAh0FBB41RHKMAIECBAgQIAAAQIECBAgQIAAAQIECBAgQIAAAQIECBAgQIAAgWkFBF65OAgQIECAAAECBAgQIECAAAECBAgQIECAAAECBAgQIECAAAECBAgQIECAAAECBAgQIECAAAECBEZd4K1JjmwV+aYkx4160eojQIAAAQIECBAgQIAAAQIECBAgQIDAKAkIvBql3VALAQIECBAgQIAAAQIECBAgQIAAAQIECBAgQIAAAQIECBAgQGA8BQRejee+qZoAAQIECBAgQIAAAQIECBAgQIAAAQIECBAgQIAAAQIECBAgQIAAAQIECBAgQIAAAQIECBAgsJwE/jLJ0a2Gj+n9ez3mIECAAAECBAgQIECAAAECBAgQIECAAIGOAgKvOkIZRoAAAQIECBAgQIAAAQIECBAgQIAAAQIECBAgQIAAAQIECBAgMK2AwCsXBwECBAgQIECAAAECBAgQIECAAAECBAgQIECAAAECBAgQIECAAAECBAgQIECAAAECBAgQIECAwKgLHJnkra0ij0vyplEvWn0ECBAgQIAAAQIECBAgQIAAAQIECBAYJQGBV6O0G2ohQIAAAQIECBAgQIAAAQIECBAgQIAAAQIECBAgQIAAAQIECIyngMCr8dw3VRMgQIAAAQIECBAgQIAAAQIECBAgQIAAAQIECBAgQIAAAQIECBAgQIAAAQIECBAgQIAAAQIElpPAG5Oc2Gr4pCT1mIMAAQIECBAgQIAAAQIECBAgQIAAAQIEOgoIvOoIZRgBAgQIECBAgAABAgQIECBAgAABAgQIECBAgAABAgQIECBAgMC0AgKvXBwECBAgQIAAAQIECBAgQIAAAQIECBAgQIAAAQIECBAgQIAAAQIECBAgQIAAAQIECBAgQIAAAQKjLvC6JCe3ijwlySGjXrT6CBAgQIAAAQIECBAgQIAAAQIECBAgMEoCAq9GaTfUQoAAAQIECBAgQIAAAQIECBAgQIAAAQIECBAgQIAAAQIECBAYTwGBV+O5b6omQIAAAQIECBAgQIAAAQIECBAgQIAAAQIECBAgQIAAAQIECBAgQIAAAQIECBAgQIAAAQIECCwngYOSvKvV8GlJXrOcAPRKgAABAgQIECBAgAABAgQIECBAgACBDRUQeLWhgs4nQIAAAQLzK7B1kicm2T7J7yV5WJLfTvJbSTZqlrojyX8k+dck30vyrSTXJLkyyQ3zW47ZCBAgQIAAAQIECBAgQIAAAQIECBAgQIAAAQIECHQSEHjVickgAgQIECBAgAABAgQIECBAgAABAgQIECBAgAABAgQIECBAgAABAgQIECBAgAABAgQIECBAgACBJRT4iyTva63/V0leuYT1WJoAAQIECBAgQIAAAQIECBAgQIAAAQJjJyDwauy2TMEECBAgMIECOyfZLcmzk2y7gf1dl+RTSS5KctkGzuV0AgQIECBAgAABAgQIECBAgAABAgQIECBAgAABAl0FBF51lTKOAAECBAgQIECAAAECBAgQIECAAAECBAgQIECAAAECBAgQIECAAAECBAgQIECAAAECBAgQIEBgqQT2TXJma/Gzkuy3VMVYlwABAgQIECBAgAABAgQIECBAgAABAuMoIPBqHHdNzQQIECAwCQL3b/7n5svmIeRqOo8Kv/pg8z9Vb5sEND0QIECAAAECBAgQIECAAAECBAgQIECAAAECBAiMrIDAq5HdGoURIECAAAECBAgQIECAAAECBAgQIECAAAECBAgQIECAAAECBAgQIECAAAECBAgQIECAAAECBAg0Ai9t7s/WB/lQkrofnIMAAQIECBAgQIAAAQIECBAgQIAAAQIEOgoIvOoIZRgBAgQIEJgngQq6OjTJwUk2nqc5Z5vm9iSnJjmpt67gq9m0PE+AAAECBAgQIECAAAECBAgQIECAAAECBAgQIDCMgMCrYdScQ4AAAQIECBAgQIAAAQIECBAgQIAAAQIECBAgQIAAAQIECBAgQIAAAQIECBAgQIAAAQIECBAgsJgCeydZ3Vrwo0lWLWYB1iJAgAABAgQIECBAgAABAgQIECBAgMC4Cwi8GvcdVD8BAgQIjJPAq5Mck+QBMxW988475/GPf3y22267PPzhD89WW22VBz3oQdl44/+bj3X77bfn1ltvzY033pjvfve7ufbaa3PVVVflsssum83ix0mOTvLu2QZ6ngABAgQIECBAgAABAgQIECBAgAABAgQIECBAgMAcBQRezRHMcAIECBAgQIAAAQIECBAgQIAAAQIECBAgQIAAAQIECBAgQIAAAQIECBAgQIAAAQIECBAgQIAAgUUXeHGSj7VWPTfJSxa9CgsSIECAAAECBAgQIECAAAECBAgQIEBgjAUEXo3x5imdAAECBMZGYLskpyZ52nQVr1y5Mrvvvnt23XXXbLLJJkM1tn79+lx88cW58MILs2bNmpnm+GKSg5NcO9RCTiJAgAABAgQIECBAgAABAgQIECBAgAABAgQIECDw6wICr1wVBAgQIECAAAECBAgQIECAAAECBAgQIECAAAECBAgQIECAAAECBAgQIECAAAECBAgQIECAAAECoy6wR5LzW0VekGTPUS9afQQIECBAgAABAgQIECBAgAABAgQIEBglAYFXo7QbaiFAgACBSRTYN8kZSX7tZ+6WW26ZAw88MPvuu28222yzee39lltuyVlnnZX3vOc9uemmm6aau244uH+Ss+Z1YZMRIECAAAECBAgQIECAAAECBAgQIECAAAECBAgsVwGBV8t15/VNgAABAgQIECBAgAABAgQIECBAgAABAgQIECBAgAABAgQIECBAgAABAgQIECBAgAABAgQIEBgfgd2SfLxV7ieS1GMOAgQIECBAgAABAgQIECBAgAABAgQIEOgoIPCqI5RhBAgQIEBgCIGTk7xu8LyNNtooRx11VA477LDc4x4L+6P4zjvvzIknnphjjz02d9xxx1QtnJLkkCF6cwoBAgQIECBAgAABAgQIECBAgAABAgQIECBAgACBtoDAK9cDAQIECBAgQIAAAQIECBAgQIAAAQIECBAgQIAAAQIECBAgQIAAAQIECBAgQIAAAQIECBAgQIDAqAvsmuSTrSIvTvKcUS9afQQIECBAgAABAgQIECBAgAABAgQIEBglgYVN2ZifTt0QaX4czUKAAAECiytwdpK9BpdcuXJl3va2t2XFihWLWs3atWvzxje+MWvWrJlq3XOS/NmiFmQxAgQIECBAgAABAgQIECBAgAABAgQIECBAgACBSRPw+Y5J21H9ECBAgAABAgQIECBAgAABAgQIECBAgAABAgQIECBAgAABAgQIECBAgAABAgQIECBAgAABAgQmT+CZST7TautzSeoxBwECBAgQIECAAAECBAgQIECAAAECBAh0FBB41RHKMAIECBAgMAeBC5LsPjj+9NNPz/777z+HaeZ/6BlnnJEDDjhgqokvTLLH/K9oRgIECBAgQIAAAQIECBAgQIAAAQIECBAgQIAAgWUiIPBqmWy0NgkQIECAAAECBAgQIECAAAECBAgQIECAAAECBAgQIECAAAECBAgQIECAAAECBAgQIECAAAECYyywS5Ivtuq/JMnTxrgfpRMgQIAAAQIECBAgQIAAAQIECBAgQGDRBQReLTq5BQkQIEBgwgXOTrJXu8dtttkmq1evzo477jgSrV9xxRVZtWpVrr/++sF6zknyZyNRpCIIECBAgAABAgQIECBAgAABAgQIECBAgAABAgTGTUDg1bjtmHoJECBAgAABAgQIECBAgAABAgQIECBAgAABAgQIECBAgAABAgQIECBAgAABAgQIECBAgAABAstP4Mm9gKvLWm3/Q5J6zEGAAAECBAgQIECAAAECBAgQIECAAAECHQUEXnWEMowAAQIECHQQODnJ69rjdthhh1xwwQVZsWJFh9MXb8jatWuzxx575Oqrrx5c9JQkhyxeJVYiQIAAAQIECBAgQIAAAQIECBAgQIAAAQIECBCYEAGBVxOykdogQIAAAQIECBAgQIAAAQIECBAgQIAAAQIECBAgQIAAAQIECBAgQIAAAQIECBAgQIAAAQIECEywwBOTXNHq78okO05wv1ojQIAAAQIECBAgQIAAAQIECBAgQIDAvAsIvJp3UhMSIECAwDIV2DfJme3eK+zq4osvzmabbTaSJLfcckt23XXXqUKv9kty1kgWrSgCCyNQvxM/JMnzkzw9yU5JHpjkR0kqFe6LSf46yQ+SDN6sc2EqSjZO8uQkuzUfhHhMs9DXklyTZE2v1r9PcvtCFTDEvH+U5B+GOK9O+Xbj+90kFye5PMmPh5xr3E/7nSSrk+ySpIIUj0zy03FvakTr3y7Jx5Jsm+SwxvtnHWv9syQfnWHsZ5LUmFs7zrfUw+p98Ojma5haBvt9ZM/13CTbzzDZk5J8aZjFnEOAAAECBAgQIECAAAECBAgQIDCyAgKvRnZrFEaAAAECBAgQIECAAAECBAgQIECAAAECBAgQIECAAAECBAgQIECAAAECBAgQIECAAAECBAgQINAIPK65t1Qf5KtJ6jEHAQIECBAgQIAAAQIECBAgQIAAAQIECHQUEHjVEcowAgQIECAwg0AFZvxjkrt+rm6zzTa55JJLsmLFipGGW7t2bXbZZZdcf/317TrrZoR/kOTakS5ecQTmR6CCrQ5N8spe2M19Z5nyI00YzPfnZ+kpZ6n3kQo6OjHJDrOsUyFRxya5YEQCkTYk8Gqw1Z8keV8TQHTzAnqP2tQVdHZSkgObYLOVSa4btSInqJ56vR2U5J1N4Nqf915/l3bsb0MCr+6TZI8m6K0+7DQKR73/vTfJqiGLEXg1JJzTCBAgQIAAAQIECBAgQIAAAQITJiDwasI2VDsECBAgQIAAAQIECBAgQIAAAQIECBAgQIAAAQIECBAgQIAAAQIECBAgQIAAAQIECBAgQIAAgQkU2L65b1y/tWua+65NYKtaIkCAAAECBAgQIECAAAECBAgQIECAwMIICLxaGFezEiBAgMDyEvhCkqe1W7788suz4447iMzkiwAAIABJREFUjoXCFVdckZ122mmw1i8mefpYNKBIAsMLPKQJeHnOHKaokKn9eq/5y+ZwTteh905SgTundgjfas/5riRHJlnXdaEFGjefgVf9Er+U5OVNMNAClT1S074kyZnN/r82yWm9kLXBG8SOVMETUMzvJFndBM19Mskrkvxrh76GCbyqv78f0wvIPCbJc5M8KUld46Nw1PvhOUl+7ReCjsUJvOoIZRgBAgQIECBAgAABAgQIECBAYMIFBF5N+AZrjwABAgQIECBAgAABAgQIECBAgAABAgQIECBAgAABAgQIECBAgAABAgQIECBAgAABAgQIECAwAQKPTvJPrT6+maQecxAgQIAAAQIECBAgQIAAAQIECBAgQIBARwGBVx2hDCNAgAABAtMIvLoJJLnr6dNPPz3777//WIGdccYZOeCAAwZrPijJu8eqEcUS6C6weZIzkrygdUqFWdVjn07y70k2TrJzkn2SPKs17rokFUx0bfflOo1shx31T1iT5EO9Oq9J8rNeMM82SXbrBfLUC/aBrVmP7wUjHd2M6bTYAgwaDLyqIJ+y/D8d1rpvkscl2WGgrzr1oiT1pvpvHeYZ5yEPTfLRJOV4SZJVSf5lnBsao9rb4VVvTnJih9fSYODVs5Nc3er5F0luS1L/7B97JvnvrUC7UQq8emIv7OqzrdrqWmx/KGu27axe65z/bAZWgF+9ru/ZOnH3JtCt/9Ao9T9bf54nQIAAAQIECBAgQIAAAQIECBDoJiDwqpuTUQQIECBAgAABAgQIECBAgAABAgQIECBAgAABAgQIECBAgAABAgQIECBAgAABAgQIECBAgAABAksn8Igkdb+p/vGdJI9cunKsTIAAAQIECBAgQIAAAQIECBAgQIAAgfETEHg1fnumYgIECBAYHYH7J/lekgf0S1q5cmXOOeec0alwDpXstddeWbOmsnXuOn6c5GFNYMccZjKUwMgL1O/AFej2zlaln0zyqiQ/mKL6Cr46tPf4X7aeqxCqA5Osm6du22FHNeVPeq+9g3uvwQ9PE7zz2CTvTfKEZv0aX+FdX5ineoaZZjDwqsLDqofb5zBZBZGV9esHzjkiyUlJfj6HucZpaIUDHZOk+qzjFUk+ME4NjHmt9XO8vOs1VO8BFUz1lVl6Ggy86hLeNMw5i0X74iQfa72fPDPJlfO8+Cj3P8+tmo4AAQIECBAgQIAAAQIECBAgsGwFBF4t263XOAECBAgQIECAAAECBAgQIECAAAECBAgQIECAAAECBAgQIECAAAECBAgQIECAAAECBAgQIEBgbAT+3yTXt6qte8nVYw4CBAgQIECAAAECBAgQIECAAAECBAgQ6Cgg8KojlGEECBAgQGAKgeNa4STZaKON8p3vfCcrVqwYS6y1a9fmEY94RO644452/ccnOXIsG1I0gekFKsit0t36YVFf7oXcvCzJdTOgbZrk1CT7NmN+mOT5Sa6aB+j6nbyCoU5uzXVY8/3PZpj/aUk+mmSLZsxpTVjUT+ehpmGmmI/Aq1q3wp+q/7e0iqg9WtmEDA5T26if87gk5yd5SJLPJ9knSV1jjsUT2D3JBc1yXcLahglvGuacxRCo96Cjm69a7/Ike00TALgh9Yxq/xvSk3MJECBAgAABAgQIECBAgAABAgTuLiDwyhVBgAABAgQIECBAgAABAgQIECBAgAABAgQIECBAgAABAgQIECBAgAABAgQIECBAgAABAgQIECAw6gJ1o7gbWkWuTbL1qBetPgIECBAgQIAAAQIECBAgQIAAAQIECIySgMCrUdoNtRAgQIDAOAncvwkj2bhf9PHHH5/DDz98nHr4tVpPOOGEHHHEEe3Hb2/CdG4b68YUT+DuAoOhK4c0YVaDN+IcdPvjJJ9tPfi65rwN9d0syeokf9JM1DXc6b5J3ptkVXPeQoXUdO1vvgKvar3BULJ6bLckn+hazBiNq58jFaa2f1PzK5J8YIzqn5RSH5zkrCTPS/KTJHsOvN4H+xwmvGmYczbUt/7mryC1A5J8vPc+c+UUEw6+l7w/yWt6AXrrN3TxgfOXov95bsF0BAgQIECAAAECBAgQIECAAAECswgIvHKJECBAgAABAgQIECBAgAABAgQIECBAgAABAgQIECBAgAABAgQIECBAgAABAgQIECBAgAABAgQIjLrAFkluahX5wyRbjnrR6iNAgAABAgQIECBAgAABAgQIECBAgMAoCQi8GqXdUAsBAgQIjJPAG5Kc1C94yy23zI033ph73GMcfrROz3znnXdmq622yk03tf8/bA5N8vZx2hy1EphB4DeSnJjk4GZMfdDgT3tfX+2gtl2S85P8bjP2mCT1NVtQ1mxTPzbJ3zbhcjW2wo8OS/Jfs5x4ryRvSdJP2vt6khcl+dZsCy7Q8/MZeDXYW5V8VNPvApW/ZNPunORjzf53DTtbsmInfOEKHTu96fFDSQ5Msm6anocJbxrmnGHJ753kCUlelWRlM8mTknxpignrw1ZnJ3lq81wlX54w7MIznLeY/S9A+aYkQIAAAQIECBAgQIAAAQIECBDoICDwqgOSIQQIECBAgAABAgQIECBAgAABAgQIECBAgAABAgQIECBAgAABAgQIECBAgAABAgQIECBAgAABAksqsFnvviw3tyq4JcnmS1qRxQkQIECAAAECBAgQIECAAAECBAgQIDBmAuOQyuGGSGN2USmXAAECy0Tgm0m27fd6/PHH5/DD+5kz4y1wwgkn5IgjKuviruO6JI8a765UT+Augf+nFy5VAVN/mGSHJL+VZL+BDx9MxzUYeFWBMG/uff18A323amqpup6YpIJ2PtphzsFQqH9OsmeSazucuxBD5jPwqurbJ8mHW4V2DQJbiN4Was77NOGJBzULzNc1tVD1Tvq8j05yXvPzvcLwXpLksmmaHia8aZhz5mp+vyTPTfLa5n2lff50gVeDoXu79d4jPzHXhTuMX4z+O5RhCAECBAgQIECAAAECBAgQIECAwAIK+HzHAuKamgABAgQIECBAgAABAgQIECBAgAABAgQIECBAgAABAgQIECBAgAABAgQIECBAgAABAgQIECBAYF4E6r5TP27N9B9JHjAvM5uEAAECBAgQIECAAAECBAgQIECAAAECy0RA4NUy2WhtEiBAgMC8Cuyc5NL2jDfffHM222yzeV1kqSa75ZZbsvnmmw8u/5QZQj+WqlTrElhsgecluai16OuSVAjTUh33T/L+JuSqarg8yV5JfjBNQY/sBfmcm2T75vlrkrw4ybfnqYH5DrwaDMd5X5JDktwxQ7337u3RY5L8SRMeVgFGD2nG/yTJPyb5erOPf5/k9mnmeliSNUme0Dz/+SaAq0KQuh6D18tUIULtgKWa95lJPtd1gSQbJ3lykpq7QtwqMK2OHyWp/b2yF3r0ySRfTvKzWeYd3L+9k5zdsZYKfjt2luuqaq3Xy/7NuKOSvKX5934fdf0+tdmz2q+rkny82Ytbp6hl6yaUatck9XOqjrqea2//e9P3Lzr2UMMGazwtyaFJfjrFHF3DmwZdpytnQ16P9Xd9XecVEveaJA+cZpHpAq/qfeBjzTkLGZzX1WwOW2YoAQIECBAgQIAAAQIECBAgQIDAiAkIvBqxDVEOAQIECBAgQIAAAQIECBAgQIAAAQIECBAgQIAAAQIECBAgQIAAAQIECBAgQIAAAQIECBAgQIDArwlsmuQ/W4+uS/KbnAgQIECAAAECBAgQIECAAAECBAgQIECgu4DAq+5WRhIgQIAAgb7AyUkq6OaXx8qVK3POOedMlM5ee+2VNWsq6+Wu45QmaGai+tQMgTkI3C/Ju5tAmTqtgo+e3wTyzGGaeR1a4UjnJ7lvM+tM4Tw1ZNwCrw5PcnxLrB2QNAh5nyS794KJ6pzf76hcwUjHJDlvijCoeyU5OkkFOfWPuYRRVT0n9YKnDmpOni4w6+Ak9f5ax2yBZe22KtjrhU2Nta+zHVcnOSLJF5NMFwC1FIFXb02yY5J39oK5dpihidqr2tsKv6ob5lYw1QG9fXvTDOFONV2FXh2W5ObZgFrPv7wJkquHKihsZZLvTXF+1/CmhQy8quugQtn26wWcvaD1XtAut4LD/ibJu5rAt6n2vx1YVtdq9VbX8HOb8LgKyatArX4IWYV+1nvPt5r96Mrb1azrfMYRIECAAAECBAgQIECAAAECBAiMnoDAq9HbExURIECAAAECBAgQIECAAAECBAgQIECAAAECBAgQIECAAAECBAgQIECAAAECBAgQIECAAAECBAjcXaDurXJH66GfJtkIEgECBAgQIECAAAECBAgQIECAAAECBAh0FxB41d3KSAIECBAg0Bf4ZpJt+9+cd9552XPPPSdK5/zzz88LX1hZKncd1yV51EQ1qRkC3QU2T3Jokte3TqnguyN7ITz1QYXFPu6Z5OlJ3t4Lsqkgmjp+kKTeiL4yQzHjFHhVIV7vTbKq1c/eSc6eor9NkxyX5DVDbEQF+FRwUiX8Dd6ItYwrKKgfKHZqE570Xx3WGbSuQKGqsb3G/Ztgpf4PkPc1wYLtD8JMtVSFHFVQVs3Zr61DSb8MK3pLkurjZ1OcsNiBVxUo9k9N4FeFKc121DX+5801Ppf9Ltd6/a6bbYHm+ccm+dskWzTfT3fddQ1vWojAq7rmd2uu3SdP01d5VUjf6iT/PkPvmzRhWK9oxlQ42o97AWwV8Dbb8ZEmdGztbAOb57uadZzOMAIECBAgQIAAAQIECBAgQIAAgREUEHg1gpuiJAIECBAgQIAAAQIECBAgQIAAAQIECBAgQIAAAQIECBAgQIAAAQIECBAgQIAAAQIECBAgQIAAgbsJ1D2cft565Be9e/PcixEBAgQIECBAgAABAgQIECBAgAABAgQIdBcQeNXdykgCBAgQIFACWzfBMndprFu3LptsUnkRk3OsX78+m25aeRp3OyqQ5IbJ6VInBGYU+I0kv5Pk+Un27wUiVYBR/7ioeezfFtGwfm//rSbgar8kK1trzxTa1C5xnAKvKmzn/FagU4XuVQrfNwbMK/zpkCQnth7/UZLTk3wuSZ1X4U71AZNtkjyl9x7+soH9nG7uByT5QJIXNHN/uXH/Xod9f3kTZlVDf9hcR1cNnLdd0+PvNo9X8NYZHeYetKlgo6qz+r0+SX14ZuMkOzTX6bNac9bYCh360hTrLHbg1TXNNV0/W2rP3tWr+ZNJvt/Uv0uSVzd99Mv9WPP8Yc0Df9d7nZ6VpPam+n5Eknp97DPw+qjgtHrddjk2a0Ki/qQZPF3QWdfwpnov6QeT7Z7kzFYRz05SAVN1VP31Wp4qjKx/Sv0OUqFfdX1NFxL2mcbyfyS5vUPDWzZBck/tMHaqIbWPf5Hkig7ndzXrMJUhBAgQIECAAAECBAgQIECAAAECIyog8GpEN0ZZBAgQIECAAAECBAgQIECAAAECBAgQIECAAAECBAgQIECAAAECBAgQIECAAAECBAgQIECAAAECdxOowKu6L1H/qMCrugeMgwABAgQIECBAgAABAgQIECBAgAABAgQ6CAi86oBkCAECBAgQaAm8KMm5/e933nnnXHrppRMJ9JSnPCWXXXZZu7cXJ/nriWxWUwR+JTAY+tO2qTCa9yU5qQnoWQy3Ci6qwJ0K3ZrqqLCcCv+5JMngjUQXo772GoN2Fd50cMfQnf489ffJTkne24R79R8/LcmhSX460NTjmtCofvhPBR+9Isk/zdD85kmOS7Jva8xUYVNVS9V/cmvcHkkunAW20gLf0wtmemkzroK7qqbbBs4bDP+pMK67velOsc7g9TBbv/dJ8rokx7fmmi7AabEDr/olfTbJa5J8a4p+t+0FO30wyRMGnqvXYu3Nh6cIiJoqBG26nqfaygqoqgC1mr+OCo6qvbpplv170jRBYu3Thgl8qg9F/UFjVOFr/fCswfemsqjX3Dfn+MGpxyb52965Wwz09/dNkFoFtf17knLdvrEYrKOuwwqSq/C4mY5h+l/s9zHrESBAgAABAgQIECBAgAABAgQIbJiAwKsN83M2AQIECBAgQIAAAQIECBAgQIAAAQIECBAgQIAAAQIECBAgQIAAAQIECBAgQIAAAQIECBAgQIDA4gjckaTuz9M/Npri/kaLU4lVCBAgQIAAAQIECBAgQIAAAQIECBAgMIYCAq/GcNOUTIAAAQJLKlAhKUf0K3j961+ft7/97Uta0EIt/oY3vCHveMc72tNXYMqRC7WeeQmMiEAFu31smlrq8QoyqnCXny1SvQ9IsjrJc6ZY7wdJTmnqrUCapT6GDbyqQJ/q8/d7gTnlX6E47VCf6nPPJF8ZaPBevZCvo5O8uXm8QpBWJbmoA8TjeyFCH2+F/EwXiPToJOf1gg4reKmOLiFegwFCFXb1gSlqf0vvAy6HN49f0/T+7Vlqr2Cvc5pQsBpavdfPpZnCzsq21q+QojqmC3BaisCr6fa2zzBV6Fi/7wqlmu51uGWSs3u9PrWZ6DPNdXVrh2ujhlTYVb226vhhkj/tfX114Nxhwpvmck6Fmz03yauTPHmaur+e5MwmjHLY94DnDbxmak/e1Fz3gwFzVUbtSV3j70xS10z/qNdJBfP9eAbjufTfcasMI0CAAAECBAgQIECAAAECBAgQGDEBgVcjtiHKIUCAAAECBAgQIECAAAECBAgQIECAAAECBAgQIECAAAECBAgQIECAAAECBAgQIECAAAECBAgQmFLgP5Ns2nrmN5OsY0WAAAECBAgQIECAAAECBAgQIECAAAEC3QQEXnVzMooAAQIECPQFLkiye/+bj3zkI1m1qvJVJu9YvXp19tlnn3ZjFybZY/I61RGBuwlUYMvps5j8XRM09I+LYDcY3DPVkj9K8tam7tsXoabplhgMTJqPUirE6oAka6YIddqsCQP7k2ahv0ny8lkCd/o1bd4ERz2jeWC6IKv6QEqFnL20GXddkhf2vr4xTXODAU3TBVndP8n7myCvmqprINMje+Fb5ybZvlm/S+BVDX1N8/59fS/4qmqq8LZ/HehhKQKvTmheSz+f4WLZOcmlredn24MaWmFRFWJWr+c6KqzqJUm+2/GiHAyBqnPLvX0ME940l3Nqb4+dpt56D3pfE162oa/5ev08rRd69Zgk/60J2Gp7T0dWIXAfTPKE1oD6HaF+V5jumEv/HbfKMAIECBAgQIAAAQIECBAgQIAAgRETEHg1YhuiHAIECBAgQIAAAQIECBAgQIAAAQIECBAgQIAAAQIECBAgQIAAAQIECBAgQIAAAQIECBAgQIAAgSkF/qN3j5q6D1D/eECSesxBgAABAgQIECBAgAABAgQIECBAgAABAh0EBF51QDKEAAECBAi0BP5nEwrxy4cuv/zy7LjjjhMJdMUVV2SnnXZq9/a1JH84kc1qisCvBJ6a5I4kFQxUxza9l/ozm8CgB7agfpDkzweCeBbC8beb112F/PzvJPdL8tgkr0jyrIEFKwDn0CTrFqKQDnPOd+DVt5O8qQnQ+cUU65dNBRFV+FPtU4VGHT9FMNZUpT8oydktw+kCr+rcCjmssMP+UfYfmMajPrRSz72gef60Zk9+OjB+MMiswq8qlGr9LM6D5325CSj6Sse+Z5p+KQKvdutd35+Ypeftkpzf26/fbcatTvKqJBWGNt1Rf+ce3XzVmOmCx6Y7f9DiiCQVztU+hglvmss5g4FXFWxXvde1+q152O8OL+lZhwz286EkB87wHjSX/mdd3AACBAgQIECAAAECBAgQIECAAIGRFBB4NZLboigCBAgQIECAAAECBAgQIECAAAECBAgQIECAAAECBAgQIECAAAECBAgQIECAAAECBAgQIECAAIEBgZuTbNZ6bPPevVNuoUSAAAECBAgQIECAAAECBAgQIECAAAEC3QQEXnVzMooAAQIECPQFbuqFTWzR/+aGG27IihUrJlJn7dq12Xrrrdu9/TBJha04CCxHgYckObUVZFQGX0qyd5LvLwHIvZNUeMwpSdpBXK/tfV8hS4M3FV2MEucr8OrrvfeaM5Os6YU53TqPhf9mkof3grEqpXCPJE9vzT1T4FXt/TlJ+gmAMwUulcGnkty3mXu6QKdHJjm3CeuqoRVWdkgTtjZTy/dJclKSg1qDKvjp75oAryt7z1Uw0jD7v9iBV/Uz5U97X1+dZY8HrSp4qsKgfj7Lee3AqLkGXnVZc5jwprmcMxh4VSF7Fyb5YJIKwPvZPL42hp1qMICtXrsvagK5pppzLv0PW5PzCBAgQIAAAQIECBAgQIAAAQIEllZA4NXS+ludAAECBAgQIECAAAECBAgQIECAAAECBAgQIECAAAECBAgQIECAAAECBAgQIECAAAECBAgQIECgm0Dd/+a3W0PrXir1mIMAAQIECBAgQIAAAQIECBAgQIAAAQIEOggIvOqAZAgBAgQIEGgJrE+ycf/7devWZZNNNplIoPXr12fTTTdt93Z7L2hlMpudyB3U1AII/Lde4F0FI1WIUf+okKIKwhomYGhDS6zf5Vf2PjRxeitg6cvNY9/b0MmHOH8wMKkCwT6d5P90mOs7SW7sBYh9N8l/bIDnPZM8qBdQ9Ygkv5fkYUkek+TRvaCgCq6a7pgp8OpevXqObkKW6vzpgpoGx30+yT7TfIjlib0Arc+29u2oJG/p4FRDHpfk/Bn6+VrjXvNfnWRdx3kXO/CqawjVYPhUV6v5DLya6voYJrxpLucMBl61t7GCpT6a5K+TVBDWUrz/VD2/keTEJAe3intKksumuebm0n/Hy9YwAgQIECBAgAABAgQIECBAgACBERMQeDViG6IcAgQIECBAgAABAgQIECBAgAABAgQIECBAgAABAgQIECBAgAABAgQIECBAgAABAgQIECBAgACBKQVuSLKi9czWSdayIkCAAAECBAgQIECAAAECBAgQIECAAIFuAgKvujkZRYAAAQIE+gK/SHLXz89f/OIXucc9xuHH6dw38M4778w971nZMXcddZPCuz0w91mdQWDsBZ7ZhA3dt+nkk0lWJfnxEnV2v17A07ubYKV+CS9Jcu4S1DMYmDRTiNR8l7dFL/jnZUn2myXYarp1Z6u1evtUK6BqqqCzLZOcneSpzSIVWHTcNGFEg1ZdQ5xq6vqh84Ikp3To9SdJvtAL/DovSQVw/fsM8AKvfoVT4Wjn9ELJdmoeWorAqwrXrGuprumnt669wS38+yRnJfnMLPs736+5/nyDwVx7N6+DqdYTeLVQu2BeAgQIECBAgAABAgQIECBAgMDoCAi8Gp29UAkBAgQIECBAgAABAgQIECBAgAABAgQIECBAgAABAgQIECBAgAABAgQIECBAgAABAgQIECBAgMD0Av8rycNaT2/Tu49TPeYgQIAAAQIECBAgQIAAAQIECBAgQIAAgQ4C45DQ4YZIHTbSEAIECBBYNAGBV4tGbSECIymweROE84ymumuSvDjJt5ew2n16H5z4cGv9uYQnzWfZSxF4VSF8eyR5e4fwp+r1a0k+neTKJAc1QUL1+GyBVw9I8oEmaKrG/02Slw8EnT0vyUUN6A+TPD/JVdMAb0jgVX/KhyZ5bRO49sAOG/mjJO9trCoIa/AQePUrkQc1oU3Pah5aisCr9v48OMmLmvCr359mr/vhZmcmuSzJug7XxHwMGQyxEng1H6rmIECAAAECBAgQIECAAAECBAiMr4DPd4zv3qmcAAECBAgQIECAAAECBAgQIECAAAECBAgQIECAAAECBAgQIECAAAECBAgQIECAAAECBAgQILCcBOqeUY9oNfzIJN9ZTgB6JUCAAAECBAgQIECAAAECBAgQIECAwIYICLzaED3nEiBAgMByFFifZON+4+vWrcsmm2wykQ7r16/Ppptu2u7t9iST2exE7qCmFkigXv+nJtm/Nf+TknxpgdbrMu1SBE1NVddi11F/y6xMcnqS+w4UVB8mqXCr+vpGkv/VC6ham+Q/m3FdAo0Gezw4ySnNgxUu9OzWvt+n9/54UhOiVUPOT/KKJLdNs4HzEXjVn7reqHdIsnuSCt16yCwXzfuSHDpFIJLAq1/BleE5SXZqHlrqwKt+Zffuhao9JkmFTK1KMl3QWYWbrWm+vpzkZ13eSIYcU++F9RrsHwKvhoR0GgECBAgQIECAAAECBAgQIEBgQgQEXk3IRmqDAAECBAgQIECAAAECBAgQIECAAAECBAgQIECAAAECBAgQIECAAAECBAgQIECAAAECBAgQIDDhAnVfoke1evz/mnsVTXjb2iNAgAABAgQIECBAgAABAgQIECBAgMD8CAi8mh9HsxAgQIDA8hG4KckW/XZvuOGGrFixYiK7X7t2bbbeeut2bz9MsuVENqspAt0FBF5Nb7XYgVePTHJuku1bJZ3ZCyV8W5LvJ/nFDNu6eRNo9IxmzFSBRoOnPzrJeb01t22eeEuSY5L8vBcsNFhLhV19YIb1H5vkb1s/T45KUvNt6HHPXvjQbyd5XBOA9dRpArBe2wtLOi1J++azwwZe/UaSE3vhXhUIVsc1SV7cCyOr0LH2MfjamW7coMGgbVerNyc5dpaapvMeXHNUAq/a9d4vyXOTHJDkyTNcOD9orsUKYas9GXxdVIhWBcb1//m9getipmuy/nvC0c1Xf9wzk3xumpMqqOujreeWOixwQ19vzidAgAABAgQIECBAgAABAgQIEPh1AYFXrgoCBAgQIECAAAECBAgQIECAAAECBAgQIECAAAECBAgQIECAAAECBAgQIECAAAECBAgQIECAAIFxEPjHgXsX/UFz75xxqF2NBAgQIECAAAECBAgQIECAAAECBAgQWHIBgVdLvgUKIECAAIExE/ifSR7Tr/nyyy/PjjvuOGYtdCv3iiuuyE477dQe/LUkf9jtbKMIjKzAQ5K8sBdcVOFF2yT5TJLj5xDwUsEw702yqunw60lelORbQ3Z8r96HHF6QpD7R9/O5AAAgAElEQVTsUF+bNgE2g2FBM03/x0k+2xpQIUz1NXhj0SFL7HzaYgdeVcDSKa3q3pfk0CTrOlTcJdBocJrBwKbPJ9knSYUBtoN8rmuusW/MUMfg+lX7IUnu6FD7XIZUiFH9kCqXCkfqHxV+VKFct7UeGzbwqmuQVddxg/2NQuDVCb1gswrQqnCz/jFMeNMw58y23/U3fb2v1XvSy6cJOOvPMRgw9cTmvaPe1+pYneRVvWvxJ7Mt2jw/+H74z0n27IWtXTvN+QvRf8dSDSNAgAABAgQIECBAgAABAgQIEFgkAYFXiwRtGQIECBAgQIAAAQIECBAgQIAAAQIECBAgQIAAAQIECBAgQIAAAQIECBAgQIAAAQIECBAgQIAAgQ0S+EqSx7Zm2KF3j556zEGAAAECBAgQIECAAAECBAgQIECAAAECHQQEXnVAMoQAAQIECLQELugFOeze//4jH/lIVq3q595MltPq1auzzz6V5XLXcWGSPSarS90sQ4HB8Jy/aUJiftzR4mFJ1iR5QjP+003QzC0dz59qWAXpHNt6ol5n9XrrctTv8xX8dHJr8N5Jzu5y8jyPWczAq8HwpAroeXaSL3XsaTAk7IzG8fZZzq/3//o5UEetWWFllyc5tRd8tX/z+GlNwNRPZ5hr8yTnJHlGM+b9SV7TO2/9DOdUOFqFV+2cpD4cUwa15g869Pw7TZjRLs3Yr/ZC2l6S5Lutcwf376gkb+kw95bN9fbUZuw1SV6cZDC0bZwCrwYtjkhSoVftY5jwpmHO6bAFdw0p4ycneWkTcNYPsuoPGAy8qqCsug776ZbT7d10NVRw4HlJtm0GTBWktqFmc+nfWAIECBAgQIAAAQIECBAgQIAAgaUXEHi19HugAgIECBAgQIAAAQIECBAgQIAAAQIECBAgQIAAAQIECBAgQIAAAQIECBAgQIAAAQIECBAgQIAAgdkFrkjyxNawurfPlbOfZgQBAgQIECBAgAABAgQIECBAgAABAgQIlIDAK9cBAQIECBCYm8BxSSr44pfH61//+rz97W+f2wxjMvoNb3hD3vGOd7SrPT7JkWNSvjIJTCdw/yQVLrRnM6AfWvSFDmT1u/NBSd7ZGluBQMck+XmH86cb8rwkF7We/FCSA5Os6zDnQ5N8NEkF9NRxXZIX9r6+0eHc+R6ylIFXX0/yol6I07c6NHWfJPVefkhrbNfAq8Fwpworq8Cg+uqHoO2W5BOz1FFBRO9twtJq6OeT7JXk5lnOq3CzU4a4dgfDpqYKvHpskr9NskUzfwU8VX+zXdtPT1LBcf1wpUkIvKrAro+19qLCwc4d2JthwquGOafDJT3lkAc3r4n9eiFtv9+MGAy8GrwualiNr/fIwRsTDy5y7+a9767fiZK8IskHZih4Mfsf1s15BAgQIECAAAECBAgQIECAAAECGyYg8GrD/JxNgAABAgQIECBAgAABAgQIECBAgAABAgQIECBAgAABAgQIECBAgAABAgQIECBAgAABAgQIECCwOAJ/37vvT92PpX/snKQecxAgQIAAAQIECBAgQIAAAQIECBAgQIBABwGBVx2QDCFAgAABAi2BClS5K/Ri5513zqWXXjqRQE95ylNy2WWXtXurAJC/nshmNbXcBF7eBLr0+66wqf2T/NssEE9J8uEkD2nG/aAJzvrKBgJWwNBHkjyjmadCuA5IsmaW0JlNk5yU5JWt9U9ugul+uoE1DXP6UgZeVb17JLlwlsLr75+VSU5vBTTVKZ9swqd+PMv59+rtydFNEFQNPb8594PNeRVctU/vevphhzpqnvqqo2tg1+OTfLwVSnVWkgrBmi0c7XeSrE6yS7Ne1V3hRLe16qzruoK7dmoe+1KSvZN8f4Ze7pfk3U3P/WGTEHh1eJIKeayj9vJPe18VEtY+hglvGuacYV6L7XPu2fvZ/ahmvyvE68qBCXfvBWJd0Hrsy0le1oTnTbf2VK+jLtfLUvS/oX7OJ0CAAAECBAgQIECAAAECBAgQmJuAwKu5eRlNgAABAgQIECBAgAABAgQIECBAgAABAgQIECBAgAABAgQIECBAgAABAgQIECBAgAABAgQIECCwNAJfbN2Ppyp4WpJLlqYUqxIgQIAAAQIECBAgQIAAAQIECBAgQGD8BARejd+eqZgAAQIEllZg614QRIXc3HWsW7cum2yyydJWNc+rr1+/PptuWlk6dzsqDOWGeV7KdASWQuDBSSoo6Hmtxev7I5PcPEVB9TtzfRihwqS2bz1/WPPYz+ahicEgmHqfeVWSTyX5xRTzPzBJhfK8vvVcl6CaeSh12ikWM/Cqiqigp1Na1VRoVZnd7T269Xy9qf1Fz/OogbCrGvKZJLUHt3YAaodO/XOSm3ofVKkwtDrekuSYXiDWzzvMUyGCFUDUP56Z5HOznDdVwFSt9/YZQq/um+SIJHW99o/XJjltIFCtfN7TC7h6aWvc+5IcOs3cmyc5Lsm+AzWPe+DVRs3ruh8kVyFme03x3jBMeNPgOfs14XuDNwHucPnM25AH9ALUzkjywtaMn03ymiTfmmKVCtCqcLm65vrhfxXSV720r+epChzGbN4aNREBAgQIECBAgAABAgQIECBAgMCiCAi8WhRmixAgQIAAAQIECBAgQIAAAQIECBAgQIAAAQIECBAgQIAAAQIECBAgQIAAAQIECBAgQIAAAQIECGygQN1j5Y9bc3S5/88GLul0AgQIECBAgAABAgQIECBAgAABAgQITI6AwKvJ2UudECBAgMDiCXwzybb95c4777zsueeei7f6Iqx0/vnn54UvbGdf5Lokj1qEpS1BYLEEKqDow63Allr3203wy6eT/HuSezcBVxUAtHKgsJmCgGrog5KcneRZrfOe1PuAw5emabDChk7qrdsP2ekPW5PkQ0kqRKiCtSqs60+S7J/kka25KuTpz5NcOgNgjT+3Fdo1XTDRsHuw2IFXj05yXvv9eIo9rHCebZLsnGTvJL/fNPejJsRpRfP9XAKvKiDoA709ecEA1A+TPD/JVR0Bt0tyfu86+d1m/OuSnNrh3HKua6sfNlSnXN37/oNJ/kdz7dZjda1UONfLkzy5NW8Fg70iyb9OsdZuPa/VA4FgZVOBSLXG7b3r8aG9Hndt5q0aKuzoosa3phz3wKstG9+nNj61JxUW9l8DXsOEN9V12H6Nll29Jr/bzF//XgFqi33U7zR1/TyhtXC9Rt6VpK6X7zfvh/V8BZw9d6DAruF/w5gttoX1CBAgQIAAAQIECBAgQIAAAQIENkxA4NWG+TmbAAECBAgQIECAAAECBAgQIECAAAECBAgQIECAAAECBAgQIECAAAECBAgQIECAAAECBAgQIEBgcQTqvip1H53+8Zze/XouXpylrUKAAAECBAgQIECAAAECBAgQIECAAIHxFxB4Nf57qAMCBAgQWHyBk5NUMMkvj5UrV+acc85Z/CoWcMW99tora9ZUzs5dxym9UJNDFnBJUxNYbIH6PbhCr04fCI7qUkeFXb05SQXCTHfMNfCq5rlvkuOSvLpLEa0xFdT12iQVTDR4M9H2VJMWeFV7WEFktYdl1/Wo4KbyqvCeem+r4+tJXpTkWx0nqcCxWrd9VHhVBUnd1nGOqvm9SVY14yto6lVNgNRMUwzbd8355abGf5pmgY2THN/4dGmjApve0oR8VdhWHeMeeFWBYp9qXVMVAvaJKTCGCW+qgLD6hWGnaXBnCsXrsh8bMmbHJH/VCsTrOtdfNmF9FYY22zGM2Wxzep4AAQIECBAgQIAAAQIECBAgQGC0BARejdZ+qIYAAQIECBAgQIAAAQIECBAgQIAAAQIECBAgQIAAAQIECBAgQIAAAQIECBAgQIAAAQIECBAgQGBqgYuSPK/11HT3meFHgAABAgQIECBAgAABAgQIECBAgAABAlMICLxyWRAgQIAAgbkL7Jzk0vZpN998czbbbLO5zzSCZ9xyyy3ZfPPNByurYKDLRrBcJRHYUIGHJjkmyT4dJqpgqWOTXJDkp7OMHybwqqa8Ty98aY8kR3UM4vpIL+Tq6CTf71D/pAVeVcv3TLJ7krd28KqAslOTVGBZ/Xt92KQ+dNI/5vKBk0cnOS/Jtq3zK+zqAx32oT3k5Une3zwwXVDUVFPW33G7JDkxyQ4d1qxgqo8119W/zjK+Qq8OSPKmJA+cYWy9HmrMhb2wtQpL+odZ+qh5y7/Cwuro2u/gdVuvjQrZmu2oULp6vc5lrRp7cCsI7fIkeyX5wRSLDRPeNFtY2d5Jzp6tsQV8fkXzWuryfljBcUck+WLvuvpFx5qGMes4tWEECBAgQIAAAQIECBAgQIAAAQIjIiDwakQ2QhkECBAgQIAAAQIECBAgQIAAAQIECBAgQIAAAQIECBAgQIAAAQIECBAgQIAAAQIECBAgQIAAAQIzCpzf3OupP2jP5t5S2AgQIECAAAECBAgQIECAAAECBAgQIECgg4DAqw5IhhAgQIAAgSkEvtkOOjn++ONz+OGHTwTUCSeckCOOqAyLu47rkjxqIprTBIGpBep34ockeX6SpyfZqRX0c2WSq5L8TZIvJ7m9I+KwgVf96Ssc6MlJKoSpwoQe0zxRwTsVFPTpJH+X5MZe4NXgDUSnK3ESA6/6vZb3sxqvJzT7Wc99rfG6uOf4mST/u4XzsF5I1pokNb6ODyU5MMm6DntcwWQn9YKzDmrG1vvkC3tf3+hwbnvIYA1zDTy6d1P/c3rXxBN71+n2rWu3Aqmq/8/3QrE+meTf5nCtVI0Pbl4Tf9p6TdT1V6+Dej2Uad/zjyYk8Or+TQBZffiojgrWqkC8n0+xr8OGN9X7zXbNtVav8Xpd9o+uYV5zvMzmNLz9flihanVN1ftjHcO+H/YLGNZsTg0YTIAAAQIECBAgQIAAAQIECBAgsKQCAq+WlN/iBAgQIECAAAECBAgQIECAAAECBAgQIECAAAECBAgQIECAAAECBAgQIECAAAECBAgQIECAAAECHQU+luTFrbEv6d1X7tyO5xpGgAABAgQIECBAgAABAgQIECBAgACBZS8g8GrZXwIACBAgQGBIgTc0YSe/PH3LLbfMjTfemHvcYxx+tE7f8Z133pmtttoqN910U3vQoUnePqST0wgQIDCJAoOBV6clqffKn86x2Xv1QqiO7gUqvbk574wkB88hWG2Oyxk+i8Djk3w8yRZJftgEflXg3VSH8Ka5X07M5m7mDAIECBAgQIAAAQIECBAgQIDAuAkIvBq3HVMvAQIECBAgQIAAAQIECBAgQIAAAQIECBAgQIAAAQIECBAgQIAAAQIECBAgQIAAAQIECBAgQGB5CqxOsner9VVJPro8KXRNgAABAgQIECBAgAABAgQIECBAgACBuQuMQyqHGyLNfV+dQYAAAQILL3D/Jgxj4/5Sxx9/fA4//PCFX3kBVzjhhBNyxBFHtFe4vQn+uG0BlzU1AQIExk3g0UnOS7JtU/huST4xZBPtkKXrkryw9/WNIedy2vAC9bdxhY2d3EwxW/iY8Ka5WzObu5kzCBAgQIAAAQIECBAgQIAAAQLjJuDzHeO2Y+olQIAAAQIECBAgQIAAAQIECBAgQIAAAQIECBAgQIAAAQIECBAgQIAAAQIECBAgQIAAAQIECCxPgQ8meWmr9Zcl+dDypNA1AQIECBAgQIAAAQIECBAgQIAAAQIE5i4g8GruZs4gQIAAAQJ9geOS3JUOtdFGG+U73/lOVqxYMZZCa9euzSMe8Yjccccd7fqPT3LkWDakaAIECCycwMuTvL+Z/vNJ9mlCEIdZ8T5JTkpyUHPyIUlOTTJ4Y9hh5nZOd4EtknwkyTOS/CTJC5J8YYbThTd1t+2PZDZ3M2cQIECAAAECBAgQIECAAAECBMZNQODVuO2YegkQIECAAAECBAgQIECAAAECBAgQIECAAAECBAgQIECAAAECBAgQIECAAAECBAgQIECAAAECy1PgrCSvaLW+X5J6zEGAAAECBAgQIECAAAECBAgQIECAAAECHQQEXnVAMoQAAQIECEwjcP8k30vygP7zK1euzDnnnDOWYHvttVfWrFnTrv3HSR6W5LaxbEjRBAgQWBiBBzcfTHleM/18BFQ9Lsn5SR6S5JIkq5L8y8KUb9ZpBNohZmf0fvYdnOT2GbSEN839UmI2dzNnECBAgAABAgQIECBAgAABAgTGTUDg1bjtmHoJECBAgAABAgQIECBAgAABAgQIECBAgAABAgQIECBAgAABAgQIECBAgAABAgQIECBAgAABAstT4H1J/qLV+iuT/NXypNA1AQIECBAgQIAAAQIECBAgQIAAAQIE5i4g8GruZs4gQIAAAQJtgVcnOa39wOmnn579999/rJTOOOOMHHDAAYM1H5Tk3WPViGIJECCwsAL3TXJEksOaZa5J8uIk397AZe+d5Jhm7prqFUk+sIFzOr27QAVXlvcLkvwgyZ5JvjLL6cKbuvv2RzKbu5kzCBAgQIAAAQIECBAgQIAAAQLjJiDwatx2TL0ECBAgQIAAAQIECBAgQIAAAQIECBAgQIAAAQIECBAgQIAAAQIECBAgQIAAAQIECBAgQIAAgeUpUPeOq3vI9Y/XDN5Pbnmy6JoAAQIECBAgQIAAAQIECBAgQIAAAQLdBARedXMyigABAgQIzCTwhSRPaw+4/PLLs+OOO46F2hVXXJGddtppsNYvJnn6WDSgSAIECCycwMFJtuh9MOXWXgDgg5I8L8kjW8tV+NVJSX4+DyX8bpLVSZ6Q5JIkq5L8yzzMa4rZBdpBTG9OcmKSn81y2mB407OTXN065xdJbktS/1yOR4W4VUDcPVvN757kzNb3T0rypeWIo2cCBAgQIECAAAECBAgQIECAwAQLCLya4M3VGgECBAgQIECAAAECBAgQIECAAAECBAgQIECAAAECBAgQIECAAAECBAgQIECAAAECBAgQIEBgggROTvK6Vj+HJDllgvrTCgECBAgQIECAAAECBAgQIECAAAECBBZUQODVgvKanAABAgSWicB2Sf4xyV0/V7fZZptccsklWbFixUgTrF27Nrvsskuuv/76dp11M8I/SHLtSBevOAIECCy8wGCoUXvFi5Lsn+Tf5qmM+hmyMsnpTVDQa5OclmTwBrHztJxpGoEHJzmrCTObS9DYTNdGTf2ZJDWmwtKW41HBcOcm2X6G5gVeLccrQ88ECBAgQIAAAQIECBAgQIDApAsIvJr0HdYfAQIECBAgQIAAAQIECBAgQIAAAQIECBAgQIAAAQIECBAgQIAAAQIECBAgQIAAAQIECBAgQGAyBN6W5NBWK4clqcccBAgQIECAAAECBAgQIECAAAECBAgQINBBQOBVByRDCBAgQIBAB4F9k5zZHrfDDjvk4osvzmabbdbh9MUfcsstt2TXXXfN1VdfPbj4fk34x+IXZUUCBAiMlsAfJ/nsFCV9KcnLewFV357ncjdNclKSVya5JsmLF2CNeS55rKerv4cPSvLOXnjZD5PsneSLHTsSeDUzlMCrjheSYQQIECBAgAABAgQIECBAgACBCRMQeDVhG6odAgQIECBAgAABAgQIECBAgAABAgQIECBAgAABAgQIECBAgAABAgQIECBAgAABAgQIECBAgMCECrw1yZGt3t6U5LgJ7VVbBAgQIECAAAECBAgQIECAAAECBAgQmHcBgVfzTmpCAgQIEFjGAicneV27/wq9uuCCC7JixYqRYlm7dm322GOPqcKuTklyyEgVqxgCBAgsnUCF9hyb5AlJHpLk0iTnJ1md5LYFKuuhST6a5I+S1M+V+lDMTxdoreU+7bZJ1iTZPslhjffPOqIIvJoZqkvgVUdqwwgQIECAwK8JjMN/07ZtBAgQIECAAAECBJargMCr5brz+iZAgAABAgQIECBAgAABAgQIECBAgAABAgQIECBAgAABAgQIECBAgAABAgQIECBAgAABAgQIjJfAXyY5ulXyMb1/r8ccBAgQIECAAAECBAgQIECAAAECBAgQINBBYBxuDuqGSB020hACBAgQGBmBs5Ps1a5mm222yerVq7PjjjuORJFXXHFFVq1aleuvv36wnnOSVICHgwABAgQIECCwEAKDf98vxBrmJECAAIHJFxiH/6Y9+bugQwIECBAgQIAAAQJTC/h8hyuDAAECBAgQIECAAAECBAgQIECAAAECBAgQIECAAAECBAgQIECAAAECBAgQIECAAAECBAgQIEBgHASOTPLWVqHHJXnTOBSuRgIECBAgQIAAAQIECBAgQIAAAQIECIyCwDjcHNQNkUbhSlEDAQIECMxF4IIkuw+ecPrpp2f//fefyzzzPvaMM87IAQccMNW8FybZY94XNCEBAgQIECBA4FcCAq9cDQQIECAwHwLj8N+056NPcxAgQIAAAQIECBAYRwGf7xjHXVMzAQIECBAgQIAAAQIECBAgQIAAAQIECBAgQIAAAQIECBAgQIAAAQIECBAgQIAAAQIECBAgQGD5CbwxyYmttk9KUo85CBAgQIAAAQIECBAgQIAAAQIECBAgQKCDwDjcHNQNkTpspCEECBAgMHICZyfZa7CqlStX5m1ve1tWrFixqAWvXbs2b3zjG7NmzZqp1j0nyZ8takEWI0CAAAECBJajgMCr5bjreiZAgMD8C4zDf9Oe/67NSIAAAQIECBAgQGA8BHy+Yzz2SZUECBAgQIAAAQIECBAgQIAAAQIECBAgQIAAAQIECBAgQIAAAQIECBAgQIAAAQIECBAgQIAAgeUu8LokJ7cQTklyyHJH0T8BAgQIECBAgAABAgQIECBAgAABAgS6CozDzUHdEKnrbhpHgAABAqMmUP8js/6H5t2OjTbaKEcddVQOO+yw3OMeC/uj+M4778yJJ56YY489NnfcccdUPv4H66hdNeohQIAAAQKTK3C3v+/r9xQHAQIECBCYTWCKv5sX9g/p2QryPAECBAgQIECAAAECMwn4fIfrgwABAgQIECBAgAABAgQIECBAgAABAgQIECBAgAABAgQIECBAgAABAgQIECBAgAABAgQIECBAYBwEDkryrlahpyV5zTgUrkYCBAgQIECAAAECBAgQIECAAAECBAiMgsA43BzUDZFG4UpRAwECBAgMK7BvkjOS/NrP3C233DIHHnhg9t1332y22WbDzj/lebfcckvOOuusvOc978lNN9001Zj6+bp/krPmdWGTESBAgAABAgSmFxB45eogQIAAgTkLCLyaM5kTCBAgQIAAAQIECCylgM93LKW+tQkQIECAAAECBAgQIECAAAECBAgQIECAAAECBAgQIECAAAECBAgQIECAAAECBAgQIECAAAECBLoK/EWS97UG/1WSV3Y92TgCBAgQIECAAAECBAgQIECAAAECBAgsdwGBV8v9CtA/AQIECCyGwHZJTk3ytOkWW7lyZXbffffsuuuu2WSTTYaqaf369bn44otz4YUXZs2aNTPN8cUkBye5dqiFnESAAAECBAgQGE5A4NVwbs4iQIDAshYQeLWst1/zBAgQIECAAAEC4ycg8Gr89kzFBAgQIECAAAECBAgQIECAAAECBAgQIECAAAECBAgQIECAAAECBAgQIECAAAECBAgQIECAAIHlKLBvkjNbjZ+VZL/lCKFnAgQIECBAgAABAgQIECBAgAABAgQIDCMg8GoYNecQIECAAIHhBF6d5JgkD5jp9J133jmPf/zjs9122+XhD394ttpqqzzoQQ/Kxhtv/MvTbr/99tx666258cYb893vfjfXXnttrrrqqlx22WWzVfXjJEcnefdsAz1PgAABAgQIEFgAAYFXC4BqSgIECEy6gMCrSd9h/REgQIAAAQIECEyYgMCrCdtQ7RAgQIAAAQIECBAgQIAAAQIECBAgQIAAAQIECBAgQIAAAQIECBAgQIAAAQIECBAgQIAAAQIEJlTgpUk+2OrtQ0leNqG9aosAAQIECBAgQIAAAQIECBAgQIAAAQLzLiDwat5JTUiAAAECBGYUuH+SQ5McnOT/Jlgt/HF7klOTnNRb97aFX84KBAgQIECAAIEpBQReuTAIECBAYM4CAq/mTOYEAgQIECBAgAABAkspIPBqKfWtTYAAAQIECBAgQIAAAQIECBAgQIAAAQIECBAgQIAAAQIECBAgQIAAAQIECBAgQIAAAQIECBAg0FVg7ySrW4M/mmRV15ONI0CAAAECBAgQIECAAAECBAgQIECAwHIXEHi13K8A/RMgQIDAUglU8NV+SV6WZNsFKuK6JB9McqagqwUSNi0BAgQIECAwFwGBV3PRMpYAAQIEfikg8MqFQIAAAQIECBAgQGCsBARejdV2KZYAAQIECBAgQIAAAQIECBAgQIAAAQIECBAgQIAAAQIECBAgQIAAAQIECBAgQIAAAQIECBAgsGwFXpzkY63uz03ykmWroXECBAgQIECAAAECBAgQIECAAAECBAjMUUDg1RzBDCdAgAABAgsgsHOS3ZI8ex7Cryrk6lNJLkpy2QLUakoCBAgQIECAwLACAq+GlXMeAQIElrGAwKtlvPlaJ0CAAAECBAgQGEcBgVfjuGtqJkCAAAECBAgQIECAAAECBAgQIECAAAECBAgQIECAAAECBAgQIECAAAECBAgQIECAAAECBAgsP4E9kpzfavuCJHsuPwYdEyBAgAABAgQIECBAgAABAgQIECBAYDgBgVfDuTmLAAECBAgslMDWSZ6YZPskv5fkYUm2SPLbrQXrZoG3JLkxyfeSfCvJNUmuTHLDQhVmXgIECBAgQIDABgoIvNpAQKcTIEBgOQoIvFqOu65nAgQIECBAgACBMRYQeDXGm6d0AgQIECBAgAABAgQIECBAgAABAgQIECBAgAABAgQIECBAgAABAgQIECBAgAABAgQIECBAgMAyEnhekota/X4iyW7LqH+tEiBAgAABAgQIECBAgAABAgQIECBAYIMEBF5tEF3KNNAAACAASURBVJ+TCRAgQIDAoghsnmRtkvs0q61P8tQkVy/K6hYhQIAAAQIECMyPgMCr+XE0CwECBJaVgMCrZbXdmiVAgAABAgQIEBh/AYFX47+HOiBAgAABAgQIECBAgAABAgQIECBAgAABAgQIECBAgAABAgQIECBAgAABAgQIECBAgAABAgQILAeBXZN8stXoxb37uj1nOTSuRwIECBAgQIAAAQIECBAgQIAAAQIECMyHgMCr+VA0BwECBAgQWFgBgVcL62t2AgQIECBAYHEEBF4tjrNVCBAgMFECAq8majs1Q4AAAQIECBAgMPkCAq8mf491SIAAAQIECBAgQIAAAQIECBAgQIAAAQIECBAgQIAAAQIECBAgQIAAAQIECBAgQIAAAQIECBCYBIFnJvlMq5HPJanHHAQIECBAgAABAgQIECBAgAABAgQIECDQQUDgVQckQwgQIECAwBILCLxa4g2wPAECBAgQIDAvAgKv5oXRJAQIEFheAgKvltd+65YAAQIECBAgQGDsBQRejf0WaoAAAQIECBAgQIAAAQIECBAgQIAAAQIECBAgQIAAAQIECBAgQIAAAQIECBAgQIAAAQIECBAgsCwEdknyxVanlyR52rLoXJMECBAgQIAAAQIECBAgQIAAAQIECBCYBwGBV/OAaAoCBAgQILDAAgKvFhjY9AQIECBAgMCiCAi8WhRmixAgQGCyBAReTdZ+6oYAAQIECBAgQGDiBQReTfwWa5AAAQIECBAgQIAAAQIECBAgQIAAAQIECBAgQIAAAQIECBAgQIAAAQIECBAgQIAAAQIECBAgMBECT+4FXF3W6uQfktRjDgIECBAgQIAAAQIECBAgQIAAAQIECBDoICDwqgOSIQQIECBAYIkFBF4t8QZYngABAgQIEJgXAYFX88JoEgIECCwvAYFXy2u/dUuAAAECBAgQIDD2AgKvxn4LNUCAAAECBAgQIECAAAECBAgQIECAAAECBAgQIECAAAECBAgQIECAAAECBAgQIECAAAECBAgQWBYCT0xyRavTK5PsuCw61yQBAgQIECBAgAABAgQIECBAgAABAgTmQUDg1TwgmoIAAQIECCywgMCrBQY2PQECBAgQILAoAgKvFoXZIgQIEJgsAYFXk7WfuiFAgAABAgQIEJh4AYFXE7/FGiRAgAABAgQIECBAgAABAgQIECBAgAABAgQIECBAgAABAgQIECBAgAABAgQIECBAgAABAgQITITA45Jc3erkq0nqMQcBAgQIECBAgAABAgQIECBAgAABAgQIdBAQeNUByRACBAgQILDEAgKvlngDLE+AAAECBAjMi4DAq3lhNAkBAgSWl4DAq+W137olQIAAAQIECBAYewGBV2O/hRogQIAAAQIECBAgQIAAAQIECBAgQIAAgf+fvXuBtqss74X/HMBAGkNNADXUNoUCAVGCRokfQcATRATDnUJIgCCKiFwaGfAJGDjc07QQ1KACYUggEFAgIJcKByrXYESIwXIiaovRQirwgYKxhgL5fGfJPisra+912es21/zNMTKAvd/5vu/ze+bc0bn2mH8CBAgQIECAAAECBAgQIECAAAECBAgQIECAAAECBAgUQmBsRPy4pNKlEbFjISpXJAECBAgQIECAAAECBAgQIECAAAECBJogIPCqCYimIECAAAECLRYQeNViYNMTIECAAAECbREQeNUWZosQIECgtwQEXvVWP1VDgAABAgQIECDQ8wICr3q+xQokQIAAAQIECBAgQIAAAQIECBAgQIAAAQIECBAgQIAAAQIECBAgQIAAAQIECBAgQIAAAQIECPSEwPYR8S8llfyfiEhfcxAgQIAAAQIECBAgQIAAAQIECBAgQIBADQICr2pAMoQAAQIECHRYQOBVhxtgeQIECBAgQKApAgKvmsJoEgIECBRLQOBVsfqtWgIECBAgQIAAgdwLCLzKfQsVQIAAAQIECBAgQIAAAQIECBAgQIAAAQIECBAgQIAAAQIECBAgQIAAAQIECBAgQIAAAQIECBAohMA2EfF0SaU/i4gxhahckQQIECBAgAABAgQIECBAgAABAgQIEGiCgMCrJiCaggABAgQItFhA4FWLgU1PgAABAgQItEVA4FVbmC1CgACB3hIQeNVb/VQNAQIECBAgQIBAzwsIvOr5FiuQAAECBAgQIECAAAECBAgQIECAAAECBAgQIECAAAECBAgQIECAAAECBAgQIECAAAECBAgQINATAltGxL+WVPJMRKSvOQgQIECAAAECBAgQIECAAAECBAgQIECgBgGBVzUgGUKAAAECBDosIPCqww2wPAECBAgQINAUAYFXTWE0CQECBIolIPCqWP1WLQECBAgQIECAQO4FBF7lvoUKIECAAAECBAgQIECAAAECBAgQIECAAAECBAgQIECAAAECBAgQIECAAAECBAgQIECAAAECBAgUQuAvI+JXJZX+OiL+qhCVK5IAAQIECBAgQIAAAQIECBAgQIAAAQJNEBB41QREUxAgQIAAgRYLCLxqMbDpCRAgQIAAgbYICLxqC7NFCBAg0FsCAq96q5+qIUCAAAECBAgQ6HkBgVc932IFEiBAgAABAgQIECBAgAABAgQIECBAgAABAgQIECBAgAABAgQIECBAgAABAgQIECBAgAABAgR6QmBURDxXUsmKiNi8JypTBAECBAgQIECAAAECBAgQIECAAAECBNogIPCqDciWIECAAAECgxQQeDVIQKcTIECAAAECXSEg8Kor2mATBAgQyJeAwKt89ctuCRAgQIAAAQIECi8g8KrwlwAAAgQIECBAgAABAgQIECBAgAABAgQIECBAgAABAgQIECBAgAABAgQIECBAgAABAgQIECBAgEAuBDaNiBdKdvpiRKT3vTkIECBAgAABAgQIECBAgAABAgQIECBAoAYBgVc1IBlCgAABAgQ6LCDwqsMNsDwBAgQIECDQFAGBV01hNAkBAgSKJSDwqlj9Vi0BAgQIECBAgEDuBQRe5b6FCiBAgAABAgQIECBAgAABAgQIECBAgAABAgQIECBAgAABAgQIECBAgAABAgQIECBAgAABAgQIFELgHRHxckmlv42IEYWoXJEECBAgQIAAAQIECBAgQIAAAQIECBBogoDAqyYgmoIAAQIECLRYYJOIeDYiNnxrnT9ExK4R8XiL1zU9AQIECBAgQKCZAgKvmqlpLgIECBREQOBVQRqtTAIECBAgQIAAgV4REHjVK51UBwECBAgQIECAAAECBAgQIECAAAECBAgQIECAAAECBAgQIECAAAECBAgQIECAAAECBAgQIECgtwWGRcTvS0pcGRFv7+2SVUeAAAECBAgQIECAAAECBAgQIECAAIHmCQi8ap6lmQgQIECAQCsF/lgSePVKRIyJiP9o5YLmJkCAAAECBAg0WUDgVZNBTUeAAIEiCAi8KkKX1UiAAAECBAgQINBDAgKveqiZSiFAgAABAgQIECBAgAABAgQIECBAgAABAgQIECBAgAABAgQIECBAgAABAgQIECBAgAABAgQI9LDAhhGR3u225lgVERv1cL1KI0CAAAECBAgQIECAAAECBAgQIECAQFMFBF41ldNkBAgQINBmgaF/Cn5aEBETIuI/27x2u5Z7W0SMKAm7Kv1g9OWI+K92baTN6/x5RNwTESdExG/avLblCBAgQIAAgdYICLxqjatZCRAg0NMCAq96ur2KI0CAAAECBAgQ6D0BgVe911MVESBAgAABAgQIECBAgAABAgQIECBAgAABAgQIECBAgAABAgQIECBAgAABAgQIECBAgAABAgR6UWC9iHijpLA3I2L9XixUTQQIECBAgAABAgQIECBAgAABAgQIEGiFgMCrVqiakwABAgTaJbBlRCyJiI3btaB12iqQAr0+HhGPt3VVixEgQIAAAQKtEhB41SpZ8xIgQKCHBQRe9XBzlUaAAAECBAgQINCLAgKverGraiJAgAABAgQIECBAgAABAgQIECBAgAABAgQIECBAgAABAgQIECBAgAABAgQIECBAgAABAgQI9KZACrxKwVdrjhR4lYKvHAQIECBAgAABAgQIECBAgAABAgQIECBQRUDglUuEAAECBPIskAKvHo2Id+a5CHvvV+A/IuJTAq9cIQQIECBAoGcEBF71TCsVQoAAgfYJCLxqn7WVCBAgQIAAAQIECDRBQOBVExBNQYAAAQIECBAgQIAAAQIECBAgQIAAAQIECBAgQIAAAQIECBAgQIAAAQIECBAgQIAAAQIECBAg0BaBP0bEhiUrbRQRq9qyskUIECBAgAABAgQIECBAgAABAgQIECCQcwGBVzlvoO0TIECg4AJvj4jLI2LCn/45KiLy8PdaIy3boJ/a/quRyXJyzqsR8d2IOCsifp2TPdsmAQIECBAgMLCAwCtXCAECBAjULSDwqm4yJxAgQIAAAQIECBDopIDAq07qW5sAAQIECBAgQIAAAQIECBAgQIAAAQIECBAgQIAAAQIECBAgQIAAAQIECBAgQIAAAQIECBAgQKAegd9HxLCSE9J77VbWM4GxBAgQIECAAAECBAgQIECAAAECBAgQKKpAHoJBvBCpqFenugkQIFCbwFYR8a6ISKFQvXikUKs/j4jbIuJtbxX4ZkQcFxFLyj4o7aX6U93PRcQve6kotRAgQIAAgYILCLwq+AWgfAIECDQiIPCqETXnECBAgAABAgQIEOiYgN/v6Bi9hQkQIECAAAECBAgQIECAAAECBAgQIECAAAECBAgQIECAAAECBAgQIECAAAECBAgQIECAAAECBOoU+O1b73hbc9qIiEhfcxAgQIAAAQIECBAgQIAAAQIECBAgQIBAFQGBVy4RAgQIECDQ/QJDIuLliPizt7b6h4h4X0Q80/1bt0MCBAgQIECAQJ+AwCsXAwECBAjULSDwqm4yJxAgQIAAAQIECBDopIDAq07qW5sAAQIECBAgQIAAAQIECBAgQIAAAQIECBAgQIAAAQIECBAgQIAAAQIECBAgQIAAAQIECBAgQKAegRciYtOSEzaLiBfrmcBYAgQIECBAgAABAgQIECBAgAABAgQIFFVA4FVRO69uAgQIEMiTQPoA9NcRseFbm06BV7tHxGN5KsJeCRAgQIAAgcILCLwq/CUAgAABAvULCLyq38wZBAgQIECAAAECBDooIPCqg/iWJkCAAAECBAgQIECAAAECBAgQIECAAAECBAgQIECAAAECBAgQIECAAAECBAgQIECAAAECBAgQqEtgRUS8u+SMzSMifc1BgAABAgQIECBAgAABAgQIECBAgAABAlUEBF65RAgQIECAQPcLCLzq/h7ZIQECBAgQIFBdQOBVdSMjCBAgQKBMQOCVS4IAAQIECBAgQIBArgQEXuWqXTZLgAABAgQIECBAgAABAgQIECBAgAABAgQIECBAgAABAgQIECBAgAABAgQIECBAgAABAgQIECi0wK8i4i9LBP4qIn5daBHFEyBAgAABAgQIECBAgAABAgQIECBAoEYBgVc1QhlGgAABAgQ6KCDwqoP4liZAgAABAgSaJiDwqmmUJiJAgEBxBAReFafXKiVAgAABAgQIEOgJAYFXPdFGRRAgQIAAAQIECBAgQIAAAQIECBAgQIAAAQIECBAgQIAAAQIECBAgQIAAAQIECBAgQIAAAQIECiHwbxGxRUmlfxMR6WsOAgQIECBAgAABAgQIECBAgAABAgQIEKgiIPDKJUKAAAECBLpfQOBV9/fIDgkQIECAAIHqAgKvqhsZQYAAAQJlAgKvXBIECBAgQIAAAQIEciUg8CpX7bJZAgQIECBAgAABAgQIECBAgAABAgQIECBAgAABAgQIECBAgAABAgQIECBAgAABAgQIECBAgEChBZ6OiG1KBMZExM8KLaJ4AgQIECBAgAABAgQIECBAgAABAgQI1Cgg8KpGKMMIECBAgEAHBQRedRDf0gQIECBAgEDTBAReNY3SRAQIECiOgMCr4vRapQQIECBAgAABAj0hIPCqJ9qoCAIECBAgQIAAAQIECBAgQIAAAQIECBAgQIAAAQIECBAgQIAAAQIECBAgQIAAAQIECBAgQIBAIQSeioj3llT6vohIX3MQIECAAAECBAgQIECAAAECBAgQIECAQBUBgVcuEQIECBAg0P0CAq+6v0d2SIAAAQIECFQXEHhV3cgIAgQIECgTEHjlkiBAgAABAgQIECCQKwGBV7lql80SIECAAAECBAgQIECAAAECBAgQIECAAAECBAgQIECAAAECBAgQIECAAAECBAgQIECAAAECBAot8OOIGFsisGNELC20iOIJECBAgAABAgQIECBAgAABAgQIECBQo4DAqxqhDCNAgAABAh0UEHjVQXxLEyBAgAABAk0TEHjVNEoTESBAoDgCAq+K02uVEiBAgAABAgQI9ISAwKueaKMiCBAgQIAAAQIECBAgQIAAAQIECBAgQIAAAQIECBAgQIAAAQIECBAgQIAAAQIECBAgQIAAAQKFEPhRRIwrqfTDEZG+5iBAgAABAgQIECBAgAABAgQIECBAgACBKgICr1wiBAgQIECg+wUEXnV/j+yQAAECBAgQqC4g8Kq6kREECBAgUCYg8MolQYAAAQIECBAgQCBXAgKvctUumyVAgAABAgQIECBAgAABAgQIECBAgAABAgQIECBAgAABAgQIECBAgAABAgQIECBAgAABAgQIFFrg0Yj4SInA/xMRPyi0iOIJECBAgAABAgQIECBAgAABAgQIECBQo4DAqxqhDCNAgAABAh0UEHjVQXxLEyBAgAABAk0TEHjVNEoTESBAoDgCAq+K02uVEiBAgAABAgQI9ISAwKueaKMiCBAgQIAAAQIECBAgQIAAAQIECBAgQIAAAQIECBAgQIAAAQIECBAgQIAAAQIECBAgQIAAAQKFEHgoInYpqXTXiEhfcxAgQIAAAQIECBAgQIAAAQIECBAgQIBAFQGBVy4RAgQIECDQ/QICr7q/R3ZIgAABAgQIVBcQeFXdyAgCBAgQKBMQeOWSIECAAAECBAgQIJArAYFXuWqXzRIgQIAAAQIECBAgQIAAAQIECBAgQIAAAQIECBAgQIAAAQIECBAgQIAAAQIECBAgQIAAAQIECi3wzxHxsRKB/xkR3y+0iOIJECBAgAABAgQIECBAgAABAgQIECBQo4DAqxqhDCNAgAABAh0UEHjVQXxLEyBAgAABAk0TEHjVNEoTESBAoDgCAq+K02uVEiBAgAABAgQI9ISAwKueaKMiCBAgQIAAAQIECBAgQIAAAQIECBAgQIAAAQIECBAgQIAAAQIECBAgQIAAAQIECBAgQIAAAQKFELgnIj5eUumeEfG/C1G5IgkQIECAAAECBAgQIECAAAECBAgQIDBIAYFXgwR0OgECBAgQaIOAwKs2IFuCAAECBAgQaLmAwKuWE1uAAAECvScg8Kr3eqoiAgQIECBAgACBnhYQeNXT7VUcAQIECBAgQIAAAQIECBAgQIAAAQIECBAgQIAAAQIECBAgQIAAAQIECBAgQIAAAQIECBAgQKCnBO6MiL1LKtonIu7qqQoVQ4AAAQIECBAgQIAAAQIECBAgQIAAgRYJCLxqEaxpCRAgQIBAEwUEXjUR01QECBAgQIBAxwQEXnWM3sIECBDIr4DAq/z2zs4JECBAgAABAgQKKSDwqpBtVzQBAgQIECBAgAABAgQIECBAgAABAgQIECBAgAABAgQIECBAgAABAgQIECBAgAABAgQIECBAIJcCt0XEviU73y8ivpvLSmyaAAECBAgQIECAAAECBAgQIECAAAECbRYQeNVmcMsRIECAAIEGBAReNYDmFAIECBAgQKDrBARedV1LbIgAAQLdLyDwqvt7ZIcECBAgQIAAAQIESgQEXrkcCBAgQIAAAQIECBAgQIAAAQIECBAgQIAAAQIECBAgQIAAAQIECBAgQIAAAQIECBAgQIAAAQIE8iJwU0QcVLLZgyPi5rxs3j4JECBAgAABAgQIECBAgAABAgQIECDQSQGBV53UtzYBAgQIEKhNQOBVbU5GESBAgAABAt0tIPCqu/tjdwQIEOhKAYFXXdkWmyJAgAABAgQIECDQn4DAK9cGAQIECBAgQIAAAQIECBAgQIAAAQIECBAgQIAAAQIECBAgQIAAAQIECBAgQIAAAQIECBAgQIBAXgRuiIhDSzZ7WETcmJfN2ycBAgQIECBAgAABAgQIECBAgAABAgQ6KSDwqpP61iZAgAABArUJCLyqzckoAgQIECBAoLsFBF51d3/sjgABAl0pIPCqK9tiUwQIECBAgAABAgT6ExB45dogQIAAAQIECBAgQIAAAQIECBAgQIAAAQIECBAgQIAAAQIECBAgQIAAAQIECBAgQIAAAQIECBDIi8C1ETG1ZLNHRMT8vGzePgkQIECAAAECBAgQIECAAAECBAgQINBJAYFXndS3NgECBAgQqE1A4FVtTkYRIECAAAEC3S0g8Kq7+2N3BAgQ6EoBgVdd2RabIkCAAAECBAgQINCfgMAr1wYBAgQIECBAgAABAgQIECBAgAABAgQIECBAgAABAgQIECBAgAABAgQIECBAgAABAgQIECBAgEBeBL4VEdNKNnt0RFydl83bJwECBAgQIECAAAECBAgQIECAAAECBDopIPCqk/rWJkCAAAECtQkIvKrNySgCBAgQIECguwUEXnV3f+yOAAECXSkg8Kor22JTBAgQIECAAAECBPoTEHjl2iBAgAABAgQIECBAgAABAgQIECBAgAABAgQIECBAgAABAgQIECBAgAABAgQIECBAgAABAgQIEMiLwJUR8ZmSzR4bEelrDgIECBAgQIAAAQIECBAgQIAAAQIECBCoIiDwyiVCgAABAgS6X0DgVff3yA4JECBAgACB6gICr6obGUGAAAECZQICr1wSBAgQIECAAAECBHIlIPAqV+2yWQIECBAgQIAAAQIECBAgQIAAAQIECBAgQIAAAQIECBAgQIAAAQIECBAgQIAAAQIECBAgQIBAoQW+HhGfLxE4PiK+UWgRxRMgQIAAAQIECBAgQIAAAQIECBAgQKBGAYFXNUIZRoAAAQIEOigg8KqD+JYmQIAAAQIEmiYg8KpplCYiQIBAcQQEXhWn1yolQIAAAQIECBDoCQGBVz3RRkUQIECAAAECBAgQIECAAAECBAgQIECAAAECBAgQIECAAAECBAgQIECAAAECBAgQIECAAAECBAoh8NWIOLGk0pMjIn3NQYAAAQIECBAgQIAAAQIECBAgQIAAAQJVBAReuUQIECBAgED3Cwi86v4e2SEBAgQIECBQXUDgVXUjIwgQIECgTEDglUuCAAECBAgQIECAQK4EBF7lql02S4AAAQIECBAgQIAAAQIECBAgQIAAAQIECBAgQIAAAQIECBAgQIAAAQIECBAgQIAAAQIECBAotMDFEfHFEoFTIuKSQosongABAgQIECBAgAABAgQIECBAgAABAjUKCLyqEcowAgQIECDQQQGBVx3EtzQBAgQIECDQNAGBV02jNBEBAgSKIyDwqji9VikBAgQIECBAgEBPCAi86ok2KoIAAQIECBAgQIAAAQIECBAgQIAAAQIECBAgQIAAAQIECBAgQIAAAQIECBAgQIAAAQIECBAgUAiBv4+I00oq/VJEpK85CBAgQIAAAQIECBAgQIAAAQIECBAgQKCKgMArlwgBAgQIEOh+AYFX3d8jOyRAgAABAgSqCwi8qm5kBAECBAiUCQi8ckkQIECAAAECBAgQyJWAwKtctctmCRAgQIAAAQIECBAgQIAAAQIECBAgQIAAAQIECBAgQIAAAQIECBAgQIAAAQIECBAgQIAAAQKFFjg/Is4sEfhyRFxQaBHFEyBAgAABAgQIECBAgAABAgQIECBAoEYBgVc1QhlGgAABAgQ6KCDwqoP4liZAgAABAgSaJiDwqmmUJiJAgEBxBAReFafXKiVAgAABAgQIEOgJAYFXPdFGRRAgQIAAAQIECBAgQIAAAQIECBAgQIAAAQIECBAgQIAAAQIECBAgQIAAAQIECBAgQIAAAQIECiHwvyLi7JJKz/nTv6evOQgQIECAAAECBAgQIECAAAECBAgQIECgioDAK5cIAQIECBDofgGBV93fIzskQIAAAQIEqgsIvKpuZAQBAgQIlAkIvHJJECBAgAABAgQIEMiVgMCrXLXLZgkQIECAAAECBAgQIECAAAECBAgQIECAAAECBAgQIECAAAECBAgQIECAAAECBAgQIECAAAEChRY4MyLOLxG4ICK+XGgRxRMgQIAAAQIECBAgQIAAAQIECBAgQKBGAYFXNUIZRoAAAQIEOigg8KqD+JYmQIAAAQIEmiYg8KpplCYiQIBAcQQEXhWn1yolQIAAAQIECBDoCQGBVz3RRkUQIECAAAECBAgQIECAAAECBAgQIECAAAECBAgQIECAAAECBAgQIECAAAECBAgQIECAAAECBAoh8P9GxMySSmdFRPqagwABAgQIECBAgAABAgQIECBAgAABAgSqCAi8cokQIECAAIHuFxB41f09skMCBAgQIECguoDAq+pGRhAgQIBAmYDAK5cEAQIECBAgQIAAgVwJCLzKVbtslgABAgQIECBAgAABAgQIECBAgAABAgQIECBAgAABAgQIECBAgAABAgQIECBAgAABAgQIECBQaIEvRsTFJQKXRMQphRZRPAECBAgQIECAAAECBAgQIECAAAECBGoUEHhVI5RhBAgQIECggwICrzqIb2kCBAgQIECgaQICr5pGaSICBAgUR0DgVXF6rVICBAgQIECAAIGeEBB41RNtVAQBAgQIECBAgAABAgQIECBAgAABAgQIECBAgAABAgQIECBAgAABAgQIECBAgAABAgQIECBAoBACJ0XEV0oq/VpEpK85CBAgQIAAAQIECBAgQIAAAQIE6mWh9AAAIABJREFUCBAgQKCKgMArlwgBAgQIEOh+AYFX3d8jOyRAgAABAgSqCwi8qm5kBAECBAiUCQi8ckkQIECAAAECBAgQyJWAwKtctctmCRAgQIAAAQIECBAgQIAAAQIECBAgQIAAAQIECBAgQIAAAQIECBAgQIAAAQIECBAgQIAAAQKFFvh8RHy9ROAbEXF8oUUUT4AAAQIECBAgQIAAAQIECBAgQIAAgRoFBF7VCGUYAQIECBDooIDAqw7iW5oAAQIECBBomoDAq6ZRmogAAQLFERB4VZxeq5QAAQIECBAgQKAnBARe9UQbFUGAAAECBAgQIECAAAECBAgQIECAAAECBAgQIECAAAECBAgQIECAAAECBAgQIECAAAECBAgQKITAZyPiipJKr4yIYwtRuSIJECBAgAABAgQIECBAgAABAgQIECAwSAGBV4MEdDoBAgQIEGiDgMCrNiBbggABAgQIEGi5QNsDrx555JHYZZddGipszJgxMXr06Nhqq61i7733jp133jlGjBjR0FxOIkCAAIHGBQReNW7nTAIECBAgQIAAAQIdEBB41QF0SxIgQIAAAQIECBAgQIAAAQIECBAgQIAAAQIECBAgQIAAAQIECBAgQIAAAQIECBAgQIAAAQIECDQkMC0ivlVy5tURcXRDMzmJAAECBAgQIECAAAECBAgQIECAAAECBRMQeFWwhiuXAAECBHIpIPAql22zaQIECBAgQKBMIFeBV+XdGz58eBx//PFxyimnxGabpf955iBQn8CqVavi5ptvjhSmNm7cuPpONppAgQUEXhW4+UonQIAAAQIECBDIo4DAqzx2zZ4JECBAgAABAgQIECBAgAABAgQIECBAgAABAgQIECBAgAABAgQIECBAgAABAgQIECBAgAABAsUUmBoR15aUPj8ijigmhaoJECBAgAABAgQIECBAgAABAgQIECBQn4DAq/q8jCZAgAABAp0QEHjVCXVrEiBAgAABAs0WyHXg1RqMCRMmxFVXXZWFFjkI1CKwevXqWLJkSZx99tlxxx13xMMPPxzpOnIQIFCbgMCr2pyMIkCAAAECBAgQINAlAgKvuqQRtkGAAAECBAgQIECAAAECBAgQIECAAAECBAgQIECAAAECBAgQIECAAAECBAgQIECAAAECBAgQIFBV4NCIuKFk1I0RcVjVswwgQIAAAQIECBAgQIAAAQIECBAgQIAAgRB45SIgQIAAAQLdLyDwqvt7ZIcECBAgQIBAdYGOB16lkKG99tor3va2t1Xd7auvvho/+tGP4rHHHouXXnpprfH77bdfXH755fGud72r6jwGELjpppvi05/+dKRrKh0Cr1wTBOoTEHhVn5fRBAgQIECAAAECBDosIPCqww2wPAECBAgQIECAAAECBAgQIECAAAECBAgQIECAAAECBAgQIECAAAECBAgQIECAAAECBAgQIECAQM0CB0XETSWjb46Ig2s+20ACBAgQIECAAAECBAgQIECAAAECBAgUWEDgVYGbr3QCBAgQyI2AwKvctMpGCRAgQIAAgQEEOh549bnPfS5mz54dQ4cOrblRL7zwQsyaNSv+8R//ca1zLrzwwjjttNNi/fXXr3kuA4spcN1118XUqVP7ihd4VczrQNWNCwi8atzOmQQIECBAgAABAgQ6ICDwqgPoliRAgAABAgQIECBAgAABAgQIECBAgAABAgQIECBAgAABAgQIECBAgAABAgQIECBAgAABAgQIEGhIYN+IuK3kzO9GxH4NzeQkAgQIECBAgAABAgQIECBAgAABAgQIFExA4FXBGq5cAgQIEMilgMCrXLbNpgkQIECAAIEygVwGXqUaXn/99Zg5c2bMmDGjr6Tx48fHggULYostttBoAgMKCLxygRAYnIDAq8H5OZsAAQIECBAgQIBAmwUEXrUZ3HIECBAgQIAAAQIECBAgQIAAAQIECBAgQIAAAQIECBAgQIAAAQIECBAgQIAAAQIECBAgQIAAAQINC+wdEXeWnH1XROzT8GxOJECAAAECBAgQIECAAAECBAgQIECAQIEEBF4VqNlKJUCAAIHcCgi8ym3rbJwAAQIECBAoEcht4FWq4ZlnnonJkyfH4sWL+0q67bbbYt9999VkAgMKCLxygRAYnIDAq8H5OZsAAQIECBAgQIBAmwUEXrUZ3HIECBAgQIAAAQIECBAgQIAAAQIECBAgQIAAAQIECBAgQIAAAQIECBAgQIAAAQIECBAgQIAAAQINC+wZEXeXnP2/IyJ9zUGAAAECBAgQIECAAAECBAgQIECAAAECVQQEXrlECBAgQIBA9wsIvOr+HtkhAQIECBAgUF0g14FXb7zxRsyYMSMuuuiivkrPPffc7GsOAgMJCLxyfRAYnIDAq8H5OZsAAQIECBAgQIBAmwUEXrUZ3HIECBAgQIAAAQIECBAgQIAAAQIECBAgQIAAAQIECBAgQIAAAQIECBAgQIAAAQIECBAgQIAAAQINC3wsIv657Ow8vKO14YKdSIAAAQIECBAgQIAAAQIECBAgQIAAgWYJ5OFhqhciNavb5iFAgACBvAoIvMpr5+ybAAECBAgQKBXIdeBVKuSaa66Jo446qq+m6dOnx8yZM2PIkCE6TaBfAYFXLg4CgxMQeDU4P2cTIECAAAECBAgQaLOA3+9oM7jlCBAgQIAAAQIECBAgQIAAAQIECBAgQIAAAQIECBAgQIAAAQIECBAgQIAAAQIECBAgQIAAAQIEGhb4aEQ8WHZ2Ht7R2nDBTiRAgAABAgQIECBAgAABAgQIECBAgECzBPLwMNULkZrVbfMQIECAQF4FBF7ltXP2TYAAAQIECJQKNCXw6rzzzouzzjqrb95zzz03ZsyYUVH6kUceiV122aXve5/73Odi9uzZMXTo0IY6Ux5cdPzxx8fFF18cG220Ub/zrV69Ov793/897rrrrrj//vvj6aefjiVLlvSN/8AHPhBjxoyJPfbYIyZNmhTvfOc7K861atWqOO200+KrX/1q9v3hw4fHwoULY+LEiTXXsnz58jj88MNj0aJF2TmlgV3/+Z//mf335Zdfnn2v1DV976GHHorrr78+qyHNk9bfaaedYv/994/JkyfHJptsss4+fvWrX8UNN9yQ1f7AAw9k30+1fvSjH41Pf/rTMX78+FhvvfVq3n8a+Morr8Tdd9+dzbl06dI+yzRvsqzmWLrYQDUn70cffTQzTrWv6VlaI+3/b//2b7P9b7DBBjVde/0VOXbs2Ljxxhszl0aOPPStWffAGp9W9q2/HjS7hkrrPP/883HrrbfGnXfemV3b6T4bOXJk7Lzzztk99qlPfSo23njj7NTSn4P1/Fxrx/2zcuXKLBxw3rx5sXjx4hg9enTsvvvu2c+edO808vNX4FUjPx2cQ4AAAQIECBAgQKBjAn6/o2P0FiZAgAABAgQIECBAgAABAgQIECBAgAABAgQIECBAgAABAgQIECBAgAABAgQIECBAgAABAgQIEKhT4CMR8WjZOXl4R2udZRpOgAABAgQIECBAgAABAgQIECBAgACB5gvk4WGqFyI1v+9mJECAAIF8CQi8yle/7JYAAQIECBCoLJD7wKuLLroozjjjjL7qBgrbSgE5KSTp/PPPz0KTajlSiFQK0UrBVinopvy477774oADDohXX301+9bpp5+eBd+sv/76tUwft9xySxx00EHZ2PLArEohQl/+8pez0Ke/+7u/i8cee6zfNVJYU7JJ4VcpmCbN9c1vfjOr/aWXXur3vBR6NXPmzNhss/Q/dwc+ap1zTW0DOa5Zqb/gpCeeeCJOOumkSIFpAx0pgCj577jjjusMKw9b62+eVgRedUvfWnEPJMdW9q28T62qoXSdWq/tdJ+le+rAAw+MCy64oC/4r5bAq1rXGOz9c+yxx8aJJ54Y3/nOd9a55BsJ6VszicCraj8hfZ8AAQIECBAgQIBAVwn4/Y6uaofNECBAgAABAgQIECBAgAABAgQIECBAgAABAgQIECBAgAABAgQIECBAgAABAgQIECBAgAABAgQIDCDwoYgof6FGHt7RqqkECBAgQIAAAQIECBAgQIAAAQIECBDouEAeHqZ6IVLHLxMbIECAAIEOCwi86nADLE+AAAECBAg0RSDXgVcpZOoLX/hCXHvttX0Y8+fPjylTpqyDk0Jybrzxxmz8QIFP/ammsKZZs2bFsGHD1hqyYsWKOPLII+Pee+/Nvr7zzjvH9ddfH6NHj67aoPKQoL322iurZdNNN83OLf/+OeecE+973/vii1/8Yixfvrzq/GkP8+bNiw996ENx5plnxle+8pWq56QB/dVaevKzzz4b06dPrxiiM9AiEyZMiKuuuipSUFClo1Jw0q677hpHHXVUTTWnOdPc1113XYwbN26tJToVeNUtfWvVPVDpWk3Bc83qW2kTW1nDmnXSz4cvfelLceWVV9Z0v6TQqBkzZsQrr7yShV+lo1rgVbvun/Sz4o9//GN8/etfr1hLCutL9+OIESNqqrV0kMCrusmcQIAAAQIECBAgQKCTAn6/o5P61iZAgAABAgQIECBAgAABAgQIECBAgAABAgQIECBAgAABAgQIECBAgAABAgQIECBAgAABAgQIEKhHYGxE/LjshDy8o7WeGo0lQIAAAQIECBAgQIAAAQIECBAgQIBASwTy8DDVC5Fa0nqTEiBAgECOBARe5ahZtkqAAAECBAj0K5DrwKt77rknDj744EjBV+nYbrvtsgCm7bfffp2CH3jggXVCkw455JCYPHly7LjjjrHxxhtn5zz//PPxox/9KAtMuvvuu9eaZ+7cuXHMMces9bUUwDN79uw45ZRT+r5+8803x4EHHlj1snvqqaci7WHZsmXZ2IsvvjgLkVoTJFMe/jR27Nj47W9/mwU/jRw5Mk4++eTYZ5994q//+q+zcKzvf//78bWvfS0ee+yxvrUPO+yw7PszZ87MvvapT30qPvvZz8b48eNjvfXWi5/97GdxxRVXxDXXXNN3TgrwScFb++23X8UafvOb32SBPrfddlvf99N+jjvuuNh7771jm222yeb+9a9/Hck9Ber85Cc/6Rub1v7Wt76V9av8qBQC9vLLL8fixYsj7SuFmaWQnmSxZv833HBDFuy15jpIc06bNi3mzJmzVkDZa6+91jfmlltuiWOPPbZv+X/6p3+KD3/4w9l/p3nTWhtssEHVHlYa0K19a9U9kAxa2bdS41bWkNZZuXJlnHbaaWsFRKVrIQWupXspXdtvvvlmLF26NK6++upYsGBBtr00ZujQodnPj3QMFHjVzvun1O7zn/98do/+xV/8Rfzyl7+MO++8M6sn1dXIIfCqETXnECBAgAABAgQIEOiYgN/v6Bi9hQkQIECAAAECBAgQIECAAAECBAgQIECAAAECBAgQIECAAAECBAgQIECAAAECBAgQIECAAAECBOoUSC8N+Zeyc/LwjtY6yzScAAECBAgQIECAAAECBAgQIECAAAECzRfIw8NUL0Rqft/NSIAAAQL5EhB4la9+2S0BAgQIECBQWaApgVf14D7yyCOxyy679J0yUDBMf/OmkKlFixbFF77whSx4Zs1x0kknxaxZs2LDDTdc69QUmJTWSWFY6UjhNF//+tfj8MMPz8KNKh2rVq2K+fPnZwFUa4KUjjjiiLjsssuy80uPH/7wh7H//vvHihUrsi/3t4/ydVIQ1Gc+85nsy6NGjYrbb789xo0b1zesPERozTf23HPP+MpXvhLbbrvtOltP4VlHH310FhBVeqQ9p2CuFNxTHuT0+uuvZ2FbX/rSl/pOSXWnkKwhQ4asNU8ae/bZZ8eFF17Y9/Xkktzf/e53V7RMIUL/8A//EOecc07f90844YTsnBQSVHr0V/OECRPi0ksvzXzKg3bS9ZDCvj796U9nYWBrPG+99dbYaaedKu4pBZpNnTq173sPP/xwpDWacXRj31p9D7Sjb62uIfU+hbil63nNPZ+C1dI9v/POO69z3aXgqxRud+qpp/Zdd2uun/5+rnXq/kn3cgrlazTErdJ9IfCqGT8tzEGAAAECBAgQIECgbQJ+v6Nt1BYiQIAAAQIECBAgQIAAAQIECBAgQIAAAQIECBAgQIAAAQIECBAgQIAAAQIECBAgQIAAAQIECBAYpMA2EfF02Rx5eEfrIMt2OgECBAgQIECAAAECBAgQIECAAAECBAYvkIeHqV6INPg+m4EAAQIE8i0g8Crf/bN7AgQIECBA4L8FchN4lcJlUuDNT37yk7jxxhsjBRatCaVJhYwePTpuuumm+NCHPrROb++777444IAD+san4JcLLrhgnWCs8hPTesccc0wsXLgw+1YKvbn++uuztUqPFOiUApyuvvrq7MspJCftccyYMf1eZ7/73e+ysKu053RMmzYt5syZE8OGDes7p1KI0EB1Zg1dvToLtko1lh7nnXdeFmjVX+DNc889F1OmTIn7778/O+0Tn/hEZrzJJpusNU95uFeq4ZJLLlknBKy88BT0k0J3ZsyYkX0rBXAl14kTJ641tFLN2223Xdxwww2xww479Ov5xhtvZAFaZ5xxRt+Yb37zm1nQWaWj3YFXne5bq++BdvSt1TWU3++pZ/PmzYvddtut3+su3W8LFiyI4447bq2fR/0FXnXi/kk/+1K43ogRI5r6957Aq6ZymowAAQIECBAgQIBAqwX8fkerhc1PgAABAgQIECBAgAABAgQIECBAgAABAgQIECBAgAABAgQIECBAgAABAgQIECBAgAABAgQIECDQLIEtI+JfyybLwztam1W/eQgQIECAAAECBAgQIECAAAECBAgQINCwQB4epnohUsPtdSIBAgQI9IiAwKseaaQyCBAgQIBAwQU6HnjVDP8UnpTCjSZPnhzlISwpkCaFW60JWho1alTceuutsdNOO1VdOp17zjnnZH/SMVCQVQqUSeFPa465c+dmYVn9HeXBN/Pnz88Cp0qPSiFCp59+eqTwqvXXX7/fuR988MG1QnpSYNR3vvOd2H777fs9p3ytcePGZSFTW221Vd85KVQqWaT101EtxKl8sWeeeSbr0eLFi7NvTZ8+PQvBGjJkSN/QSjWn3p199tkD1pwmeOSRR+KTn/xkX/DQueee29f38r20O/Cqk31rxz3Q6r61o4byQK1ar7tVq1bFmWeeGRdffHHfZVYp8KpT908KpEv3WrMPgVfNFjUfAQIECBAgQIAAgZYK+P2OlvKanAABAgQIECBAgAABAgQIECBAgAABAgQIECBAgAABAgQIECBAgAABAgQIECBAgAABAgQIECBAoIkCfxkRvyqbLw/vaG0igakIECBAgAABAgQIECBAgAABAgQIECDQmEAeHqZ6IVJjvXUWAQIECPSOgMCr3umlSggQIECAQJEFch94NWbMmDj//PPjwAMPjPXWW2+dXr722mtx8803x5IlS7I/b3/72+PKK6+MTTfdtKa+p3Cns846Kxs7UOBVeZjTtGnTYs6cOTFs2LB11knhPbNnz45TTjkl+9748eNjwYIFscUWW6w1tlKI0G233Rb77rvvgHt/8skn4+CDD46f//zn2bgjjjgiLrvsskjBYP0dtYR7Pffcc1ko1/3331/zvKXrldez++67Rwqe2nzzzfuGVar5nnvuiY9//ONV+/X000/HoYceGkuXLs3GDhQy1e7Aq072rR33QKv71uoaUhhVCri66KKLsmunnmC8NL48bK1S4FWn7p8HHnggdt1116r3T70DBF7VK2Y8AQIECBAgQIAAgY4K+P2OjvJbnAABAgQIECBAgAABAgQIECBAgAABAgQIECBAgAABAgQIECBAgAABAgQIECBAgAABAgQIECBAoA6BURHxXNn4PLyjtY4SDSVAgAABAgQIECBAgAABAgQIECBAgEBrBPLwMNULkVrTe7MSIECAQH4EBF7lp1d2SoAAAQIECPQvkNvAq/e///1x7LHHxuTJk2OTTTZpWo9TsM6zzz4bP/7xj2PhwoVx5513xksvvZTNP1DgVTrvS1/6UhZklY6tt946brrppthhhx3W2duLL76YhVB973vfy743ffr0mDlzZgwZMmStseUhQimE5/bbb49x48YNWG89wU+lE1UL93r88cdj0qRJsWLFiuy0M844I774xS/WZX/JJZfEhRdemJ1TqZ7ymgdyLF+4vO5KoUNrzmln4FWn+1ZXg/7U10bugXb1rdZa6q3hd7/7XXzmM5/J7tl07LHHHnH99dfHZpul/9tX/SgPs6p07XXi/kk/J7/97W/HtttuW72IOkcIvKoTzHACBAgQIECAAAECnRXw+x2d9bc6AQIECBAgQIAAAQIECBAgQIAAAQIECBAgQIAAAQIECBAgQIAAAQIECBAgQIAAAQIECBAgQIBA7QKbRsQLZcPz8I7W2is0kgABAgQIECBAgAABAgQIECBAgAABAi0SyMPDVC9EalHzTUuAAAECuREQeJWbVtkoAQIECBAgMIBAxwOvJkyYEHvttVe87W1vq9qobbbZJt7znvfEVlttFe94xzuiQuBK1TnWDPj9738fv/jFL+KZZ56JZcuWxU9+8pNIgUlLlizpd46BAq/SSffdd18ccMAB8eqrr2ZzpHCnFGZVfpSOGz58eBasNXHixHXGlYcIVVt/zQTlwU/nnntuzJgxo6pNtcCr7373u7HffvtVnaeeAffcc098/OMf7zul0ZrTBN0aeNXpvvXXj2beA+3qW3ktzaph+fLlcfjhh8eiRYuyJQYKS6vk+Yc//CFOPvnkmDt3br/nd+L+2XnnnbPgrtGjR9dzW9Y0VuBVTUwGESBAgAABAgQIEOgWAb/f0S2dsA8CBAgQIECAAAECBAgQIECAAAECBAgQIECAAAECBAgQIECAAAECBAgQIECAAAECBAgQIECAAIFqAu+IiJfLBuXhHa3V6vJ9AgQIECBAgAABAgQIECBAgAABAgQItFwgDw9TvRCp5ZeBBQgQIECgywUEXnV5g2yPAAECBAgQqEmg44FX9QbL1FRVP4NSKM8dd9wRX/va1+Khhx6qe6pqwUUvvvhiHHHEEfG9730vmzuFX1111VUxYsSIvrXeeOONLHzqoosuyr6Wwr6uvfba2HTTTdfZT6MhQq0KvLruuuti6tSpdbsNdML8+fNjypQpfUMarTlNIPAqoto12qp7oF19S31uRQ3l187pp58eKQBu/fXXr+l6L6+/0s+1Ttw/n/jEJyKtu8kmm9RURz2DBF7Vo2UsAQIECBAgQIAAgY4L+P2OjrfABggQIECAAAECBAgQIECAAAECBAgQIECAAAECBAgQIECAAAECBAgQIECAAAECBAgQIECAAAECBGoUGBYRvy8bm4d3tNZYnmEECBAgQIAAAQIECBAgQIAAAQIECBBonUAeHqZ6IVLr+m9mAgQIEMiHgMCrfPTJLgkQIECAQDcIbBcRH4yID7z15w8RMakbNhYRhQm8+ulPfxonn3xy3HPPPVXpR48eHbvvvnvss88+sXjx4rj44ouzc6qFCa1evTpmz54dp5xySjZ+1KhRceutt8ZOO+3Ut+by5cvj8MMPj0WLFmVfS3NPnz49KoTHZME+6XuXX355TeuvWUTg1dKMYqAwtfLwoYcffjgmTJhQ9dqoZUC39W3Nnlt5DzRac9pbPUFlraqh0Xum9HpIAVlnnXVWv9eewKta7h5jCBAgQIAAAQIECBBokYDf72gRrGkJECBAgAABAgQIECBAgAABAgQIECBAgAABAgQIECBAgAABAgQIECBAgAABAgQIECBQcIHy31cvOIfyCRAgQIAAgRwK5OEd0DlktWUCBAgQILCWgOcHLggCBAgQIEAg7wK5en6Qh816IVLebwn7J0CAAIHBCgi8Gqyg8wkQIECAQG8K7FASbLUm4Gp4WanPRsR7uqT8QgReLVu2LI4++ugsvKr0GDlyZHz4wx+OD33oQ/He9743tt5669hyyy1jxIgRsd5662VDS0NsqgVepfGPP/54TJo0KVasWNF3/plnntkXaHXLLbfEQQcdlH0vBWLdfvvtMW7cuIqXQ6MhQo2G91SrtTywZ/78+TFlypSmXsqN1pw2UU9wUtECr1p9D7Sjb62sofzaSUFzM2fOjCFDhtR0fZfXXylsrRP3zyc+8YlI626yySY11VHPoAohfXl4pl1PicYSIECAAAECBAgQ6CUBv9/RS91UCwECBAgQIECAAAECBAgQIECAAAECBAgQIECAAAECBAgQIECAAAECBAgQIECAAAECBLpHwAuru6cXdkKAAAECBAg0JuB9GY25OYsAAQIECNQj4PlBPVrGEiBAgAABAt0okKvnB3nYrBcideNlbk8ECBAg0E4BgVft1LYWAQIECBDoPoGUhrQm0Kr0nxvVuNUUeJWCrzp99HzgVXkQTQKfMGFCFmSV/jlQoM3q1avjnHPOyf6ko5bAq5UrV8YJJ5wQV199dXbOHnvsEddcc00WblW+l2nTpsWcOXNi2LBhFa+DRkOEWhV4deONN8Zhhx3Wt9dLLrkkUjBQM49Ga057EHhV+Rptxz3Q6r61uoZ6rp1K13stgVeduH8EXjXzp5O5CBAgQIAAAQIECORawO935Lp9Nk+AAAECBAgQIECAAAECBAgQIECAAAECBAgQIECAAAECBAgQIECAAAECBAgQIECAAIGuFfDC6q5tjY0RIECAAAECNQrk4R3QNZZiGAECBAgQ6FoBzw+6tjU2RoAAAQIECNQokKvnB3nYrBci1XjlGUaAAAECPSsg8KpnW6swAgQIECCwjsCQiPhghYCr9QdhNSki7hjE+c06tecDrx5//PGYNGlSrFixIjMbP358fOtb34rtttuuqmGjIT7XXXddTJ06NZt/+PDhsXDhwpg4ceI6gUxz586NY445pt99NLp+qwKvfvCDH8See+4Zr776arbnz33uczF79uw1oqv5AAAgAElEQVQYOnRoVctaBzRac5q/ntCi0h6lcx9++OEsAK0ZR6M1tKpv7bgHGq251r61uoaXX345jjjiiLjzzjuzSyAF1V1//fWx2Wbp//ZVP1544YU4/PDD49577+333ujE/SPwqnrvjCBAgAABAgQIECBQEAG/31GQRiuTAAECBAgQIECAAAECBAgQIECAAAECBAgQIECAAAECBAgQIECAAAECBAgQIECAAAECbRbwwuo2g1uOAAECBAgQaLpAHt4B3fSiTUiAAAECBNos4PlBm8EtR4AAAQIECDRdIFfPD/KwWS9Eavo1akICBAgQyJmAwKucNcx2CRAgQIBAjQLDKgRb7Vjjuf0N+01ELCn784tBztms03s+8Ko82Oi8886LM888M/7H/6j++OW5556LKVOmxP333595jx07Nm688cYYM2bMgP7PPPNMTJ48ORYvXpyNmzFjRpx99tlxww039AVhpeCtBQsWxBZbbNHvXI2GCLUqOGn58uVZqM+iRYuyPddSQ70XaqM1p3UEXlW+RttxD7S6b62u4Y033sju04suuii7ZEeNGhW33357jBs3rqZL+Ic//GHsv//+fcF6lcLgOnH/CLyqqX0GESBAgAABAgQIECiCgN/vKEKX1UiAAAECBAgQIECAAAECBAgQIECAAAECBAgQIECAAAECBAgQIECAAAECBAgQIECAAIH2C7T9fQXtL9GKBAgQIECAQC8JVHjnUPWXEPUSgFoIECBAgEBnBDw/6Iy7VQkQIECAAIEGBfL+/CAPDzu8EKnBi9NpBAgQINAzAgKveqaVCiFAgACBAgu8o0K41faD9Hi2LNjqiYhYPsg5W3l62z8AeuSRR2KXXXbpq6lSMEwzCy4Pypk3b14ceeSRNS1x2223xRFHHBGvvvpqNr7WwKvy8Jy99tor5s6dG7NmzYqvfvWr2VzTp0+PmTNnxpAhQ/rdS6MhQq0KvFq1alWcdtppfTWkjV966aVx0kkn1RQg9sorr8SJJ54YP/vZz2KTTTaJD37wgzFt2rTYcsst+wwarTlNIPCqtsCrVtwDre5bO+7j7373u7Hffvv1XYsXXnhhdr2vv/76A/68SPf7OeecEylMb81R6edaJ+4fgVc1/ag3iAABAgQIECBAgEARBPx+RxG6rEYCBAgQIECAAAECBAgQIECAAAECBAgQIECAAAECBAgQIECAAAECBAgQIECAAAECBAi0X6Dt7ytof4lWJECAAAECBHpJIO8vrO6lXqiFAAECBAol4PlBodqtWAIECBAgkH+BvD8/EHiV/2tQBQQIECDQ+wICr3q/xyokQIAAgd4SSH93f6DszzaDLPGXZeFWSyIiBV7l6Wj7B0CdDrxK4UwpeGrDDTccsE/Lli2Lo48+OhYvXtw3bvjw4XHPPffERz7ykao9vu++++KAAw7IwrJGjRoVX/nKV7JwqEWLFkWaZ+HChTFx4sQB52k0RKhVgVdps6V1pf8ePXp0pACl3XbbbcBaVq9eHQsWLIjjjjuuL0As+Vx11VUxYsSIvnMbrTlNIPCqtsCrVtwDre5beeBVK2p4/vnn47Of/Wyk4Kt6ru0HHnggjjrqqFi+/P9mG/YX5Nfu+0fgVdUf1QYQIECAAAECBAgQKIqAwKuidFqdBAgQIECAAAECBAgQIECAAAECBAgQIECAAAECBAgQIECAAAECBAgQIECAAAECBAgQaK9A299X0N7yrEaAAAECBAj0mkDeX1jda/1QDwECBAgURsDzg8K0WqEECBAgQKA3BPL+/EDgVW9ch6ogQIAAgd4WEHjV2/1VHQECBAjkW2BUhXCrLQdZ0s8rhFs9P8g5u+H0tn8A1O7Aq8cffzwmTZoUK1asyLxTQNM3vvGN2GuvvaLCA6R48803s1CnU089NZYuXbpOjx5++OGYMGFC1d69/PLLccwxx2TBVunYe++946GHHsrCnvbYY4+45pprsiCsgY5GQ4RaGXiV9nTaaafFnDlz+rY+ZsyYuPjii+OTn/xkrLfeeuuUlExvvvnmzHRNKFAK/br22mtjv/32W2t8ozWnSQYTeHXFFVfEZz7zmYrXRNVmlw1otIZW9a0d90CjNdfat3bUkPZy2223xRFHHNEXyjZ27Ni47LLLYuedd17n2kghbinA7gtf+MI6Pyv6C7xq9/0j8Kreu9d4AgQIECBAgAABAj0rIPCqZ1urMAIECBAgQIAAAQIECBAgQIAAAQIECBAgQIAAAQIECBAgQIAAAQIECBAgQIAAAQIECHRUoO3vK+hotRYnQIAAAQIEci+Q9xdW574BCiBAgACBogp4flDUzqubAAECBAjkVCDvzw8EXuX0wrNtAgQIECiUgMCrQrVbsQQIECDQxQJ/VSHc6i8Hud9lZeFWT0TEy4Ocs1tPb8oHQOedd16cddZZfTWee+65MWPGjIo1tzvwauXKlXHCCSfE1Vdf3befFLZ01FFHxWGHHRbbbLNNFtL0/PPPx49+9KP49re/HXfccUff2K233jp+/vOUd/bfR62BVykMZ/bs2XHKKaes45DCoaZPn141XKnREKFWBSetKeQXv/hFTJs2LVIvS49DDjkkpk6dGh/84Adj6NCh8corr2Re5abpnOOPPz5mzZoVw4YNW2uORmtOk9QTePXggw/GbrvtttY1ceihh8ZWW20VQ4YMifTvm2++eUP3baM1tKpv7bgHGq251r61o4a0l0qBVOU/L9K4p556Km688ca47rrr+sKxSi+W/gKv0ph23j8Crxq6hZ1EgAABAgQIECBAoBcFBF71YlfVRIAAAQIECBAgQIAAAQIECBAgQIAAAQIECBAgQIAAAQIECBAgQIAAAQIECBAgQIAAgc4LNOV9BZ0vww4IECBAgACBogjk/YXVRemTOgkQIECg5wQ8P+i5liqIAAECBAj0tkDenx8IvOrt61N1BAgQINAbAgKveqOPqiBAgACBfAn8TYVwq3cPsoQny8KtlkTEq4OcM0+nN+UDoG4OvErNWLZsWRx99NGxePHimnszcuTISMFdH/jAB+Lggw+OFStWZOfOmzcvjjzyyJrmefLJJ7NzSwOzRo0aFbfffnuMGzeu6hyNhgi1KjipdMOpphQkds8991Sto3zAiSeeGBdccEGkIKHyo9Ga0zz1BF4tX748Dj/88Fi0aFHF/dcabFbp5EZraGXfWn0PNFpzPX1rdQ1revnCCy9kQXXXXnttTdd2+llx9tlnZ/f1vffem50zUOBV+n677h+BVzW10CACBAgQIECAAAECRRAQeFWELquRAAECBAgQIECAAAECBAgQIECAAAECBAgQIECAAAECBAgQIECAAAECBAgQIECAAAEC7RdoyvsK2r9tKxIgQIAAAQJFFcj7C6uL2jd1EyBAgEDuBTw/yH0LFUCAAAECBIolkPfnBwKvinW9qpYAAQIE8ikg8CqffbNrAgQIEMiPwJgK4VabDmL7b1YItkrhVn8cxJy9cGpTPgDq9sCr1Kif/vSnceqpp8Ydd9xRtW+TJ0+O008/Pd7//vdHeTDS9OnTY+bMmTFkyJCq86xcuTILhbr66qv7xk6bNi3mzJkTw4YNq3p+oyFCrQxOKt10qu+KK66I888/P1566aWq9YwZMybOOuusOOigg2LDDTesOL7RmtNk9QRerV69OhYsWBDHHXdcvPrquhl38+fPjylTplStqdKARmtodd9aeQ80WnO9fWtlDeXX9qWXXhqXXHLJgNf2hz/84eznwQ477BBTp06Nu+++O5umWuBVGtOO+0fgVUO3sJMIECBAgAABAgQI9KKAwKte7KqaCBAgQIAAAQIECBAgQIAAAQIECBAgQIAAAQIECBAgQIAAAQIECBAgQIAAAQIECBAg0HmBpryvoPNl2AEBAgQIECBQFIG8v7C6KH1SJwECBAj0nIDnBz3XUgURIECAAIHeFsj78wOBV719faqOAAECBHpDQOBVb/RRFQQIECDQHQLvqxBu9eeD2NprFcKtnoiINwYxZ6+e2pQPgPIQeJUauGrVqnj00Udj4cKF8dBDD8WSJSnzLGL06NExduzY+NjHPhb7779/9t9rHi6lc0477bT46le/mo3dbrvt4jvf+U5sv/32NV0Tt9xySxbwtOaYO3duHHPMMTWd22iIUKuDk8o3/8orr2RBP3fddVcsXbq0z3X48OGx4447xi677BJ77rlnjB8/PoYOHTpg7Y3WnCatJ/AqjU+hV08++WQWQJauh3T+muPcc8+NGTNm1NSn8kGN1tCOvrXqHmi05kb61qoaKjX7+eefj1tvvTVuv/32WLRoURZ+NXLkyJg4cWIceOCBMWnSpCy8rrx3xx9/fFx88cWx0UYbVb2GWnn/CLyqym8AAQIECBAgQIAAgaIICLwqSqfVSYAAAQIECBAgQIAAAQIECBAgQIAAAQIECBAgQIAAAQIECBAgQIAAAQIECBAgQIAAgfYKNOV9Be3dstUIECBAgACBIgvk/YXVRe6d2gkQIEAg1wKeH+S6fTZPgAABAgSKJ5D35wcCr4p3zaqYAAECBPInIPAqfz2zYwIECBDoDoEPVAi3+rNBbG1lhXCrHw9ivqKd6gOgFne8NPAqBT4tWLAgtthiixavanoCBNop0GhYWTv32Oy18v4Avtke5iNAgAABAgQIECDQ5QICr7q8QbZHgAABAgQIECBAgAABAgQIECBAgAABAgQIECBAgAABAgQIECBAgAABAgQIECBAgACBnAp4X0FOG2fbBAgQIECgqALel1HUzqubAAECBDos4PlBhxtgeQIECBAgQKA+gbw/PxB4VV+/jSZAgAABAp0QEHjVCXVrEiBAgECeBDaoEGyVwq6GDKKI31YIt3pqEPM5NcIHQC28ClauXBknnHBCXH311dkq06dPj5kzZ8aQIYO5DVq4YVMTINCQwOOPPx6TJk2KFStWZOfPmzcvjjzyyIbmystJeX8Anxdn+yRAgAABAgQIECDQJAGBV02CNA0BAgQIECBAgAABAgQIECBAgAABAgQIECBAgAABAgQIECBAgAABAgQIECBAgAABAgQIrCXgfQUuCAIECBAgQCBXAt6Xkat22SwBAgQI9I6A5we900uVECBAgACBQgjk/fmBwKtCXKaKJECAAIGcCwi8ynkDbZ8AAQIEmiowtJ9wq8H8/9sXK4RbPd3UXZssCfgAqIXXwVNPPRWHHHJILFu2LIYPHx4LFy6MiRMntnBFUxMg0KjAddddF3PmzIltt902tt9+++zeHT16dNXpVq9eHd/85jfj+OOP7xv7wAMPxK677lr13DwPyPsD+Dzb2zsBAgQIECBAgACBBgQEXjWA5hQCBAgQIECAAAECBAgQIECAAAECBAgQIECAAAECBAgQIECAAAECBAgQIECAAAECBAgQqCrgfQVViQwgQIAAAQIEuknA+zK6qRv2QoAAAQIFEvD8oEDNVioBAgQIEOgFgbw/PxjMC8Hb1T8vRGqXtHUIECBAoFsFBF51a2fsiwABAgRaLbBxhXCr9w9y0RUVwq3+bZBzOr02AR8A1eZU96g33ngjZs2aFWeccUZ27gEHHBBXXXVVjBgxou65nECAQOsFHnzwwdhtt936Fpo7d24cc8wxVRf+5S9/GVOnTo1HHnkkG7v77rtHCs/afPPNq56b5wF5fwCfZ3t7J0CAAAECBAgQINCAgN/vaADNKQQIECBAgAABAgQIECBAgAABAgQIECBAgAABAgQIECBAgAABAgQIECBAgAABAgQIECBQVcD7CqoSGUCAAAECBAh0k4D3ZXRTN+yFAAECBAok4PlBgZqtVAIECBAg0AsCeX9+IPCqF65CNRAgQIBArwsIvOr1DquPAAECBJLAyArhVtsNkuZXFcKtfj3IOZ3euIAPgBq36/fMN998M26++eY49dRTY/ny5dm4+fPnx5QpU1qwmikJEGiGwDPPPBOTJ0+OxYsXZ9ONHz8+Lrvsshg3bly/06f7e/r06bFw4cK+MZdeemmcdNJJUeEBdTO22TVz5P0BfNdA2ggBAgQIECBAgACB9ggIvGqPs1UIECBAgAABAgQIECBAgAABAgQIECBAgAABAgQIECBAgAABAgQIECBAgAABAgQIECBQNAHvKyhax9VLgAABAgRyLuB9GTlvoO0TIECAQF4FPD/Ia+fsmwABAgQIFFQg788PBF4V9MJVNgECBAjkSkDgVa7aZbMECBAgUIPAuyqEW21Vw3kDDfm3snCrJyLiPwY5p9ObK+ADoCZ4PvbYY1kwznbbbRevvfZaPPDAA3Hffff1zbzvvvvGlVdeGe985zubsJopCBBohcAbb7wRs2bNijPOOKNv+pEjR2YhWOkeHjt2bGywwQbx+uuvx7Jly+Lee+/NguzWhNqlk/bbb7+4/PLL413vSn+l9vaR9wfwvd0d1REgQIAAAQIECBBYR0DglYuCAAECBAgQIECAAAECBAgQIECAAAECBAgQIECAAAECBAgQIECAAAECBAgQIECAAAECBFoh4H0FrVA1JwECBAgQINAyAe/LaBmtiQkQIECAwEACnh+4PggQIECAAIFcCeT9+YHAq1xdbjZLgAABAgUVEHhV0MYrmwABAj0i8J4K4VajB1nb02XhVksi4sVBzun01gv4AKgJxk8//XQceuihsXTp0nVmGz16dMybNy922223JqxkCgIEWinwwgsvxCmnnBLXXntt3csccMABMXv27Ej3fBGOvD+AL0KP1EiAAAECBAgQIECgREDglcuBAAECBAgQIECAAAECBAgQIECAAAECBAgQIECAAAECBAgQIECAAAECBAgQIECAAAECBFoh4H0FrVA1JwECBAgQINAyAe/LaBmtiQkQIECAwEACnh+4PggQIECAAIFcCeT9+YHAq1xdbjZLgAABAgUVEHhV0MYrmwABAjkU+OsK4VZ/Mcg6/qVCuNXvBjmn0zsj4AOgJrg/99xzMWXKlLj//vvXmm3kyJFx2WWXZWFYFR5WNWFlUxAg0GyBlStXxhVXXBHnn39+vPTSS1WnT/f5l7/85Tj22GNj2LBhVcf3yoC8P4DvlT6ogwABAgQIECBAgECNAgKvaoQyjAABAgQIECBAgAABAgQIECBAgAABAgQIECBAgAABAgQIECBAgAABAgQIECBAgAABAgTqEvC+grq4DCZAgAABAgQ6LeB9GZ3ugPUJECBAoKACnh8UtPHKJkCAAAECeRXI+/MDgVd5vfLsmwABAgSKJCDwqkjdVisBAgTyI7B1hXCrdw5y+z8uC7d6IiL+MMg5nd49Aj4AakIvfv/738ff//3fx5133hlLliyJMWPGxD777JMF4KR/dxAgkD+BV155JR566KG466674oknnogf/OAHfUV85CMfiW233TYOPvjg+OhHPxobb7xx/goc5I7z/gB+kOU7nQABAgQIECBAgEDeBARe5a1j9kuAAAECBAgQIECAAAECBAgQIECAAAECBAgQIECAAAECBAgQIECAAAECBAgQIECAAIF8CHhfQT76ZJcECBAgQIDAWwLel+FSIECAAAECHRHw/KAj7BYlQIAAAQIEGhXI+/MDgVeNdt55BAgQIECgfQICr9pnbSUCBAgQqCzw3grhViMGgfV6WbDVkrf++7VBzOnU7hfwAVD398gOCRAg0HUCeX8A33WgNkSAAAECBAgQIECgtQICr1rra3YCBAgQIECAAAECBAgQIECAAAECBAgQIECAAAECBAgQIECAAAECBAgQIECAAAECBAgUVcD7CoraeXUTIECAAIGcCnhfRk4bZ9sECBAgkHcBzw/y3kH7J0CAAAECBRPI+/MDgVcFu2CVS4AAAQK5FBB4lcu22TQBAgRyK7BDhXCr4YOo5o8R8USFgKvyl98OYgmn5kTAB0A5aZRtEiBAoJsE8v4Avpss7YUAAQIECBAgQIBAGwQEXrUB2RIECBAgQIAAAQIECBAgQIAAAQIECBAgQIAAAQIECBAgQIAAAQIECBAgQIAAAQIECBAooID3FRSw6UomQIAAAQJ5FvC+jDx3z94JECBAIMcCnh/kuHm2ToAAAQIEiiiQ9+cHAq+KeNWqmQABAgTyJiDwKm8ds18CBAjkQ2C9CsFWH4iIjQax/VcrBFs9OYj58nrqBhHx84h4NCL++a0//5bXYpq4bx8ANRHTVAQIECiKQN4fwBelT+okQIAAAQIECBAg8JaAwCuXAgECBAgQIECAAAECBAgQIECAAAECBAgQIECAAAECBAgQIECAAAECBAgQIECAAAECBAi0QsD7Clqhak4CBAgQIECgZQLel9EyWhMTIECAAIGBBDw/cH0QIECAAAECuRLI+/MDgVe5utxslgABAgQKKvCOiPiPiNjwrfr/EBEfiYifFNRD2QQIECBQv8CQiPhghYCr9eufqu+MlyqEWy0bxHy9dOquEfFAWUG/Kgm/ui8inuulgmusxQdANUIZRoAAAQL/VyDvD+D1kgABAgQIECBAgEDBBAReFazhyiVAgAABAgQIECBAgAABAgQIECBAgAABAgQIECBAgAABAgQIECBAgAABAgQIECBAgECbBLyvoE3QliFAgAABAgSaI+B9Gc1xNAsBAgQIEKhTwPODOsEMJ0CAAAECBDorkPfnBwKvOnv9WJ0AAQIECNQisEVE/CIi1isZ/LGIuL+Wk40hQIAAgcIJDKsQbLXjIBWej4gnygKu0t9NjsoCZ0XEOVVwfv5WANb33/rnCwXA9AFQAZqsRAIECDRbIO8P4JvtYT4CBAgQIECAAAECXS4g8KrLG2R7BAgQIECAAAECBAgQIECAAAECBAgQIECAAAECBAgQIECAAAECBAgQIECAAAECBAgQyKmA9xXktHG2TYAAAQIEiirgfRlF7by6CRAgQKDDAp4fdLgBlidAgAABAgTqE8j78wOBV/X122gCBAgQINBugaERcUdE/M+yhVM4xiER8f+1e0PWI0CAAIGuEnhHhXCr7Qe5w2fLgq1S0NXyQc5ZtNP/OSJSOGWtR/pg5KmSAKwUavnbWk/O0TgfAOWoWbZKgACBbhHI+wP4bnG0DwIECBAgQIAAAQJtEhB41SZoyxAgQIAAAQIECBAgQIAAAQIECBAgQIAAAQIECBAgQIAAAQIECBAgQIAAAQIECBAgQKBgAt5XULCGK5cAAQIECORdwPsy8t5B+ydAgACBnAp4fpDTxtk2AQIECBAoqkDenx8IvCrqlatuAgQIEMiDQPp7+vyIOKPCZtMDlPS9s//0p/zlgXmozR4JECBAoH6BzSqEW21T/zRrnfHLsnCrJRGRAq8cgxN451thlSmwMv35mzqne/OtvqSAyxSe9WBErKxzjm4c7gOgbuyKPREgQKDLBfL+AL7LeW2PAAECBAgQIECAQLMFBF41W9R8BAgQIECAAAECBAgQIECAAAECBAgQIECAAAECBAgQIECAAAECBAgQIECAAAECBAgQIJAEvK/AdUCAAAECBAjkSsD7MnLVLpslQIAAgd4R8Pygd3qpEgIECBAgUAiBvD8/EHhViMtUkQQIECCQU4EDIuKGiBjSz/5T8MWREXFLTuuzbQIECBDoX2BUhXCrLQcJ9ouIeKIs4Or5Qc7p9NoE3hMRE98Kv/pYRPxlbaf1jXo9Ih57K/wqBWAtiog/1jlHNwz3AVA3dMEeCBAgkDOBvD+Azxm37RIgQIAAAQIECBAYrIDAq8EKOp8AAQIECBAgQIAAAQIECBAgQIAAAQIECBAgQIAAAQIECBAgQIAAAQIECBAgQIAAAQIEKgl4X4HrggABAgQIEMiVgPdl5KpdNkuAAAECvSPg+UHv9FIlBAgQIECgEAJ5f34g8KoQl6kiCRAgQCCHAqMj4u6IGFOy919HxCYR8WclX1v+VoDGv+awRlsmQIAAgf8W+KsK4Vb1BiKVWy4rC7ZKQVcvA+8aga1Kwq9SANa76tzZqoh49K0ArO9HxOKI+K865+jEcB8AdULdmgQIEMi5QN4fwP//7N0LvFVz/v/x96NSkphKRhhhfoaYNOVSVIRUJJfE6M6I+rlOGv1L0zQZl4ZfNTRR6EdXpZIMUi5pNBQqCWEMMmNy75cmkS7//Vn23tZZ7XP2fe91ea3H4zw6zl7r+/18n9915pz13We+74DzUz4CCCCAAAIIIIAAAtkKEHiVrRjnI4AAAggggAACCCCAAAIIIIAAAggggAACCCCAAAIIIIAAAggggAACCCCAAAIIIIAAAggggAACCGQiwH4FmShxDgIIIIAAAgj4RoD9MnwzFRSCAAIIIBAtAdYPojXfjBYBBBBAAIHACwR9/YDAq8DfggwAAQQQQCCEAntJmizpXNfYLKTkZEkHSJoiqaHrtRfioVffhNCCISGAAAJhE/hpinCr/fIc5GuecKtVkjbl2SaXl1bgKEkWfHVq/Od9/Sy73yxpqSsAa4WkHVm2UYrTeQOoFMr0gQACCIRMIOgL8CGbDoaDAAIIIIAAAggggEA6AQKv0gnxOgIIIIAAAggggAACCCCAAAIIIIAAAggggAACCCCAAAIIIIAAAggggAACCCCAAAIIIIAAAggggEAuAuxXkIsa1yCAAAIIIIBA2QTYL6Ns9HSMAAIIIBBtAdYPoj3/jB4BBBBAAIHACQR9/YDAq8DdchSMAAIIIBABgdGSrnONc5ukX0maGv/aVZLGSNot/t+2mGL//ZsI2DBEBBBAIEgCh6cIt9onjwHY/95bmNVKT8AVgYd5oPrw0mqSmsXDrywE6yRJdbOsc2MsQGtJLDxrcTwEa40k72bDWTZZkNN5A6ggjDSCAAIIREsg6Avw0ZotRosAAggggAACCCCAwC5rUEH4mxSmDQEEEEAAAQQQQAABBBBAAAEEEEAAAQQQQAABBBBAAAEEEEAAAQQQQAABBBBAAAEEEEAAAQQQQMD/AuxX4P85ooMUakoAACAASURBVEIEEEAAAQQQcAmwXwa3AwIIIIAAAmURYP2gLOx0igACCCCAAAK5CgR9/SAImwt5N+UOQs253k9chwACCCCAQC9Jd0va00UxSdJlnqCKeyX1c53ztSS7dh6ECCCAAAJlEfh5inCrvfOoZKsn1CoRdLU9jza5NJgC1SUdFwuwsvCrUyW1llQ7y6F8Lum5ePjVs5LezvL6Qp3OG0CFkqQdBBBAIEICQV+Aj9BUMVQEEEAAAQQQQAABBEyAv+/gPkAAAQQQQAABBBBAAAEEEEAAAQQQQAABBBBAAAEEEEAAAQQQQAABBBBAAAEEEEAAAQQQQAABBBAohgD7FRRDlTYRQAABBBBAoGgC7JdRNFoaRgABBBBAoCoB1g+4PxBAAAEEEEAgUAJBXz8IQngUGyIF6luCYhFAAAEE8hCwsJT5kg51tWEBJ20kWaCV+2gkaWYsuOIk1xf/Len4WDjWR3nUwKUIIIAAAukFmqcIt9oj/WWVnrE5RbjVq3m0x6XhFzg5Hn5lAVj2e0K2x3pJi10BWO9n20CO5/MGUI5wXIYAAghEWSDoC/BRnjvGjgACCCCAAAIIIBBJAf6+I5LTzqARQAABBBBAAAEEEEAAAQQQQAABBBBAAAEEEEAAAQQQQAABBBBAAAEEEEAAAQQQQAABBBBAAIGiC7BfQdGJ6QABBBBAAAEECinAfhmF1KQtBBBAAAEEMhZg/SBjKk5EAAEEEEAAAT8IBH39gMArP9xF1IAAAggggIBUU9Kjkjq6MCy4qquklyoBaivpQUkHuF5fEjv/zBQBWRgjgAACCGQvUCNFsJWFXdn/Zud6bIyHW610hVy9kWtjXIeApNrx0CsLvzpF0rGSqmco852kayXdneH5+Z7GG0D5CnI9AgggEEGBoC/AR3DKGDICCCCAAAIIIIBAtAUIvIr2/DN6BBBAAAEEEEAAAQQQQAABBBBAAAEEEEAAAQQQQAABBBBAAAEEEEAAAQQQQAABBBBAAAEEEECgWALsV1AsWdpFAAEEEEAAgaIIsF9GUVhpFAEEEEAAgXQCrB+kE+J1BBBAAAEEEPCVQNDXDwi88tXtRDEIIIAAAhEW+GMspGqwa/zfSBooaUIak/6S/izJQlkSx0hJN0raEWFPho4AAghkK2ChQRZm5f3I55npc1eo1SpJFnL1TraFcT4CWQrUlXRyPPzKQrCaSUp1H38WuyfPlrQsy/bzOZ03gPLR41oEEEAgogJBX4CP6LQxbAQQQAABBBBAAIHoChB4Fd25Z+QIIIAAAggggAACCCCAAAIIIIAAAggggAACCCCAAAIIIIAAAggggAACCCCAAAIIIIAAAggggEAxBdivoJi6tI0AAggggAACBRdgv4yCk9IgAggggAACmQiwfpCJEucggAACCCCAgG8Egr5+kM/m7aWaBDZEKpU0/SCAAAIIlEugk6QnPGEUEyVdkUFoVTVJd0u63FX8d5LOkrSoXAOiXwQQQMDnAnulCLZqmmfN6z3hVhZw9V6ebXI5AvkK9JH0G0ne+/uV2P16Tuz3h3/n20GW1/MGUJZgnI4AAgggIAV9AZ45RAABBBBAAAEEEEAgYgL8fUfEJpzhIoAAAggggAACCCCAAAIIIIAAAggggAACCCCAAAIIIIAAAggggAACCCCAAAIIIIAAAggggAACJRJgv4ISQdMNAggggAACCBRGgP0yCuNIKwgggAACCGQpwPpBlmCcjgACCCCAAALlFQj6+gGBV+W9f+gdAQQQQACBAyW9LmlvF8XL8cCqTzPk2UPS4lho1vGu8z+U1FaS/cuBAAIIRFmgfopwqyZ5gvwzHm610hVyZV/jQMAvAtUljZF0TYqCZknqK+nbMhTLG0BlQKdLBBBAIOgCQV+AD7o/9SOAAAIIIIAAAgggkKUAgVdZgnE6AggggAACCCCAAAIIIIAAAggggAACCCCAAAIIIIAAAggggAACCCCAAAIIIIAAAggggAACCCCAQEYC7FeQERMnIYAAAggggIBfBNgvwy8zQR0IIIAAAhETYP0gYhPOcBFAAAEEEAi6QNDXDwi8CvodSP0IIIAAAkEW2C0WUvWEpPauQXwm6TRJa7Ic2FGSXpRU13XdAkldJX2TZVucjgACCARV4Mcpwq3+K8/BvOcKtVolyUKuPs6zTS5HoJgCDSTNiwdfuvvZJuk3ku4oZudp2uYNoDLi0zUCCCAQVIGgL8AH1Z26EUAAAQQQQAABBBDIUYDAqxzhuAwBBBBAAAEEEEAAAQQQQAABBBBAAAEEEEAAAQQQQAABBBBAAAEEEEAAAQQQQAABBBBAAAEEEECgSgH2K+AGQQABBBBAAIFACbBfRqCmi2IRQAABBMIjwPpBeOaSkSCAAAIIIBAJgaCvHxB4FYnblEEigAACCPhQwH4GD5c00lXbDkk9Jc3Msd7ekqZ4rh0jaVCO7XEZAggg4GeBA1OEWzXOs+C3PeFWFnD1eZ5tcjkCXgELvGwr6aTYC78vME8zSY9Jsu8P9/GFpPNioZrPF7i/bJvjDaBsxTgfAQQQQEBBX4BnChFAAAEEEEAAAQQQiJgAgVcRm3CGiwACCCCAAAIIIIAAAggggAACCCCAAAIIIIAAAggggAACCCCAAAIIIIAAAggggAACCCCAAAIIlEiA/QpKBE03CCCAAAIIIFAYAfbLKIwjrSCAAAIIIJClAOsHWYJxOgIIIIAAAgiUVyDo6wcEXpX3/qF3BBBAAIHoCpwvaY5n+KMl3RD72JojS3VJ90q6xHX9JkmX5xGilWMpXIYAAggUVODgFOFWB+TZwxvxcKuVrpCrjXm2yeUIpBI4Oh5wZSFX9rF//CS7B39eQLKukmZIquVp0/rpJOlfBewr16Z4AyhXOa5DAAEEIiwQ9AX4CE8dQ0cAAQQQQAABBBCIpgCBV9Gcd0aNAAIIIIAAAggggAACCCCAAAIIIIAAAggggAACCCCAAAIIIIAAAggggAACCCCAAAIIIIAAAggUW4D9CootTPuBE/jb3/6mNm3aJOvu37+/xo4dq9q1awduLH4uePPmzfrLX/6iefPmafny5Vq3bp1TbqtWrXTkkUfqD3/4g/bfP7GdjJ9HQm0IIFBqAfbLKLU4/SGAAAIIIOAIsH7AjYBAAATsWfvll1/WokWLtGzZMq1evVpffvmlU3n9+vXVrFkz57m7Q4cOOu6441SnTp0AjOr7Em2d4He/+53zuY1j1qxZOvzwwwNTP4UigEDpBYK+fkDgVenvGXpEAAEEEECgWTzs6r9cFH+TdJ6kz/LksXeaX7TnGVc7b0u6QNKaPNvmcgQQQKAUAoelCLfaN8+OX3WFWq2SZCFXX+fZJpcjkEqgkaST4sFWreI/j2tUQVWIZ/JqkkZJuj5FPw9L6iVpi0+mizeAfDIRlIEAAggESSDoC/BBsqZWBBBAAAEEEEAAAQQKIEDgVQEQaQIBBBBAAAEEEEAAAQQQQAABBBBAAAEEEEAAAQQQQAABBBBAAAEEEEAAAQQQQAABBBBAAAEEEEBgFwH2K+CmQMAj4NfAqx07dujZZ5/V119/rbPPPjvQ82bhVgMHDnTCrlId7dq10/Tp0wm8CvQsUzwCxRNgv4zi2dIyAggggAACVQiwfsDtgYCPBT744AP96U9/0tSpU5MBV+nKtQCsyy67TFdccYUOOuigdKeX/XUCr8o+BRSAQOAEgr5+UIjNtYs9aWyIVGxh2kcAAQQQKKVAfUkPSOri6nSzpOMlvVmgQlpKekTSfq72npR0lqTtBeqDZhBAAIFCCByZItyqXh4Nb/MEW1m4lX1szaNNLkWgMoHd4sFWFnDVIh5ule3q51F5/vz/kaS5kk71FGk/74dKut1n08cbQD6bEMpBAAEEgiAQ9AX4IBhTIwIIIIAAAggggAACBRTg7zsKiElTCCCAAAIIIIAAAggggAACCCCAAAIIIIAAAggggAACCCCAAAIIIIAAAggggAACCCCAAAIIIIAAAkkB9ivgZkDAI+DHwCvbuHrEiBGaMmWKpk2bpp49ewZ23jZv3uyEXd17772VjqF3794aP3686tatG9hxUjgCCBRPgP0yimdLywgggAACCFQhwPoBtwcCPhTYsmWLJkyYoJtuuinjoCvvMCz46re//a0GDBig2rVr+3CU35dE4JVvp4bCEPCtQNDXDwi88u2tRWEIIIAAAiEUqCbpt5JGusZm4SyXSJpW4PFeI+k2SbXi7dqCyx2SBha4H5pDAAEEMhU4OkW4VT5/qfGNK9xqpetz74aqmdbHeQikE7B7uHU82KpZ/N9cVznflvR6/OP36Tqu5HULy3pcUmPP6/8n6XxJz+bYbjEv4w2gYurSNgIIIBBSgaAvwId0WhgWAggggAACCCCAAAKVCRB4xb2BAAIIIIAAAggggAACCCCAAAIIIIAAAggggAACCCCAAAIIIIAAAggggAACCCCAAAIIIIAAAgggUAwB9isohiptBlrAb4FXL730ks4444zkxtVBD7wyXxvPpk2bkvdJy5Yt1b59eyfgauvWrc6/V199tapXrx7oe4niEUCgOALsl1EcV1pFAAEEEEAgjQDrB9wiCPhM4LPPPtOgQYM0derUlJW1atVKbdu2VYMGDZzXv/jiCz3//PNatmxZyvMtfHr06NFq2LChz0b6fTkEXvlyWigKAV8LBH39gMArX99eFIcAAgggEDKBCyXNiD13uN+ZvF/Sr4owTvsZP1lSb1fb30m6SNLDReiPJhFAAIGEgIX7NU/xsXseRPZXH6s8AVdr8miPSxFIJ9BI0vGecKufpruoktf/I2mpK+DK7l0Lu9qaY3t22VmSHpLkDdx6Q1LnWJjmujzaLualvAFUTF3aRgABBEIqEPQF+JBOC8NCAAEEEEAAAQQQQKAyAQKvuDcQQAABBBBAAAEEEEAAAQQQQAABBBBAAAEEEEAAAQQQQAABBBBAAAEEEEAAAQQQQAABBBBAAAEEiiHAfgXFUKXNQAv4LfDKW0/QA6+mTJmivn37Ju+RoUOHasSIEapVq1ag7xuKRwCB0gmwX0bprOkJAQQQQAABlwDrB9wOCPhI4JNPPnGComfPnl2hqqZNmzohWGeffbbq1auXsuKvvvpK8+bNc8Kt1qypuAXxOeeco4kTJ+rHP/6xj0b7fSkEXvluSigIAd8LBH39gMAr399iFIgAAgggEBKBIyUtlHSgazyrJbWRZEEYxTjqx9p/Oh46k2j/35KOlbS+GB3SJgIIRE7A/voiVbiVO9gvW5QvPeFWFnS1NttGOB+BLAR2k/QLT7hVM0l7ZdGG+1RbCf2bpESwlf27Ice2vJfZM/wfYmFZN0jyPs8/JsnCNbcUqK9iNMMbQMVQpU0EEEAg5AJBX4AP+fQwPAQQQAABBBBAAAEEvAIEXnFPIIAAAggggAACCCCAAAIIIIAAAggggAACCCCAAAIIIIAAAggggAACCCCAAAIIIIAAAggggAACCBRDgP0KiqFKm4EWIPCquNPn3qC6bt26WrBggVq3bl3cTmkdAQRCJcB+GaGaTgaDAAIIIBAcAdYPgjNXVBpygc2bN2vw4MG66667kiO152sLwBoyZIjs80yOTZs2adSoURo3bpzs88RxxRVX6LbbblOdOnUyaaZk5xB4VTJqOkIgNAJBXz8g8Co0tyIDQQABBBDwscAe8bArC7dKHBZydbKklUWu24JonpS0r6sfC+FoK8m76WCRS6F5BBAIuICt4HjDrSwkKJ/jU1e4lf3voYVbvZtPg1yLQJYCB8V/Rh+R5XWJ07dJesITcPXPHNtKd5kFcD0kqaPnxB2Sfifp5nQN+OB13gDywSRQAgIIIBA0gaAvwAfNm3oRQAABBBBAAAEEEMhTgMCrPAG5HAEEEEAAAQQQQAABBBBAAAEEEEAAAQQQQAABBBBAAAEEEEAAAQQQQAABBBBAAAEEEEAAAQQQQCClAPsVcGMg4BEg8Kq4twQbVBfXl9YRiIIA+2VEYZYZIwIIIICADwVYP/DhpFBS9AR27typ6dOnq3fv3snBW8CVhV/16NFD1apVywpl27Ztmjx5sgYOHFgh9Grq1Knq2bOnUvzunVX7hTyZ9YRCatIWAtEQCPr6AYFX0bhPGSUCCCCAQHkFbpP0G0mJn7vbJfWT9ECJyuojaZKkGq7+bpE0rET90w0CCARP4Ecpwq2OynMYH7nCrSzYygKu1uXZJpcjUAiBbAIg/+4JuHqrEAVk0Mbhkh6X9FPPuV9JujAe2pVBM2U/hTeAyj4FFIAAAggETyDoC/DBE6diBBBAAAEEEEAAAQTyEiDwKi8+LkYAAQQQQAABBBBAAAEEEEAAAQQQQAABBBBAAAEEEEAAAQQQQAABBBBAAAEEEEAAAQQQQAABBBCoRID9Crg1EPAIEHhV3FuCDaqL60vrCERBgP0yojDLjBEBBBBAwIcCrB/4cFIoKXoCH3zwgXr16iVbu0gco0aN0qBBg1SjhnuL9MxtLPRq9OjRGjJkSPKi1q1ba9q0aTr44IMzb6jIZ7KeUGRgmkcghAJBXz8g8CqENyVDQgABBBDwlcDZkmZLqumqapykgZIs+KoUh/X9B0mDXZ3ZAkw3SQ+XogD6QAABXws0TBFu9bM8K/7AE25lAVcWeMWBgB8FFktqV0lhizwBV9+WYQAdJc2VVMfT99uSOkv6RxlqyrVL3gDKVY7rEEAAgQgLBH0BPsJTx9ARQAABBBBAAAEEoilA4FU0551RI4AAAggggAACCCCAAAIIIIAAAggggAACCCCAAAIIIIAAAggggAACCCCAAAIIIIAAAggggAACxRZgv4JiC9N+4AQIvCrulLFBdXF9aR2BKAiwX0YUZpkxIoAAAgj4UID1Ax9OCiVFT2DSpEnq169fcuAXXHCBJk6cqHr16uWF8fHHHzvtPv7448l2LARr4MCBSvH7d1595Xox6wm5ynEdAtEVCPr6AYFX0b13GTkCCCCAQPEFLNp3haT6rq4sVKOHpI+L332FHizQ5iFPoMf7ks6QZIEZHAggEA2BRq5wqxbxzw/Jc+jvxsOtVrpCrj7Ns00uR6CUAhMk9Zf0z3i41ROS/ibpi1IWUUlfwyWNjH14n90XSjpf0mYf1JhNCbwBlI0W5yKAAAIIOAJBX4BnGhFAAAEEEEAAAQQQiJgAgVcRm3CGiwACCCCAAAIIIIAAAggggAACCCCAAAIIIIAAAggggAACCCCAAAIIIIAAAggggAACCCCAAAIIlEiA/QpKBE03wRHIJvDKvdly//79NXbsWNWuXVs7duzQqlWr9Mgjj+jpp5/WsmXLHIDDDz9cJ5xwgrp37662bds656Y63n77bf3yl7/U6tWr08ItXbpUrVu3rvQ8q+XNN9/UvHnzZGN7+eWX9eWXX6pu3br6xS9+oTZt2qhz585q2bKlatSokbY/t0+zZs00a9Ys/exnP9Nrr72mO+64Q/Pnz3faP/nkk3XmmWfq2GOP1XXXXZfRWKzzG2+8UcOH29Ywux47d+7Uv/71Lz3xxBN67rnnZE7mnDiaN2/uGLdv315dunTRvvvum3Y83hO2bNmi559/3hnHiy++mGzf2rX2rd2OHTuqQYMGWbXtbnflypXJe6Jx48Yyx1NOOUXnnnuu7L/9spl4VgPkZARKKMB+GSXEpisEEEAAAQR+EGD9gLsBgTILbNiwQZdeeqnzfJ845s6dq65duxaksunTp6tXr17Jtjp16qSpU6dqn332qdC+d80isS7xwQcf6M4779TDDz+sdevWOc/Qtt5g6xtHHnmkqlWrtkud27Zt0/Lly/XQQw85z+KJZ/xWrVo5z/bua3MNvCr083iqtSAb22OPPaa7775bzzzzjOrXr6/TTjvNmRtbG9lrr70KMkc0ggAC2QkEff2AwKvs5puzEUAAAQQQyFSgbixIZr6kU1wX/EvSLyW9kGkjBT6viaQXJe3tavdRSX0kbSxwXzSHAALlFzjIFW7VPP75T/Isa60r1Mr+gsJCrjbk2SaXI1Bugaax8Kg15S7C038dSTMlneX5ur2B8ofY134vybt5sM+GkLIc3gAKwixRIwIIIOAzgaAvwPuMk3IQQAABBBBAAAEEECi2AIFXxRamfQQQQAABBBBAAAEEEEAAAQQQQAABBBBAAAEEEEAAAQQQQAABBBBAAAEEEEAAAQQQQAABBBBAIJoC7FcQzXln1FUI5Bt49emnn2rgwIEVNqBO1d1xxx2nUaNGOUFH3v/vd6ECr1599VUnPMo2XU53VFWP+9pUgVe2IfWVV17pBF15j/POO0/vvvuu1qzJbBuaVIFXFnRlfdx0001pXRP9W6DXFVdcocGDBzsbTac7bAPse+65xwkts425qzqsPauzX79+qlWrVpXn2ubds2fP1siRI52ArnRHnz59nHH+5Cf5bmmVrideRyC4AuyXEdy5o3IEEEAAgUALsH4Q6Omj+DAIrFixwglhXr9+vTOcdu3ayUKq9t9//4IMz56Fe/TooRde+H6Ld3uuXrBgwS4h26kCr7Zv367LL7885XOvBVdNmTJFjRo1StaZeM4fMWJE2jULe7a3kKnx48frd7/7ndNGIoDbwqkrO4r1PO4NvLL/vvnmm50Q8FTHfffd5wSVcSCAQOkFgr5+QOBV6e8ZekQAAQQQCL+AxfCOkPT9k8UPx8WSJpd5+BdKmhELy6juqsNCM0aWuS66RwCB/AR+miLcar/8mtRrnnArC7jalGebXI4AAukFGktaKMm7IrlZ0kWS0v9lVvo+ynUGbwCVS55+EUAAgQALBH0BPsD0lI4AAggggAACCCCAQC4CBF7losY1CCCAAAIIIIAAAggggAACCCCAAAIIIIAAAggggAACCCCAAAIIIIAAAggggAACCCCAAAIIIIAAAukE2K8gnRCvR04gn8Cryy67zAl+Wr58eUZuFpz0wAMPOBtWu498A6927NihmTNn6uqrr04ZQlVZcbaZtQVkWWBXjRo1Up7mDbyyMd9+++2VhkSNGzdOtrnz6tWrMzLxBl7ZJtizZs2qNFArXaO2MfZtt92mOnXqVHrqJ5984lhZMFU2x7XXXutsal1Z25s2bdKwYcNkBtkctmG3hW+ddNJJ2VzGuQhERoD9MiIz1QwUAQQQQMBfAqwf+Gs+qCaCAhMnTtSAAQOSI7dndwvSrlmzZkE0tm7dqiFDhjhB0IljzJgxzhpBVWsWd999t7O2UdlayOjRo502Er/H5/Kcf84556hevXpOP3akC7wq5vO4O/Dq4osv1gEHHOCsDaQ6WrZsqQcffFCHHHJIQeaIRhBAIDuBoK8fEHiV3XxzNgIIIIAAApkIdJD0uCT3u6BjJA2R9F0mDRTxHAvjsncUr3D18R9Jl8eCNR4sYr80jQAChROwEJzm8Y8W8X8b5NG8LchamJV9rHR9/k0ebXIpAgjkJnCqpLmSfuS5/B+SOkt6O7dmfXMVbwD5ZiooBAEEEAiOQNAX4IMjTaUIIIAAAggggAACCBREgMCrgjDSCAIIIIAAAggggAACCCCAAAIIIIAAAggggAACCCCAAAIIIIAAAggggAACCCCAAAIIIIAAAggggIBHgP0KuCUQ8AjkGnh1yimnyIKmlixZ4rR4wQUXqFevXmrRooVq166tDz74QI8//rjuuOOOCiFU7du315QpU9SoUaNkJdu2bZNtzmztvfzyyzrjjDOSr1kQUteuXZP/bSFV7s2tbeNo20zZNsG2NhJHx44d1bNnT7Vp00Z77bWXtmzZotdff905d968eRXOtQ2zBw0alDL0yuuTaN82m/7Nb36j008/Xd99951T97PPPquhQ4c647ex2GGbZd9yyy3O502bNtWkSZN06KGHJuusVauW9txzz+R/m2ffvn0rBGqZbffu3fWLX/zCGYsdn376qV555RVNnz5dCxcurDCrFrh16aWXprzXP/vsM/Xv398xSBxmet555zleNi4L//rHP/6hqVOnavLkyRlZbd68WYMHD9Zdd91VoV1r09pOtGt1v/TSS47D888/nzy3cePGTl8nn3wy36MIIOARYL8MbgkEEEAAAQTKIsD6QVnY6RSB7wW2b9/uBFTfeuutSZIJEyY4z7OFPGx9wp7BE4eFSFtg1e677578WmUh3fYca8FW559/vnbbbTcn+PqRRx6RhUVbsHPiSPWcf9xxxzlB1La2YmsI69evd57T7Vl53bp1uwyxqsCrYj+PuwOv3IXZWsU111yjJk2aOGsUTz75pPOyfa169eqFnCbaQgCBDAWCvn5A4FWGE81pCCCAAAIIZChwhKTFkvZznb9U0rmSvsiwjWKfZu+Q2jvNFpSTON6TdJ6k14rdOe0jgEBWAj93hVslQq72zqqFiidvdQVauQOutufRJpcikK1APUn210n2caakoZLuybaREJ4/WJKtylo4pft4Nv4z+qsQjJk3gEIwiQwBAQQQKLVA0BfgS+1FfwgggAACCCCAAAIIlFmAwKsyTwDdI4AAAggggAACCCCAAAIIIIAAAggggAACCCCAAAIIIIAAAggggAACCCCAAAIIIIAAAggggAACIRVgv4KQTizDyl0g18CrRI+2ibNtBm0hVdWqebc7kRMy1a9fPy1fvjxZ5Ny5cyuEWLmr99Yzbdo0J4ipsuO1117TRRddpLVr1zqn2IbTt99+u7PhdKp6LCDLgqJsY+lETXaNBUe1bt16l25SBV61bNlS999/v7Opc7rDvTF0VRtUWzsbNmxwNu+ePXu206wFUVmAVI8ePVKOxc759ttvZUa2yXYi8Kt3794aP368c737sLHfeeed+vWvf538stVk55544ony/n/y7fzFixfrV7/6VXLDbbOaM2eOjj322GQbdp6FbF1++eXJr3Xo0MEJOzviCNtOb9cjVd0WjDVx4kQ1bNgwHSuvIxApAfbLiNR0M1gE2ypVnQAAIABJREFUEEAAAf8IsH7gn7mgkggKfP31105wlD1rJo758+fr7LPPLqjGX//61wrBy926dXP63HvvH7ZsThV4lWloswVBXXbZZXr00UeTdY8YMULXX3+96tSps8tYLOzKnu/dIdV2UmXrCaV4Hk8VeGXBYLfddlvKMRR0gmgMAQSyEgj6+gGBV1lNNycjgAACCCBQpcCPJE2Ph3ckTtwoqa2kNT6zO1LSMntf1FXXE5IukrTJZ7VSDgJREUgEWrn/3SOPwW/2hFtZwNWrebTHpQjkKmB/5WLBVhZw1SpFIxZ21T/XxkNwXW1J02Khk11TjGWUpGGSdoRgnDYE3gAKyUQyDAQQQKCUAkFfgC+lFX0hgAACCCCAAAIIIOADAQKvfDAJlIAAAggggAACCCCAAAIIIIAAAggggAACCCCAAAIIIIAAAggggAACCCCAAAIIIIAAAggggAACCIRQgP0KQjipDCk/gXwCryxQycKPLNyoqsPCpHr16pU8ZejQobINk6tXr77LZdkEXllo0uDBg50QJzsaNWqkKVOm6LTTTtslvMnbkQVkde/eXatXr3Zeuvjii/XnP/95l82aUwVeVRXY5e0nm8CrZ555Rhb6lAiuGjRokG6++WbVqlWrSl8Lyrr00kuTG2JbeNWMGTOc8C/38f777ztjdgd9zZo1SxbgVdlhm2fb/FmIVuIYPny4bIPuxPx52+3cubMmTJigAw88sMq6U7VtG4vbWDgQQOAHAfbL4G5AAAEEEECgLAKsH5SFnU4R+F7giy++cMKvFy5cmCRZunRpyqDqfMyWLVvmrGkknsM7duzoPAM3aNAg2WyqwCsL/rZgqhS/q1coZ9KkSU4IeOLIJCjqk08+ccKwLeArcVQWeFWK53Fv4JWtITz44IM65JBD8qHnWgQQKIJA0NcPCLwqwk1BkwgggAACkRSwd1//IGmoZ/T2Tq2FYPnx6CvJQkZquor7o6QhfiyWmhAIkUANSe5Qqxbx/94tjzFauJ4FWtnHyvi/b+TRHpcikKuAxdlbsJV9nCTp4AwaWiHJQrGieNhf9zwp6SjP4LdIst8hHg4ZCm8AhWxCGQ4CCCBQCoGgL8CXwog+EEAAAQQQQAABBBDwkQCBVz6aDEpBAAEEEEAAAQQQQAABBBBAAAEEEEAAAQQQQAABBBBAAAEEEEAAAQQQQAABBBBAAAEEEEAAAQRCJMB+BSGaTIZSGIF8Aq8qC4nyVubdHNo2bh47dqxq1669yyCyCbx64403dMEFF8jCq+zINCDKzrWwJavBrrHDwrL+8pe/6JhjjqlQk7eeysKkKpuNTAOvrB4Lt7IwqUQ9jzzyiI4//vi0E23Xjhw50vmwo7KNsL3BY5lu0O0N1OrUqZOmTp2qffbZx+nPvYG3haDZa+ecc07auu0Eb9vdunWThV7tvbdtP8SBAAImwH4Z3AcIIIAAAgiURYD1g7Kw0ykC3wuUKvDKu16RSeBVZesH3rmzEK0rr7zSeUa2o0mTJpo5c6aOPvrotNO8aNEi2fNxIoirsuf8UjyPewOvLOhr1KhRqlnTvRV92iFxAgIIlEAg6OsHBF6V4CahCwQQQACBSAh0kfSgpDqu0d4r6XKfj/4uSf/tqvE7ST0kzfF53ZSHQFAE7C8z3OFWic/z+T38c1e4VSLg6p2ggFBn6AQssC0RbtXa83Mwm8Hm8z2RTT9+Ordt7O+M5klq4ClqnaTOksIYWscbQH66A6kFAQQQCIhA0BfgA8JMmQgggAACCCCAAAIIFEqAwKtCSdIOAggggAACCCCAAAIIIIAAAggggAACCCCAAAIIIIAAAggggAACCCCAAAIIIIAAAggggAACCCCAgFuA/Qq4HxDwCOQTeDVhwgRZeFW6w7tRde/evTV+/HhZOJL3yCbwauLEiRowYECyCdsQ+vTTT09XTvJ16+uMM85IbiCdajzeevr166c77rhDe+yxR0b9ZBp4tXXrVs2dO1erVq1yPvbcc0/de++9yVCpdJ2l6+ebb75xwr3uusu2i5MOO+wwzZkzJ6ONti1Q65ZbbtHChQvVtGlTJ4Sra9euzvx5N/Bu166dLFhr//33T1ey87o36CubujLqgJMQCIEA+2WEYBIZAgIIIIBAEAVYPwjirFFzaAT8HHjVvn17zZgxQw0bNqzSO5vwb29Dn3/+uWzt5Mknn3ReShV4VarncW/g1eTJk9WnT5/Q3GsMBIEwCQR9/SAIm4qzIVKYvmMYCwIIIBBOgSMlPSbpENfwXpFkQRbf+HzIFrLxsKSTXHX+n6RjJL3n89opDwG/CeyVItyqaZ5FrveEW1nAFd+beaJyec4Ce8bDreznW5v4/Z5LY+9Lel3SGs+/ubQV1Gt+HQsHu11SDc8Ano25nC/JfhaH8eANoDDOKmNCAAEEiiwQ9AX4IvPQPAIIIIAAAggggAACfhPg7zv8NiPUgwACCCCAAAIIIIAAAggggAACCCCAAAIIIIAAAggggAACCCCAAAIIIIAAAggggAACCCCAAAIIhEOA/QrCMY+MooAC+QReZRow5d2oumPHjk4oUoMGtnVZxSPTwCsLiBoyZIjGjh3rNGBBTJMmTdKhhx6asc57772nSy+9VGvW2PY10sCBAzVq1CjVrFkz2Ya3nhEjRsg+Uvz/11P2my6IKuNiPSfa+D/66CO9+uqrmjdvnh5//HF9+eWXzlmpNsL+7LPP1KNHDz399NPOOZ07d9bUqVNVr169XEtwrlu3bp3T7gsvvOD89yWXXCIb8+67755xuw8//LAuv/zy5Pnz58/X2WefnfH1nIhA2AXYLyPsM8z4EEAAAQR8KsD6gU8nhrKiIVCqwKsVK1aoS5cuWr/etm2WUq1XeIOrMg3Cfuqpp9ShQ4fkhGUaGm4XbN++XcOHD9ett95a6XN+qZ7HvYFXS5Ys0Uknubegj8Y9ySgRCIJA0NcPCLwKwl1GjQgggAACfhawd+YWxcOtEnV+IqmTpFf9XLirtpbx0Kv9XV97XtLpkr4NyBgoE4FSC9R3hVu1iH9+RJ5F/DMebrXSFXJlX+NAoFwCzeI/3yzcqrWkA3MoZIek5zzBVhZ29Z8c2grLJRMk9U8xGPsrrOvCMshKxsEbQCGfYIaHAAIIFEMg6AvwxTChTQQQQAABBBBAAAEEfCxA4JWPJ4fSEEAAAQQQQAABBBBAAAEEEEAAAQQQQAABBBBAAAEEEEAAAQQQQAABBBBAAAEEEEAAAQQQQACBAAuwX0GAJ4/SiyOQT+DV0qVL1bq1bSdT9VGMwKuNGzfKNpmeM2dOuu4zfr13794aP3686tatm7zG6zNmzBgnGCvTI9/Aq//85z9699139f7772vt2rVOOJdttr1q1apKS0gVeOXdoLt///5OWFjt2rUzHUrK87ybg+fVWPzibDYBL0R/tIGA3wXYL8PvM0R9CCCAAAIhFWD9IKQTy7CCIZDqmT/TNYhsRuh95k8VDu19nk4Vlp2qzylTpqhv377Jl7INd3Zfn+o5v1TP4+51jUaNGukvf/mLjjnmmGyYORcBBEokEPT1AwKvSnSj0A0CCCCAQGgFLJziWkmJn6nfSbpGkoVZBOnoLWmKp+BbJA0L0iAiWmstSeMkvRQLo7kvogbFHvaPXeFWzeOf/1eenb7nCrWyv0CwkKuP82yTyxHIR8D+gsWCrdwfNXNo8B8pAq4sCJLjB4ELJD3kArFwSVvNnBUBJN4AisAkM0QEEECg0AJBX4AvtAftIYAAAggggAACCCDgcwECr3w+QZSHAAIIIIAAAggggAACCCCAAAIIIIAAAggggAACCCCAAAIIIIAAAggggAACCCCAAAIIIIAAAggEVID9CgI6cZRdPIGgBl55Q7QKIdSxY0dNnz5dDRo0SDbn9Zk2bZp69uyZcXe5BF5t2bJFjz32mMaNG6fnn38+474SJ2ayEfaNN96o4cOHZ9229wKvT94NSipUbYWohTYQ8IMA+2X4YRaoAQEEEEAgggKsH0Rw0hmyfwS2bt2qIUOGOEHNiWPy5Mnq06dPQYv0hlJdccUVGj16tHbfffdkP97Aq0yfWd3rAdZYtoFds2bN0kUXXeTUkeo5v1TP47msaxR0kmgMAQQyFgj6+gGBVxlPNScigAACCCCwi4AFVkyWZCEhieMeSf0DaLWbpJslXe+qfbukLpIWBHA8USn5IEmPxAOYvpFkMclvRmXwRRrngSnCrRrn2dfbnnArC7j6PM82uRyBQgrsJWljDg1ayOMSV8DV65Is8IojvcBN8VDJf0k6S9Lq9JeE4gzeAArFNDIIBBBAoLQCQV+AL60WvSGAAAIIIIAAAgggUHYBAq/KPgUUgAACCCCAAAIIIIAAAggggAACCCCAAAIIIIAAAggggAACCCCAAAIIIIAAAggggAACCCCAAAIIhFKA/QpCOa0MKh8BAq9+0PND4NVbb72la6+9VosWLUo7rY0bN1a7du3UuXNnLV++3NmU245MNsLOdIPudEWUaoPtdHXwOgJhFmC/jDDPLmNDAAEEEPCxAOsHPp4cSouGwMSJEzVgwIDkYIcOHSoLX6pevXpBALZv3+4EQd96663J9saMGaOBAwdWaL9cgVfu5+1MnvMLgZJqrYDAq0LI0gYCpREI+voBgVeluU/oBQEEEEAgfAL7S1om6SeuoS2W1F3SJwEd7r6SpseCg9u76v+npI6S1gZ0TGEu+wxJD0ra2zXId+09a0lfh3ngBRzbwa5wqxbxz+17O5/jjXi41UpXyFUuQUL51MC1COQiYKF5tdJc+E6KgKsduXTGNY7A7yX9OWIBeLwBxM2PAAIIIJC1QNAX4LMeMBcggAACCCCAAAIIIBBsAQKvgj1/VI8AAggggAACCCCAAAIIIIAAAggggAACCCCAAAIIIIAAAggggAACCCCAAAIIIIAAAggggAACCPhVgP0K/Doz1FU2gbAEXqUKqyoEqtdn2rRp6tmzZ8ZNZ7Mx9Nq1a3XJJZc44VXuo379+jruuON07LHH6sgjj9Rhhx2mQw89VPXq1VO1atWcU9P1s2zZMnXo0EGbNm1yzi9W4FWh2s0YmBMRiIAA+2VEYJIZIgIIIICAHwVYP/DjrFBTpARWrFihLl26aP369c6427dvrylTpqhRo0YFcbB2+/Tpo6efftppr27dulqwYIFat25dof1yBV499dRTznO8HZkEXhXreTzdekNBJoNGEECgIAJBXz8g8KogtwGNIIAAAghETGB3SU9KOtk17g8lXRQLh3ox4BYW+vO4pP1c43hMUm9J/xfwsYWp/Jsl3ZBiQBa2dqqkN8M02AKN5TBXuFXz+OcW8pbP8aor1CoRcEXYWD6iXFtOgfslXewq4FtJz8UDrpZIWiPp+7964UAgdwHeAMrdjisRQACByAoEfQE+shPHwBFAAAEEEEAAAQSiKkDgVVRnnnEjgAACCCCAAAIIIIAAAggggAACCCCAAAIIIIAAAggggAACCCCAAAIIIIAAAggggAACCCCAAALFFWC/guL60noABYIaeLVhwwb17t1bjz9uW51JJ554ombMmKHGjRsXdBZKFXi1ZcsWDRw4UBMnTkzWb5ts28bS9m/NmjUrHdfOnTs1cuRI58OOVBthezfo7t+/v8aOHavatWvn5eUN0rIxjBo1qsp68+qQixGIoAD7ZURw0hkyAggggIAfBFg/8MMsUEOkBey5/9JLL9W8efOSDnPnzlXXrl0L4vLwww/r/PPPT7bVqVMnTZ06Vfvss0+F9nMNvLJwrr59+ybbmj9/vs4+++yMa58+fbp69epV6XN+qZ7HCbzKeMo4EYGyCwR9/YDAq7LfQhSAAAIIIBAwgWqSfidphKvurZKukDQpYGOprNzukmZ4Xhwu6VZJ20MyxqAOo6Gk2Z6wtcRYLJDmAkmfBXVwBaz7yBThVvXyaH+bK9hqletz+97nQCAsAu0ldXOFXK0Py8AYh68EeAPIV9NBMQgggEAwBIK+AB8MZapEAAEEEEAAAQQQQKBgAgReFYyShhBAAAEEEEAAAQQQQAABBBBAAAEEEEAAAQQQQAABBBBAAAEEEEAAAQQQQAABBBBAAAEEEEAAAQRcAuxXwO2AgEcgqIFX33zzjQYNGqS77rrLGVHdunW1YMECJxyqkEepAq9WrFihLl26aP3677fradmype6//341adIk7XC8YVmpAq/+/e9/q2fPnnruueec9rp166b77rtPe++9d9r27QSr75prrtG+++6rFi1aqG3btmrXrp3effddXXTRRc7rdlS2QXhGnXASAgikFGC/DG4MBBBAAAEEyiLA+kFZ2OkUgYoCkyZNUr9+/ZJf7Ny5s/Msu99+++VF9emnn+qyyy7To48+mmxn9OjRThC19/fvXAOvnnrqKXXo0CHZ/pgxY5z2Mz1uvfVW3XDDDc7pqZ7zS/U8TuBVpjPGeQiUXyDo6wcEXpX/HqICBBBAAIFgCXSOBenMl1TdVfbdsZChK2MhWN5N/II1sorV3iHpGteXLNjHYpAfD/KgAl778ZIelnSAZxx23/1R0rBYGNuOgI8xl/KPdoVbtYh/vmcuDcWv+cYVaLXS9XmYvr/z4OFSBBBAIC8B3gDKi4+LEUAAgWgKBH0BPpqzxqgRQAABBBBAAAEEIixA4FWEJ5+hI4AAAggggAACCCCAAAIIIIAAAggggAACCCCAAAIIIIAAAggggAACCCCAAAIIIIAAAggggAACRRRgv4Ii4tJ0MAWCGnhl2mPHjtV1112XhK9sc+p8ZqZUgVfTp09Xr169kqXahtLDhg3bZaPtVGPxhlml2gjbG4p12GGHac6cOTr6aNt6K/3hrW/RokU6/fTTtXHjRmfzcWvLjkaNGumRRx7R8cfbVmccCCBQCAH2yyiEIm0ggAACCCCQtQDrB1mTcQEChRf46KOP1Lt3by1evDjZ+KhRo5wA7Bo1auTU4bZt22TrB0OGDEleb+HZ06ZN08EHH7xLm7kGXnmvs3GMHz/eCexOd2zatElXXnmlpk6d6pya6jm/VM/jBF6lmy1eR8A/AkFfPyDwyj/3EpUggAACCPhfYH9JL0o6yFXqUkmdJG32f/lZVbibpJftuch11TpJZ0ham1VLnFwIgWsl3S7J5sV9bJTUXdKCQnTi8zaquYKtmrs+3z2Puje5Aq1WSbKAqzV5tMelCCCAAAJVC/AGEHcIAggggEDWAkFfgM96wFyAAAIIIIAAAggggECwBQi8Cvb8UT0CCCCAAAIIIIAAAggggAACCCCAAAIIIIAAAggggAACCCCAAAIIIIAAAggggAACCCCAAAIIIOBXAfYr8OvMUFfZBIIcePXSSy/p3HPP1fr16x2/qjaoTgVsoU3//d//rUMPPVQHHnigOnXqpK5du2q33X7YoqtcgVeTJ09Wnz59Mrov5s+f72wAbhti25FqI2z7+qRJk5xwqsTxpz/9Sddcc03aUK3Nmzfrqquu0gMPPOBceuKJJ2rGjBlq3Lixdu7c6QSP2WbjicM+v/nmm1WrVq209dtG4yNGjNCCBQvUsGFDp/YLL7xQxx57bNprOQGBqAiwX0ZUZppxIoAAAgj4TID1A59NCOVEV8D7zGuBUbfccosGDBiQdeiVPYPa8/bAgQOTz9Ame8899zjPyyl+91augVfe4GkLiJ45c6ZOOumktJPpXe9I9ZxfqudxAq/SThcnIOAbgaCvHxB45ZtbiUIQQAABBHwuYBG6D8ZCoDq76twg6YRY4NDbPq891/L+S9JLkuq5GrCALwu9+k+ujXJdVgJ1JNk7xd1SXGXBTGdJ+jCrFoNxsr3b7Q61SnxePY/yv/SEW1nAFeFteYByacEFmnBPFtyUBv0nwBtA/psTKkIAAQR8LxD0BXjfA1MgAggggAACCCCAAAKFFSDwqrCetIYAAggggAACCCCAAAIIIIAAAggggAACCCCAAAIIIIAAAggggAACCCCAAAIIIIAAAggggAACCCDwvQD7FXAnIOARCHLglTeIyYZ2xRVX6LbbblOdOrbtVuXHJ598ov79+8s2zk4cc+fOdQKv3Ee5Aq8siMrGkS40au3atbrkkku0fPnyZNm2+beFebVq1arCWN5//3117949ea5tmP3ggw+qSRPbsqjyw9rq1q1bcjPw4cOHOyFV1at/v5XXG2+8oQsuuEBWix3W/4QJE5y+Um0W7u5pyZIl6tu3r9atW+d8uWXLlk5NhxxyCN+rCCAQF2C/DG4FBBBAAAEEyiLA+kFZ2OkUgV0Fvv32Ww0bNkyjR4+u8OKQIUN0ww03OM+gmRy2hjBmzBjdfvvtFcKu0q0j5Bp4ZTV5n6fPOeccTZw4UT/+8Y8rLfmrr77S1VdfrSlTpiTPqSzYuhTP4wReZXJ3cQ4C/hAI+voBgVf+uI+oAgEEEEDA/wJ/lDTYVeaOWDDJLyXN8X/peVV4iaT7JFWLt2LjHiPp+rxa5eJMBOydZHtH/bAUJ9ucXCXp20wa8vk59tcFiUCrFvHPm+VZ86fxcKuVrpCrd/Nsk8sRKKTA/pLauD7se8COIDyfFdKBtqInwBtA0ZtzRowAAgjkLRD0Bfi8AWgAAQQQQAABBBBAAIFgCRB4Faz5oloEEEAAAQQQQAABBBBAAAEEEEAAAQQQQAABBBBAAAEEEEAAAQQQQAABBBBAAAEEEEAAAQQQQCAoAuxXEJSZos6SCfg98Mo2rx45cqRq1KiR0sTq79mzZzIwyU6yzap///vfq2HDhimv+fjjjzV48GBNnTo1+boFNtmm0/Xq1atwTakCr1asWKEuXbpo/fr1Tv+NGzfW3XffrU6dOqUMjdqxY4eeeeYZXX/99Vq9evUu41y6dKlat25d4es7d+7UnXfeqV//+tfJr9s59rUWLWzbroqHnf/CCy/oyiuvTPZh4VgzZ87U0UcfnTx5+/btzqbhZpo46tevr//5n/9Rjx49UoZ2pWrbrv3Tn/4kC/tKF5RVsm8QOkLABwLsl+GDSaAEBBBAAIEoCrB+EMVZZ8y+Ffjyyy9lAVf33ntvhRqbNm2qQYMG6bzzztNee+2Vsn4LkHrsscec582XX365wjmZBFDlE3hlIVsDBw6sUHfv3r2dgOv99ttvl3orG2dlgVeleB4n8Mq33xYUhsAuAkFfPwjChupsiMQ3HgIIIIBAuQV6SJooaU9XIRYNbKFP3p9T5a61GP3fLWmAq+HNkvpJmlmMzmjTEegm6QFJFgblPizg6leSZgTU6UeucKtEyNVReY7lI1eo1SpJFnK1Ls82uRyBQgrskSLcyr4XUh0HSfpnITunLQR8JsAbQD6bEMpBAAEEgiAQ9AX4IBhTIwIIIIAAAggggAACBRTg7zsKiElTCCCAAAIIIIAAAggggAACCCCAAAIIIIAAAggggAACCCCAAAIIIIAAAggggAACCCCAAAIIIIAAAkkB9ivgZkDAI+C3wKu33npLF154odasWZOs1MKojjnmGOe/bTPqI444Ivmabe58xx13OAFXmzZtSn798MMP1yWXXKL27dvr4IMPlgVEvfPOO1qwYIGmTZtWISDLwqUmT56sk08+eZf7o1SBV7YJ9lVXXaUHHrAtw74/6tatq759++qiiy7Sz372M1WrVk2ffvqpXnnlFT300EPOht2J47DDDtPf//735H+nCryyFzds2KCrr75a06dPT55r4VS24bY5Wz92mJUFW5lLwtXqmTBhgrp3775LINVnn33mtDtr1qwKhh07dnQCydq0aeNsPr5lyxatXLnSadvqd89ZJhuN8w2MQBQF2C8jirPOmBFAAAEEfCDA+oEPJoESEHAL2PPjsGHDNG7cuJQwrVq1Utu2bdWgQQPn9S+++ELLli3Tq6++WuHZM3GxPQOPHTtWBxxwQJXQ+QReWcNr16511ieWL1+e7MfWLPr37++EXO+7776yUK5HH31UkyZNqrAekrigssAre73Yz+MEXvF9iEBwBIK+fkDgVXDuNSpFAAEEECiPQFNJc2IBQ9+/k/f9YZG+bSVZ+FAUDnvamy3pFNdgLZClTSx86cMoAJRwjDUljYk9c16Zos/37T17ST+8m1/CwnLoqmGKcCv391EOTeoDT7iVBVxZ4BUHAn4SaBn/30f792hJh2dR3HWSxmZxPqciEDQB3gAK2oxRLwIIIOADgaAvwPuAkBIQQAABBBBAAAEEECilAIFXpdSmLwQQQAABBBBAAAEEEEAAAQQQQAABBBBAAAEEEEAAAQQQQAABBBBAAAEEEEAAAQQQQAABBBBAIDoC7FcQnblmpBkK+C3wauPGjerXr5/mzLEt23Y9LKzKApTcx7Zt25wgphtuuCHlJtZVUdgm03athV2l+P+kq1SBV1Zjqk2w002jhVXdeOONat68ubp166b169c7l1hQVZ8+fVJebpthDxo0SFOnTk3XfPJ1C7saPny4Bg4cqBo1ahSs3URDmW40nnHBnIhAiATYLyNEk8lQEEAAAQSCJMD6QZBmi1ojI/Dtt99q9uzZ+u1vf1shyDobAHuOtusHDBig2rVrp70038Ar62DFihW68sorK4ReVdVxy5Yt1bp1a40ZY9uLS1UFXtnruTznZ/o8TuBV2luEExDwjUDQ1w8IvPLNrUQhCCCAAAI+FKgbC7qaIeksV20W9NTR3l/0Yb3FLKlVLLTlQUkHuzp5QdJpkr4pZscRattioR+WdHyKMT8qqZekTT71aOQKt2oR//yQPGt9Nx5utdIVcvVpnm1yOQKFFrAwKwv/ax4Pt7KAq71z7OST2M+XFyWdl+P1XIZAEAR4AygIs0SNCCCAgM8Egr4A7zNOykEAAQQQQAABBBBAoNgCBF4VW5j2EUAAAQQQQAABBBBAAAEEEEAAAQQQQAABBBBAAAEEEEAAAQQQQAABBBBAAAEEEEAAAQQQQACBaAqwX0E0551RVyHgt8ArK3V+yL/pAAAgAElEQVTJkiXq27dvys2rLdzJgpe8x86dO7Vq1SqNGDFCjz32WEZzboFQI0eO1MEHu7dEq3hpKQOvrOe33npL119/fUZj6N69u4YOHaqmTZs6Vj169NALL9iWbnKCqUaNGqWaNWumtNiyZYsT9HXTTTfpyy+/rNLruOOO0y233KJTTz1V1apVq/Jc23x87ty5TgiXbQqe7khsNH755ZerTp066U7ndQQiKcB+GZGcdgaNAAIIIFB+AdYPyj8HVIBApQIW8HTvvffqnnvuyTj4yp4/r732Wl188cU66KCDMtYtROCVdfbxxx9r2LBh+t///d8q++7QoYP++Mc/6o033lCvXraNePrAKzunWM/jBF5lfKtwIgJlFwj6+gGBV2W/hSgAAQQQQMDHAqMlXeeq72tJV0m638c1F7O0yyTdIckdYXyLpN9K8m5gWMw6wth2e0mzJNX3DG5bLFBsiCS7F/1y2JO9hfu4P36SZ3EWILfKE3C1Ic82uRyBQgv8WNIJrmArC7c6LI9OlsYDrizkyj4+zqMtLkUgKAK8ARSUmaJOBBBAwEcCQV+A9xElpSCAAAIIIIAAAgggUAoBAq9KoUwfCCCAAAIIIIAAAggggAACCCCAAAIIIIAAAggggAACCCCAAAIIIIAAAggggAACCCCAAAIIIIBA9ATYryB6c86I0wj4MfDKSv7ggw80btw4LV682AmyShz9+/fX2LFjVbu2ewuzHwa5Y8cOvfnmm5o3b55sbC+//HIy0Onwww9X8+bN1a5dO5155pk68MADleL/h15BrNSBV9a5bVL94osvOmN4/vnnk+Nv3LixmjVrplNOOUXnnnuu7L8T9ds1gwcP1p133unU36RJE82ePVtHHXVUlXfAV199pYULF+qJJ57Q6tWrk32Z1QknnCAL1Wrbtm2l3pU1boFaVvv8+fO1cuVKLVu2LHlqq1at1KJFC2cOrO299tqL71MEEKhCgP0yuD0QQAABBBAoiwDrB2Vhp1MEshOwZ8/ly5frueeec57/LSTKAqHtsGdmeya2Z1ALcLbn0MrWEqrqtVCBV9aHhXW/8847zrPyokWL9NJLL2nTpk1KPINbkPVJJ52kWrVqafr06VkFXiXGUOjncQKvsrsnORuBcgoEff2AwKty3j30jQACCCDgZ4ELJE2VVCtepC1Y3B0PvIpyuNOfJV3pmjgLZOosaZGfJ9PHtdnvYsNjz60jJFXz1GnhN+dLeqGM9f80RbjVfnnW85or3CoRcrUpzza5HIFCC+wev/ebeQKu6ubY0YeSnpFkf71h4VZrcmyHyxAIukCUf4cK+txRPwIIIOAngSCsafvJi1oQQAABBBBAAAEEECilAIFXpdSmLwQQQAABBBBAAAEEEEAAAQQQQAABBBBAAAEEEEAAAQQQQAABBBBAAAEEEEAAAQQQQAABBBBAIDoCbFgdnblmpAgggAACCIRCIOgbVodiEhgEAggggEAUBVg/iOKsM2YEEEAAAQQCLBD09YMgbA7KhkgB/gahdAQQQCCgAgfHA0ncwT4vSTpV0uaAjqlQZf9I0hxJp7kaXC/pOEkfFaqTiLRTX9IsSe1TjNdCrs6NhYt9VkKLw13hVi3inzfIo3/7HS4RaLXS9fk3ebTJpQgUW8DC5xIhVxb4luvxtKTF8Z8lFnDFfZ+rJNeFTYDAq7DNKONBAAEEyiMQhDXt8sjQKwIIIIAAAggggAAC5Rfg7zvKPwdUgAACCCCAAAIIIIAAAggggAACCCCAAAIIIIAAAggggAACCCCAAAIIIIAAAggggAACCCCAAAIIhFGADavDOKuMCQEEEEAAgRALBH3D6hBPDUNDAAEEEAi3AOsH4Z5fRocAAggggEDoBIK+fhCEzUHZECl03zYMCAEEEPC1gP1stJCSk11VrpN0lqTXfV156YprIulZSe5AsIWSzicQLONJaC7pEUkHea6w33v+KOm3krZn3Fr2J/7cFW5ltdjH3tk3k7xiqyvQykKuEgFXxRxDHuVyKQKVCrSNhRv+NUuf9yU96Qq4+leW13M6AlESIPAqSrPNWBFAAIHiCQRhTbt4o6dlBBBAAAEEEEAAAQT8LcDfd/h7fqgOAQQQQAABBBBAAAEEEEAAAQQQQAABBBBAAAEEEEAAAQQQQAABBBBAAAEEEEAAAQQQQAABBBAIqgAbVgd15qgbAQQQQACBiAoEfcPqiE4bw0YAAQQQCL4A6wfBn0NGgAACCCCAQKQEgr5+EITNQdkQKVLfUgwWAQQQKLvAjbGgoeGuKr6V1EvSnLJX5q8CLNxqtiT37xKjJN0giTCLqudqgKQ7JNX0nLZRUndJCwo81YlAK/e/e+TRx9euQCsLt7KPV/Noj0sR8JPAgZL+maagRfHv0yXx+99P9VMLAn4X4HcEv88Q9SGAAALBEAjCmnYwJKkSAQQQQAABBBBAAIHCC/D3HYU3pUUEEEAAAQQQQAABBBBAAAEEEEAAAQQQQAABBBBAAAEEEEAAAQQQQAABBBBAAAEEEEAAAQQQQAABz55GO3eyfQE3BQIIIIAAAgj4WyDoG1b7W5fqEEAAAQQQqFSAwCtuDgQQQAABBBAIlEDQ1w+CsDkoGyIF6luCYhFAAIFAC3SR9KhnBLdLGhb7+C7QIyt88dUl/Y+kX7ua3hwPB3uk8N2FosXaku6T1CPFaNZIOkvSh3mMtIakRKhVC9fnu+XRpoVwWaDVyvi/9vkbebTHpQgEQeAtSYfHC31X0pPxgKu/SvpPEAZAjQgggAACCCCAAAIIIIAAAggggAACCCCAQJkE+PuOMsHTLQIIIIAAAggggAACCCCAAAIIIIAAAggggAACCCCAAAIIIIAAAggggAACCCCAAAIIIIAAAgggEHIBNqwO+QQzPAQQQAABBMImEPQNq8M2H4wHAQQQQCAyAqwfRGaqGSgCCCCAAALhEAj6+gGBV+G4DxkFAggggED+Ak0kLZT0E1dTT0u6SNIX+TcfyhZ2l7RU0jGu0b0jqSuhSLvM92GxAKr5kuw+8x4WgnWVpG+zuEssPCsRbuX+N5/f7T53hVolQq5sPjkQiJrA1fGQq79HbeCMFwEEEEAAAQQQQAABBBBAAAEEEEAAAQQQyFOAwKs8AbkcAQQQQAABBBBAAAEEEEAAAQQQQAABBBBAAAEEEEAAAQQQQAABBBBAAAEEEEAAAQQQQAABBBBAIKUAG1ZzYyCAAAIIIIBAoASCvmF1oLApFgEEEEAAgR8EWD/gbkAAAQQQQACBQAkEff0gn1CEUk0UGyKVSpp+EEAAgegK7CVpmqQuLoINkk6MBV69FV2WjEZuQU4WerWv6+wnJJ0r6buMWgj/SWfH76+6nqFawNWvJM1IQ2D3pzfcqmmebB9LWukJuHovzza5HAEEEEAAAQQQKLRAu3iDzxW64QK0x3pVARBpAgEEEEAAAQQQQAABBBBAIHQCPC+HbkoZEAIIIIAAAggggAACCCCAAAIIIIAAAggggAACCCCAAAIIIIAAAggggAACCCCAAAIIIIAAAggg4AsBNqz2xTRQBAIIIIAAAghkKhD0DaszHSfnIYAAAggg4DMB1g98NiGUgwACCCCAAAJVCwR9/YDAK+5wBBBAAIGoC1SXNFTSH1wQ2yV1lfRo1HEyHH9fSRMl1Yqfb4s74yRdm+H1YT2thqQ/SrouxQDfj4VNnSNpjee1+q5wqxbxz4/IE+if8WArd8CVfY0DAQQQQAABBBDwu8CyeIGtfFgoG3j7cFIoCQEEEEAAAQQQQAABBBBAoOwCPC+XfQooAAEEEEAAAQQQQAABBBBAAAEEEEAAAQQQQAABBBBAAAEEEEAAAQQQQAABBBBAAAEEEEAAAQQQCKUAG1aHcloZFAIIIIAAAuEVCPqG1eGdGUaGAAIIIBByAdYPQj7BDA8BBBBAAIGwCQR9/YDAq7DdkYwHAQQQQCBbgQslzZTk/pk4VtJvJO3ItrEIn3+PpMtc4/9aUj9JD0bUZD9JcyWdmGL8FqTWS9IernCr5vHP/ytPr/fi4VarXCFXH+fZJpcjUCqBwyS1kXR/qTqkHwQQQAABXwu0k7Q4XuEpkp7zWbVs4O2zCaEcBBBAAAEEEEAAAQQQQAABXwjwvOyLaaAIBBBAAAEEEEAAAQQQQAABBBBAAAEEEEAAAQQQQAABBBBAAAEEEEAAAQQQQAABBBBAAAEEEEAgdAJsWB26KWVACCCAAAIIhFsg6BtWh3t2GB0CCCCAQIgFWD8I8eQyNAQQQAABBMIoEPT1AwKvwnhXMiYEEEAAgUwFmkmaI8kdMrRM0umxwKv/ZNoI5zkCFt60RNKxLo/3JXWS9E7EjE6WNFtSQ8+4t0t6RpKFgVnAVeM8Xd72hFtZyNXnebbJ5QiUSmDfeLiVBVzZx3Gujo+RtLJUhdAPAggggIBvBez38pbx6pZLauWzStnA22cTQjkIIIAAAggggAACCCCAAAK+EOB52RfTQBEIIIAAAggggAACCCCAAAIIIIAAAggggAACCCCAAAIIIIAAAggggAACCCCAAAIIIIAAAggggEDoBNiwOnRTyoAQQAABBBAIt0DQN6wO9+wwOgQQQACBEAuwfhDiyWVoCCCAAAIIhFEg6OsHBF6F8a5kTAgggAACmQj8SNIsSR1cJ2+S1ELSu5k0wDm7CFhIzcOSDnK9slhSe0k7IuI1RNJNkqoXeLxvxMOtLATIgq3sY2OB+6A5BIolUNMVbtU29r8TR0uywKvKjjGSBhWrGNpFAAEEEAiEQDtJ9nuk+zhF0nM+qp4NvH00GZSCAAIIIIAAAggggAACCCDgGwGel30zFRSCAAIIIIAAAggggAACCCCAAAIIIIAAAggggAACCCCAAAIIIIAAAggggAACCCCAAAIIIIAAAgiESoANq0M1nQwGAQQQQACB8AsEfcPq8M8QI0QAAQQQCKkA6wchnViGhQACCCCAQFgFgr5+QOBVWO9MxoUAAgggkE7AQomGuU7aKulXkqanu5DXqxQww/GSdneddbukwSF321vSNElnFWCcr7pCrRIBV18XoF2aQKBUAhZ+10bS8fFwq59n2fEnkvbL8hpORwABBBAIl8BSSa09Q/pb/OeLX0bKBt5+mQnqQAABBBBAAAEEEEAAAQQQ8JMAz8t+mg1qQQABBBBAAAEEEEAAAQQQQAABBBBAAAEEEEAAAQQQQAABBBBAAAEEEEAAAQQQQAABBBBAAAEEwiPAhtXhmUtGggACCCCAQCQEgr5hdSQmiUEigAACCIRRgPWDMM4qY0IAAQQQQCDEAkFfPyDwKsQ3J0NDAAEEEKhUoKukByXVdJ0xTtI1mOUtUF3SaEnXelo6U9KCvFv3ZwO/iIX6PCzpkBTlbZRkYVipju2SEoFWq1whVxa+xoFAUAR+Gg8faSbJPo6WtE8OxX8k6fX4xxuS7s+hDS5BAAEEEAiHwCmSnq1kKKdKWuyTYbKBt08mgjIQQAABBBBAAAEEEEAAAQR8JcDzsq+mg2IQQAABBBBAAAEEEEAAAQQQQAABBBBAAAEEEEAAAQQQQAABBBBAAAEEEEAAAQQQQAABBBBAAIHQCLBhdWimkoEggAACCCAQDYGgb1gdjVlilAgggAACIRRg/SCEk8qQEEAAAQQQCLNA0NcPCLwK893J2BBAAAEEUglYKNErkuq7XvyrpPNigVdfQlYQgYbxAKg2rtY+jgVetZT0YUF68E8jF0uaIKlWBiVtk/S+pKWSZkh6RpJ348cMmuEUBMom0CD+fWyhVvZhAVdH5ljNEkkWbJUIubJ/N+TYFpchgAACCIRLYFn8502qUS2X1Monw2UDb59MBGUggAACCCCAAAIIIIAAAgj4SoDnZV9NB8UggAACCCCAAAIIIIAAAggggAACCCCAAAIIIIAAAggggAACCCCAAAIIIIAAAggggAACCCCAAAKhEWDD6tBMJQNBAAEEEEAgGgJB37A6GrPEKBFAAAEEQijA+kEIJ5UhIYAAAgggEGaBoK8fEHgV5ruTsSGAAAIIeAUslOhZSSe6Xvi3pC6SVsJVUAELwbFAm31crT4pqaukLQXtqbyNHSrpDEkdJZ0qqU4W5bwmaaGkp+IfWVzKqQgUXaCGpF/Eg63cAVfusMBMi1gXD3hzh1utz/RizkMAgZwFfiKpV/x7+Zc5t8KFCJRWoJ2kxWm6PEXSc6UtK2VvbODtg0mgBAQQQAABBBBAAAEEEEAAAd8J8LzsuymhIAQQQAABBBBAAAEEEEAAAQQQQAABBBBAAAEEEEAAAQQQQAABBBBAAAEEEEAAAQQQQAABBBBAIBQCbFgdimlkEAgggAACCERHIOgbVkdnphgpAggggEDIBFg/CNmEMhwEEEAAAQTCLhD09QMCr8J+hzI+BBBAAAG3wKhY2NL/c33BFiF6S5oOU1EEzpf0kKRqrtZHxj7/fVF6K3+j1WMBVifEw686SDrWM/aqKvw6HhBmAVj28Vb5h0MFERawkBy7D5vkaPB0PFwwEXD1fo7tcBkCCGQvYKF0Fm7VMx7wac/8N0kann1TXIFAWQSWSWqZpuflklqVpbqKnbKBtw8mgRIQQAABBBBAAAEEEEAAAQR8J8Dzsu+mhIIQQAABBBBAAAEEEEAAAQQQQAABBBBAAAEEEEAAAQQQQAABBBBAAAEEEEAAAQQQQAABBBBAAIFQCLBhdSimkUEggAACCCAQHYGgb1gdnZlipAgggAACIRNg/SBkE8pwEEAAAQQQCLtA0NcPCLwK+x3K+BBAAAEEEgIdYwFEj8VCH2q4SG6OfW7hS9tgKoqAWd8q6Teu1r+RdImkmUXp0V+N/kiSBV/ZvWf/HphFeR/GA4cWxf/dlMW1nIpAIQS8m5JW1uZ7sdCRJyU9J8kCrtYWonPaQACBrARqS7KQye6Szkxx5TGSVmbVIicjUB6B0yRZaGImh537bCYnFvEcNvAuIi5NI4AAAggggAACCCCAAAIIBFaA5+XATh2FI4AAAggggAACCCCAAAIIIIAAAggggAACCCCAAAIIIIAAAggggAACCCCAAAIIIIAAAggggAACvhZgw2pfTw/FIYAAAggggIBXIOgbVjOjCCCAAAIIBFSA9YOAThxlI4AAAgggEFWBoK8fEHgV1TuXcSOAAALREviZpL9J2sc17IWSekv6LFoUJR9tPUlPxAJxWrl6/nssGKebpNdKXk15OzzSFX51siQLKMnk2B4LMHkpHnxl9619viOTCzkHgTwELCCwc4rr7R5cIOn5eMDV1jz64FIEEMhPwL5HLeTqPEl7VNLUPyUdlF83XI1AyQSWxX7GtMywt+We3y8zvKygp7GBd0E5aQwBBBBAAAEEEEAAAQQQQCAkAjwvh2QiGQYCCCCAAAIIIIAAAggggAACCCCAAAIIIIAAAggggAACCCCAAAIIIIAAAggggAACCCCAAAIIIOAzATas9tmEUA4CCCCAAAIIVC0Q9A2rmV8EEEAAAQQCKsD6QUAnjrIRQAABBBCIqkDQ1w8IvIrqncu4EUAAgegI/EjSVElnuYb8oaRzJL0aHYayjvTwWHDOy5LquqqYL+kSSRvKWln5Oq8lqa0rAOvoLEoxs6fjAViPS/o4i2s5FYFMBe6IhaudGQ+3elLSUklfZXox5yGAQNEEWkvqIelCT5BnZR2Ok3RN0aqhYQQKJ3Ba/PebRIv2ZqF3zcr7Nbvm2cKVkHVLbOCdNRkXIIAAAggggAACCCCAAAIIRECA5+UITDJDRAABBBBAAAEEEEAAAQQQQAABBBBAAAEEEEAAAQQQQAABBBBAAAEEEEAAAQQQQAABBBBAAAEEyiDAhtVlQKdLBBBAAAEEEMhdIOgbVuc+cq5EAAEEEECgrAKsH5SVn84RQAABBBBAIFuBoK8fEHiV7YxzPgIIIIBAkARqSBoWK/j3nqJ/KemhIA0kBLX2kXSfpN1cY7lJ0vAQjK0QQ9hXUqd4ANbpkhpm0eib8fCrhZKWSPomi2s5FQEEEEDA/wJNJPWKB10dnGW55Q4EyrJcTo+wwLJYyGJL1/jtd3ULdnMfsyVd4PrCckmtymjGBt5lxKdrBBBAAAEEEEAAAQQQQAAB3wrwvOzbqaEwBBBAAAEEEEAAAQQQQAABBBBAAAEEEEAAAQQQQAABBBBAAAEEEEAAAQQQQAABBBBAAAEEEEAg0AJsWB3o6aN4BBBAAAEEoicQ9A2rozdjjBgBBBBAICQCrB+EZCIZBgIIIIAAAlERCPr6AYFXUblTGScCCCAQTQELEHpEUi3X8G+XNDiaHGUftQVeXeqqYoukX0maWfbK/FWA/X7WPB5+1UFSa09QWFXVWtjVX10BWG/4a2hUgwACCCCQocD+knpLspBO+5mQyfGFpAauE/9PUr1MLuQcBMos0D72+85TrhrsjcKfx8KtvL/HHCXpdUnutaxyhrqxgXeZbxy6RwABBBBAAAEEEEAAAQQQ8KUAz8u+nBaKQgABBBBAAAEEEEAAAQQQQAABBBBAAAEEEEAAAQQQQAABBBBAAAEEEEAAAQQQQAABBBBAAAEEAi/AhtWBn0IGgAACCCCAQLQEgr5hdbRmi9EigAACCIRIgPWDEE0mQ0EAAQQQQCAKAkFfPyDwKgp3KWNEAAEEoilwhKQnJTV2Df+VWBDQCZK2RZOk7KOuK2mxpGNclXwuqY2kt8tenX8L2CMWYnWqKwDrZ1mU+pGkRa4ALAs/4UAAAQQQ8KeAhVNdIKmnpLaeUJ9UFX8o6aAqhjJFUl9/DpWqEKggsExSS9dXHoqHvaXaINtes++TxLE89jt/qzJ5soF3meDpFgEEEEAAAQQQQAABBBBAwNcCPC/7enooDgEEEEAAAQQQQAABBBBAAAEEEEAAAQQQQAABBBBAAAEEEEAAAQT+P3t3Am7bVdWJ/l/Ao+i70BQIAgJSxFQSqgwJSieQlic8mhhCAEXp2wo8ARGDQhkBHyCthMZCkxAIPUISOmkUQgiIQAggfSOoEEAQgjT69tJ9K4vNPvesvc/eZ8851+983/0u95y15hzjN1buOWvejzEIECBAgAABAgQIECBAgEC1AhpWV1s6gRMgQIAAgXEK1N6wepxVkzUBAgQINCDg/KCBIkqBAAECBAiMSaD28wMDr8b0tMqVAAEC4xG4XJI3TIYr3bqX8teT3CzJp8fDUGSmPz8dvnSVXnTvTHJokh8UGXF5QV07yVHTAVi3S3LFgSE+P8mDBl7rst0X2CdJV8/bT39/a5IH7H4YdiRAYJcFLpXkTknukeSIJJfcZv+vJnn5ZFhk93fEa7e59i5JXrPL+diOwKIC3fe9t/Ru6v6RcL8k5yeZ1yB73yTnzQyE69Z426Ibr+B6DbxXgGgJAgQIECBAgAABAgQIEGhOwPtycyWVEAECBAgQIECAAAECBAgQIECAAAECBAgQIECAAAECBAgQIECAAAECBAgQIECAAAECBIoQ0LC6iDIIggABAgQIEBgqUHvD6qF5uo4AAQIECBQm4PygsIIIhwABAgQIENi7QO3nBwZeecIJECBAoEWBP0ry8F4j/O6woRsk8bIWk60wp3sleUmSi/Vif3qSR1WYy6ZDvniSg6fDrw5LclCS7nPzPu6Y5M83HbD9/13gEjPDrQ6cGdzRXfOByeC+bkCcDwIE2hPo/p7uBvR0P5vcOcnlt0nxO0lel+TU6dDIq00G4n1lm3u+n+RKSS5sj09GjQm8d/qzzJ60Tk9yzPQPWzXI7q45uudwTpJDNuCigfcG0G1JgAABAgQIECBAgAABAsULeF8uvkQCJECAAAECBAgQIECAAAECBAgQIECAAAECBAgQIECAAAECBAgQIECAAAECBAgQIECAQJUCGlZXWTZBEyBAgACB8QrU3rB6vJWTOQECBAhULuD8oPICCp8AAQIECIxNoPbzAwOvxvbEypcAAQLtC3QN8l+c5LK9VJ+b5KHtp15Nht2wnyfPDLj64XToxxuqyaLMQK+Y5NDeAKyfnobZDT65cpLvlhl281F1Qzi64Ta/mOSAJNccmHENP6sPTMVlBAhMh/ocNx3mc/VtRLrvi2+ZDrl6bZJu6FX30f1d/vUBmq9PcqcB17mEwCYFup9Z3twLoPsHwv2SnD/93FYNsvdNct7MsMju++zbdjkZDbx3Gdx2BAgQIECAAAECBAgQIFCFgPflKsokSAIECBAgQIAAAQIECBAgQIAAAQIECBAgQIAAAQIECBAgQIAAAQIECBAgQIAAAQIECFQnoGF1dSUTMAECBAgQGLdA7Q2rx1092RMgQIBAxQLODyountAJECBAgMAYBWo/P6ihib6GSGP8L0vOBAgQWE7gRtOm+dfr3f7WSUP8uyX5p+WWdNeaBK6R5M+SHNZbvxvg0Q0G+uSa9hzjsj83HX511SSPGyPABnK+yXS41X+fDrfaP8nFl4zjukm+sOS9biNAoAyBn01yzyT3SHKDASGdk+SUJC+bDOv82sz13TDPf95ijc8l6f/8c5/Jn18yYD+XENikwHung+D2xHD6dCDcnj/v7Tyou/boXvDdfzvdz5G7+eG8aje17UWAAAECBAgQIECAAAECtQh4X66lUuIkQIAAAQIECBAgQIAAAQIECBAgQIAAAQIECBAgQIAAAQIECBAgQIAAAQIECBAgQIBAXQIaVtdVL9ESIECAAIHRC9TesHr0BQRAgAABArUKOD+otXLiJkCAAAECIxWo/fzAwKuRPrjSJkCAQIMC/zlJN9zqFr3cPpPk2CTvazDfFlK6WZJXJrlOL5mzpoMOvtVCgnJoXuBaSW6dpBtqdcD0959aMutvJPnrJB+ZDOk7r/frO0uu5zYCBDYn8F8mwxuPmw656obfbffxt0lOnQzEOjnJZ7e4+BJJfrDF1/ZNcn7va90/slwtyQXbbezrBDYo0A09fdPMc7vfnGe5H2L/DKt77t9AtQEAACAASURBVLvvl/3PHTp9H9ittDTw3i1p+xAgQIAAAQIECBAgQIBATQLel2uqllgJECBAgAABAgQIECBAgAABAgQIECBAgAABAgQIECBAgAABAgQIECBAgAABAgQIECBQj4CG1fXUSqQECBAgQIBA1xjnP/1Ey+caekCrHQECBAgQqF3A+UHtFRQ/AQIECBAYmUDt5wc1HHZoiDSy/6ikS4AAgSUEuu9nf5DkMb17v5vkIUlessR6btk9gW4gyCkz252Q5MQkP9q9MOxEYFuByybphrT1h1t1Q666ITTLfLx/OuCqP9zqq8ss5B4CBIoQuOJk+M7dpkOubpPkYttE9fdJXjYddNX9fbDdx+x78Z7ru5+Bfmv6fXPP596ZpIvBB4GSBd6b5OBegKdPh572Y97uPKi75+jeDeckOWQXk94uvl0MxVYECBAgQIAAAQIECBAgQKAYAe/LxZRCIAQIECBAgAABAgQIECBAgAABAgQIECBAgAABAgQIECBAgAABAgQIECBAgAABAgQIEGhKQMPqpsopGQIECBAg0L5A7Q2r26+QDAkQIECgUQHnB40WVloECBAgQKBVgdrPDwy8avXJlBcBAgTGJXBUktfNDJ55dpKHj4uhymy7gSBPTfKoXvQ/nAwCuuNkCMKZVWYk6JYEjknSDbXaM+Tq2ksm963p8/zByUCcPQOuPr/kWm4jQKAsgVslOT7J/zMgrO8keW2SP0vy5gHX77lkb8OuumvOnhny84gkz1pgfZcS2G2Bw5K8qbdp94zvl+T8mUC2a5C97/T7av9s69Akb92lhLaLb5fCsA0BAgQIECBAgAABAgQIEChKwPtyUeUQDAECBAgQIECAAAECBAgQIECAAAECBAgQIECAAAECBAgQIECAAAECBAgQIECAAAECBJoR0LC6mVJKhAABAgQIjEOg9obV46iSLAkQIECgQQHnBw0WVUoECBAgQKBlgdrPDwy8avnplBsBAgTGIXDNJO9Pcq1eul0D/bsn+eY4CKrP8vLTwR+H9DL5zHTo1Uerz04CNQs8N8mDl0jgr6cDrj6U5COTv48+vsQabiFAoA6BRyZ52l5C/cFkGNVZSU6dDuf83oJpbTXs6pJJurW7n4O+PLNm9zPRVxbcx+UEdlPgvZPvkwf3Njw9STdkcvZjSIPs7t6jezeeMzMAbp15DYlvnftbmwABAgQIECBAgAABAgQIlCjgfbnEqoiJAAECBAgQIECAAAECBAgQIECAAAECBAgQIECAAAECBAgQIECAAAECBAgQIECAAAEC9QtoWF1/DWVAgAABAgRGJVB7w+pRFUuyBAgQINCSgPODlqopFwIECBAgMAKB2s8PDLwawUMqRQIECDQscJkkr0lyWC/HLyW5fZJPNJx3i6n9bJIPJLlcL7m3TgcYGFzWYsXryOm4JKdsE+o/T4dbnZmkG3B1XpLv15GeKAkQWIHA1ZP8fZL+u3X3jxzvmf798fIk31hyn62GXXWDIru/e7qPByV5Xm/9v5kM1rrpkvu5jcBuCBw+HQK3Z6/uOd8vyflzNh/SIHvf6ffe/n+Dhybpfo5c98eQ+NYdg/UJECBAgAABAgQIECBAgEBpAt6XS6uIeAgQIECAAAECBAgQIECAAAECBAgQIECAAAECBAgQIECAAAECBAgQIECAAAECBAgQINCGgIbVbdRRFgQIECBAYDQCtTesHk2hJEqAAAECrQk4P2itovIhQIAAAQKNC9R+fmDgVeMPqPQIECDQsMDFkjwxyW/3cvxRkrtPmua/suG8W07tmCQv6yXYHRKdmOR3kmw19KNlD7ltXuAXkrx7JoxuqFU33Kr79eEkBrJtvk4iILBpgW6wzu2mA3tOTXJyki/uMKitvu/tk+TrvbXfNDP483cnw7d+b4d7u53AOgXeO/keenBvg9OTdD8DzvsY2iC7W+Po3gLnTIZqHbLOJKZrD41vF0KxBQECBAgQIECAAAECBAgQKEbA+3IxpRAIAQIECBAgQIAAAQIECBAgQIAAAQIECBAgQIAAAQIECBAgQIAAAQIECBAgQIAAAQIEmhLQsLqpckqGAAECBAi0L1B7w+r2KyRDAgQIEGhUwPlBo4WVFgECBAgQaFWg9vMDA69afTLlRYAAgfYFjkjSDZW4Si/VpyZ53GRAUjf4ykedAn+c5IG90L8wHWp2Sp3piLpygWsmec50uNUZSb5ceT7CJ0BgPQLdYJ3vJ/nrFS3/3CQPnrPWtZJ8pff5KyT5p5nrDpgO41tRKJYhsFKBwyeDqM7qrdj9g+B+02Fx8zYa2iB73yTnTYa99c+4DkvylpVG/5OLDY1vzWFYngABAgQIECBAgAABAgQIFCXgfbmocgiGAAECBAgQIECAAAECBAgQIECAAAECBAgQIECAAAECBAgQIECAAAECBAgQIECAAAECzQhoWN1MKSVCgAABAgTGIVB7w+pxVEmWBAgQINCggPODBosqJQIECBAg0LJA7ecHBl61/HTKjQABAm0LXD7JiZMBNPef/H7JJGcnuW2S77WddvPZXW46COEXp4PLnpnkfyX5RvOZS5AAAQIECCTPSPI/50BcL8nnZz5/bJKX9j73uSTXh0igYIEPJjmwF9/pSY7ZS7yLNMju1jq6t9Y5k58pu2F06/xYJL51xmFtAgQIECBAgAABAgQIECBQkoD35ZKqIRYCBAgQIECAAAECBAgQIECAAAECBAgQIECAAAECBAgQIECAAAECBAgQIECAAAECBAi0I6BhdTu1lAkBAgQIEBiFQO0Nq0dRJEkSIECAQIsCzg9arKqcCBAgQIBAwwK1nx8YeNXwwyk1AgQIjEDgskl+Ocm9pw3uvzOCnMeQ4sGToR73mQ6+emOSH4whaTkSIECAwOgFnpLk0XMUfjbJJ+d8/uVJfqX3+W5Y1iNHrwigVIEjkpzZC677x8D9Js/w+XsJeJEG2fsmOS9J/5zrsCRvWSPIIvGtMQxLEyBAgAABAgQIECBAgACBogS8LxdVDsEQIECAAAECBAgQIECAAAECBAgQIECAAAECBAgQIECAAAECBAgQIECAAAECBAgQIECgGQENq5sppUQIECBAgMA4BGpvWD2OKsmSAAECBBoUcH7QYFGlRIAAAQIEWhao/fzAwKuWn065ESBAYDwCPzMZevWZ8aQrUwKjEbh8ku6w8J9Hk7FECRAYq8ATk/zOnOT/23SIz+yXLpnkm0ku3fvCrZL85VgB5V28wAeTHNiL8vQkx2wT9aINsrs1j+6tec5kgOoha5RZNL41hmJpAgQIECBAgAABAgQIECBQjID35WJKIRACBAgQIECAAAECBAgQIECAAAECBAgQIECAAAECBAgQIECAAAECBAgQIECAAAECBAg0JaBhdVPllAwBAgQIEGhfoPaG1e1XSIYECBAg0KiA84NGCystAgQIECDQqkDt5wcGXrX6ZMqLAAECBAgQIFCfwK2T3H76a8+AiltO/vxX9aUiYgIECAwWeHySJ825+n8k+estVjkqyRt7X7sgydWmQwIHb+xCArskcGSSM3p7df8QuF+S87fZf9EG2ftOB8T1z7oOT/LmNeW5aHxrCsOyBAgQIECAAAECBAgQIECgKAHvy0WVQzAECBAgQIAAAQIECBAgQIAAAQIECBAgQIAAAQIECBAgQIAAAQIECBAgQIAAAQIECBBoRkDD6mZKKRECBAgQIDAOgdobVo+jSrIkQIAAgQYFnB80WFQpESBAgACBlgVqPz8w8Krlp1NuBAgQIECAAIFyBf5bkkOnw61+fjqoZV60D0vynHLTEBkBAgR2JPCbSZ46Z4VfSHL2XlZ+QZL79b7+J0l+Y0eRuJnA+gQ+mOTA3vKnJzlmwHbLNMju1j66t/Y5SfYM0Ryw5UKXLBPfQhu4mAABAgQIECBAgAABAgQIVCjgfbnCogmZAAECBAgQIECAAAECBAgQIECAAAECBAgQIECAAAECBAgQIECAAAECBAgQIECAAAECFQhoWF1BkYRIgAABAgQIXCRQe8NqtSRAgAABApUKOD+otHDCJkCAAAECYxWo/fzAwKuxPrnyJkCAAAECBAjsnsC1p4OtfinJAdNfQ3d/0cxQl6H3uY4AAQKlCzwiyR/NCfI2Sd65l+C79/ivJtmnd80dk/x56QmLb5QCRyY5o5d594+A+yU5f4DGMg2y901yXpL+edfhSd48YL9FL1kmvkX3cD0BAgQIECBAgAABAgQIEKhNwPtybRUTLwECBAgQIECAAAECBAgQIECAAAECBAgQIECAAAECBAgQIECAAAECBAgQIECAAAECBOoQ0LC6jjqJkgABAgQIEJgK1N6wWiEJECBAgEClAs4PKi2csAkQIECAwFgFaj8/MPBqrE+uvAkQIECAAAEC6xG4zHS41c17w62utcRWX5oOrOiGVvzmEve7hQABAiULPCjJ8+YEeFiSt2wT+C8keXfvmgsng7OulOT7JScsttEKfDDJgb3sT09yzECNZRtkd3sc3dvjnCSHDNxzkcuWjW+RPVxLgAABAgQIECBAgAABAgRqE/C+XFvFxEuAAAECBAgQIECAAAECBAgQIECAAAECBAgQIECAAAECBAgQIECAAAECBAgQIECAAIE6BDSsrqNOoiRAgAABAgSmArU3rFZIAgQIECBQqYDzg0oLJ2wCBAgQIDBWgdrPDwy8GuuTK28CBAgQIECAwGoEbjkdZHFAb8DV/7XE0n+V5CPTIVd7fv/GEuu4hQABAqUL/HqSF88J8peTvGFA8E+dGQT4qsnfnXcbcJ9LCOy2wFFJ3tjbtPsHwP2SnD8wkGUbZO87/Xmif+Z1eJI3D9x36GXLxjd0fdcRIECAAAECBAgQIECAAIEaBbwv11g1MRMgQIAAAQIECBAgQIAAAQIECBAgQIAAAQIECBAgQIAAAQIECBAgQIAAAQIECBAgQKB8AQ2ry6+RCAkQIECAAIGeQO0NqxWTAAECBAhUKuD8oNLCCZsAAQIECIxVoPbzAwOvxvrkypsAAQIECBAgsLjADXtDrfYMuLru4svk75L8xcyAqy8tsY5bCBAgUJvAPZOcPCfouyZ59cBkPpvker1r75XklIH3uozAbgp8cDoUc8+epyc5ZoEAdtIgu9vr6N5e5yQ5ZIG9h1y6k/iGrO8aAgQIECBAgAABAgQIECBQo4D35RqrJmYCBAgQIECAAAECBAgQIECAAAECBAgQIECAAAECBAgQIECAAAECBAgQIECAAAECBAiUL6Bhdfk1EiEBAgQIECDQE6i9YbViEiBAgACBSgWcH1RaOGETIECAAIGxCtR+fmDg1VifXHkTIECAAAECBIYL/HFv0NVlht/2f678q5kBVx9fYg23ECBAoHaBbvhON4Rn9uMeSU4bmNy+kyE+H+1d+6MkV0nyrYH3u4zAbgncIckbept1//i3X5LzFwhgJw2yu/9WzkvSP/c6IsmbFth/u0t3Et92a/s6AQIECBAgQIAAAQIECBCoVcD7cq2VEzcBAgQIECBAgAABAgQIECBAgAABAgQIECBAgAABAgQIECBAgAABAgQIECBAgAABAgTKFtCwuuz6iI4AAQIECBCYEai9YbWCEiBAgACBSgWcH1RaOGETIECAAIGxCtR+fmDg1VifXHkTIECAAAECBIYLfDDJgQMvvyDJGTMDrv5l4L0uI0CAQKsCd5r8PfraOcn9WpI/XSDpxyX5/d71b01y6AL3u5TAbgnM/uzQDXs7ZsHNd9ogu9uzGzS35+OcJIcsGMPeLt9pfCsMxVIECBAgQIAAAQIECBAgQKAYAe/LxZRCIAQIECBAgAABAgQIECBAgAABAgQIECBAgAABAgQIECBAgAABAgQIECBAgAABAgQIEGhKQMPqpsopGQIECBAg0L5A7Q2r26+QDAkQIECgUQHnB40WVloECBAgQKBVgdrPDwy8avXJlBcBAgQIECBAYHUC3XCVbsjKvI8PTAdcvS3JeUm6gVc+CBAgQOAigSOnf0/OmjwgyQsWhHpfkoN69zw0yXMXXMPlBNYtcIckb+ht0v3D335Jzl9w4502yN53+rNJ/+zriCRvWjCOrS7faXwrCsMyBAgQIECAAAECBAgQIECgKAHvy0WVQzAECBAgQIAAAQIECBAgQIAAAQIECBAgQIAAAQIECBAgQIAAAQIECBAgQIAAAQIECBBoRkDD6mZKKRECBAgQIDAOgdobVo+jSrIkQIAAgQYFnB80WFQpESBAgACBlgVqPz8w8Krlp1NuBAgQIECAAIHVCPxGkhcl+e50aMsZSboBV19YzfJWIUCAQLMCt53+fTmb4MOSPGfBrK+Z5Msz91wryVcWXMflBNYt8FtJTuxt8vIkd19i01U0yD49ydG9vR+b5ClLxDLvllXEt6JQLEOAAAECBAgQIECAAAECBIoR8L5cTCkEQoAAAQIECBAgQIAAAQIECBAgQIAAAQIECBAgQIAAAQIECBAgQIAAAQIECBAgQIAAgaYENKxuqpySIUCAAAEC7QvU3rC6/QrJkAABAgQaFXB+0GhhpUWAAAECBFoVqP38wMCrVp9MeREgQIAAAQIEVidwmyTvWN1yViJAgMAoBG6R5C/nZPqoJE9fQuAhM0Oyzp0MIbzZEuu4hcBuCFw/yQlJjktyYJLzl9h0FQ2y903yN0lOSfKkJJ9dIo6tbllFfCsMx1IECBAgQIAAAQIECBAgQKAIAe/LRZRBEAQIECBAgAABAgQIECBAgAABAgQIECBAgAABAgQIECBAgAABAgQIECBAgAABAgQIEGhOQMPq5koqIQIECBAg0LZA7Q2r266O7AgQIECgYQHnBw0XV2oECBAgQKBFgdrPDwy8avGplBMBAgQIECBAgAABAgQIbFLgoCTvmxPA45L8wZKBvSXJ7Xv3/naSE5dcy20Edkvgakm+uuRmq2qQfdUkX1syhr3dtqr41hCaJQkQIECAAAECBAgQIECAwMYEvC9vjN7GBAgQIECAAAECBAgQIECAAAECBAgQIECAAAECBAgQIECAAAECBAgQIECAAAECBAgQaFpAw+qmyys5AgQIECDQnkDtDavbq4iMCBAgQGAkAs4PRlJoaRIgQIAAgVYEaj8/MPCqlSdRHgQIECBAgAABAgQIECBQgsABSf5mTiC/m+T3lgzwCkm+nuTivft/Lsn5S67nNgI1CJTeILv0+GqosRgJECBAgAABAgQIECBAoD0B78vt1VRGBAgQIECAAAECBAgQIECAAAECBAgQIECAAAECBAgQIECAAAECBAgQIECAAAECBAgQKEFAw+oSqiAGAgQIECBAYLBA7Q2rByfqQgIECBAgUJaA84Oy6iEaAgQIECBAYBuB2s8PDLzyiBMgQIAAAQIEyhS4RJLbT391Ef6/ZYYpKgIECBDoCdxkiyFUf5DkcTuQOi7JKb37P5fk+jtYz60EahAovUF26fHVUGMxEiBAgAABAgQIECBAgEB7At6X26upjAgQIECAAAECBAgQIECAAAECBAgQIECAAAECBAgQIECAAAECBAgQIECAAAECBAgQIFCCgIbVJVRBDAQIECBAgMBggdobVg9O1IUECBAgQKAsAecHZdVDNAQIECBAgMA2ArWfHxh45REnQIAAAQIECJQhcLPpcKtDkxyS5FK9sN6R5JfKCFMUBAgQILCFwM8k+fScrz1tBUMLX5Hkbr21n5rkMSpBoHGB0htklx5f44+H9AgQIECAAAECBAgQIECgUAHvy4UWRlgECBAgQIAAAQIECBAgQIAAAQIECBAgQIAAAQIECBAgQIAAAQIECBAgQIAAAQIECBCoXEDD6soLKHwCBAgQIDA2gdobVo+tXvIlQIAAgWYEnB80U0qJECBAgACBcQjUfn5g4NU4nlNZEiBAgAABAmUJ3Gg63Or2SQ5M0g1J2dvHt5NcoawUREOAAAECPYFrJ/niHJFnJ3n4DqUumeSbSS7dW+cXkpy9w3XdTqB0gdIbZJceX+n1FR8BAgQIECBAgAABAgQItCngfbnNusqKAAECBAgQIECAAAECBAgQIECAAAECBAgQIECAAAECBAgQIECAAAECBAgQIECAAAECmxbQsHrTFbA/AQIECBAgsJBA7Q2rF0rWxQQIECBAoBwB5wfl1EIkBAgQIECAwACB2s8PDLwaUGSXECBAgAABAgR2ILDPdLjVLZMcMP11+SXWu2qSC5a4zy0ECBAgsF6BqyX5xzlbvCDJA1aw9R2SvKG3Tve9oNtztnnwCrayBIGiBEpvkF16fEUVUzAECBAgQIAAAQIECBAgMBoB78ujKbVECRAgQIAAAQIECBAgQIAAAQIECBAgQIAAAQIECBAgQIAAAQIECBAgQIAAAQIECBAgsKsCGlbvKrfNCBAgQIAAgZ0K1N6weqf5u58AAQIECGxIwPnBhuBtS4AAAQIECCwnUPv5gYFXy9XdXQQIECBAgACBeQLdz1a3T3JQb7jVjZek+kGSDyT5SO/XO5Zcy20ECBAgsB6BKyb55pylX5LkPiva8oVJ7ttb66QkD1zR2pYhULJA6Q2yS4+v5NqKjQABAgQIECBAgAABAgTaFfC+3G5tZUaAAAECBAgQIECAAAECBAgQIECAAAECBAgQIECAAAECBAgQIECAAAECBAgQIECAAIFNCmhYvUl9exMgQIAAAQILC9TesHrhhN1AgAABAgTKEHB+UEYdREGAAAECBAgMFKj9/MDAq4GFdhkBAgQIECBAYI7ATXuDrQ6Y/u+rLCn1mSTvnxlw1X3OBwECBAiUKXCpJBfOCe20JPdYUcjdO/tXk+zTW+/IJGetaH3LEChZoPQG2aXHV3JtxUaAAAECBAgQIECAAAEC7Qp4X263tjIjQIAAAQIECBAgQIAAAQIECBAgQIAAAQIECBAgQIAAAQIECBAgQIAAAQIECBAgQIDAJgU0rN6kvr0JECBAgACBhQVqb1i9cMJuIECAAAECZQg4PyijDqIgQIAAAQIEBgrUfn5g4NXAQruMAAECBAgQGL3ANeYMt9pvByrvTHLuzICrH+5gPbcSIECAwO4JXGw6dOrQmS1fleRuKw6jG6jYrdn9um6SKyX5/or3sByBEgVKb5Bdenwl1lRMBAgQIECAAAECBAgQINC+gPfl9mssQwIECBAgQIAAAQIECBAgQIAAAQIECBAgQIAAAQIECBAgQIAAAQIECBAgQIAAAQIECGxCQMPqTajbkwABAgQIEFhaoPaG1Usn7kYCBAgQILBZAecHm/W3OwECBAgQILCgQO3nBwZeLVhwlxMgQIAAAQKjFTg6yelLZv93Sd6e5H29AVcXLLmW2wgQIEBg8wJ/nuT/ngmj+9wd1xzaTyf5wpr3sDyBUgRKb5Bdenyl1FEcBAgQIECAAAECBAgQIDAuAe/L46q3bAkQIECAAAECBAgQIECAAAECBAgQIECAAAECBAgQIECAAAECBAgQIECAAAECBAgQILBbAhpW75a0fQgQIECAAIGVCNTesHolCBYhQIAAAQK7L+D8YPfN7UiAAAECBAjsQKD28wMDr3ZQfLcSIECAAAECoxOYbdS4FcB7k7wjSff7R5J8ZnRSEiZAgEC7Aq9KcpeZ9N48+Tv/iCRDv0+0qyMzAqsTKL1Bdunxra4SViJAgAABAgQIECBAgAABAsMFvC8Pt3IlAQIECBAgQIAAAQIECBAgQIAAAQIECBAgQIAAAQIECBAgQIAAAQIECBAgQIAAAQIECAwX0LB6uJUrCRAgQIAAgQIEam9YXQChEAgQIECAwDICzg+WUXMPAQIECBAgsDGB2s8PDLza2KNjYwIECBAgQKBCgXmDTL42HW719iRnTwdc/bDC3IRMgAABAtsLvDTJsTOXdQMOj0zyve1vdwUBAgsIlN4gu/T4FqB2KQECBAgQIECAAAECBAgQWJmA9+WVUVqIAAECBAgQIECAAAECBAgQIECAAAECBAgQIECAAAECBAgQIECAAAECBAgQIECAAAECBHoCGlZ7HAgQIECAAIGqBGpvWF0VtmAJECBAgMBFAs4PPA0ECBAgQIBAVQK1nx8YeFXV4yZYAgQIECBAYMMCpye5UZJuuFX36z1JLthwTLYnQIAAgd0ReEmSX52z1RWTfGt3QrALgVEJlN4gu/T4RvWwSJYAAQIECBAgQIAAAQIEihHwvlxMKQRCgAABAgQIECBAgAABAgQIECBAgAABAgQIECBAgAABAgQIECBAgAABAgQIECBAgACBpgQ0rG6qnJIhQIAAAQLtC9TesLr9CsmQAAECBBoVcH7QaGGlRYAAAQIEWhWo/fzAwKtWn0x5ESBAgAABAgQIECBAgMCqBE5Kcv85i109yVdXtYl1CBD4MYHSG2SXHp/HiQABAgQIECBAgAABAgQIbELA+/Im1O1JgAABAgQIECBAgAABAgQIECBAgAABAgQIECBAgAABAgQIECBAgAABAgQIECBAgACB9gU0rG6/xjIkQIAAAQJNCdTesLqpYkiGAAECBMYk4PxgTNWWKwECBAgQaECg9vMDA68aeAilQIAAAQIECBAgQIAAAQJrE3h2kofOWf3aSf5ubbtamACB0htklx6fJ4gAAQIECBAgQIAAAQIECGxCwPvyJtTtSYAAAQIECBAgQIAAAQIECBAgQIAAAQIECBAgQIAAAQIECBAgQIAAAQIECBAgQIAAgfYFNKxuv8YyJECAAAECTQnU3rC6qWJIhgABAgTGJOD8YEzVlisBAgQIEGhAoPbzAwOvGngIpUCAAAECBAgQIECAAAECaxF4WpJHzln5Z5J8di07WpQAgT0CpTfILj0+TxIBAgQIECBAgAABAgQIENiEgPflTajbkwABAgQIECBAgAABAgQIECBAgAABAgQIECBAgAABAgQIECBAgAABAgQIECBAgAABAu0LaFjdfo1lSIAAAQIEMwzC1wAAIABJREFUmhKovWF1U8WQDAECBAiMScD5wZiqLVcCBAgQINCAQO3nBwZeNfAQSoEAAQIECBAgQIAAAQIEVi5wYpLfmrPqTZJ8fOW7WZAAgVmB0htklx6fJ4oAAQIECBAgQIAAAQIECGxCwPvyJtTtSYAAAQIECBAgQIAAAQIECBAgQIAAAQIECBAgQIAAAQIECBAgQIAAAQIECBAgQIAAgfYFNKxuv8YyJECAAAECTQnU3rC6qWJIhgABAgTGJOD8YEzVlisBAgQIEGhAoPbzAwOvGngIpUCAAAECBAgQIECAAAECKxX43SRPmLPiAUk+vNKdLEaAwFYCpTfILj0+TxYBAgQIECBAgAABAgQIENiEgPflTajbkwABAgQIECBAgAABAgQIECBAgAABAgQIECBAgAABAgQIECBAgAABAgQIECBAgAABAu0LaFjdfo1lSIAAAQIEmhKovWF1U8WQDAECBAiMScD5wZiqLVcCBAgQINCAQO3nBwZeNfAQSoEAAQIECBAgQIAAAQIEVibwW0lOnLPazZKcu7JdLESAwHYCpTfILj2+7Xx9nQABAgQIECBAgAABAgQIrEPA+/I6VK1JgAABAgQIECBAgAABAgQIECBAgAABAgQIECBAgAABAgQIECBAgAABAgQIECBAgAABAhpWewYIECBAgACBqgRqb1hdFbZgCRAgQIDARQLODzwNBAgQIECAQFUCtZ8fGHhV1eMmWAIECBAgQIAAAQIECBBYo8Cjkvx/c9a/RZJ3r3FfSxMg8JMCpTfILj0+zxQBAgQIECBAgAABAgQIENiEgPflTajbkwABAgQIECBAgAABAgQIECBAgAABAgQIECBAgAABAgQIECBAgAABAgQIECBAgAABAu0LaFjdfo1lSIAAAQIEmhKovWF1U8WQDAECBAiMScD5wZiqLVcCBAgQINCAQO3nBwZeNfAQSoEAAQIECBAgQIAAAQIEdizwsCTPmrPK7ZL8xY5XtwABAosKlN4gu/T4FvV2PQECBAgQIECAAAECBAgQWIWA9+VVKFqDAAECBAgQIECAAAECBAgQIECAAAECBAgQIECAAAECBAgQIECAAAECBAgQIECAAAECBGYFNKz2TBAgQIAAAQJVCdTesLoqbMESIECAAIGLBJwfeBoIECBAgACBqgRqPz8w8Kqqx02wBAgQIECAAAECBAgQILAGgfsnOWnOukcmOWsN+1mSAIHtBUpvkF16fNsLu4IAAQIECBAgQIAAAQIECKxewPvy6k2tSIAAAQIECBAgQIAAAQIECBAgQIAAAQIECBAgQIAAAQIECBAgQIAAAQIECBAgQIAAAQKJhtWeAgIECBAgQKAqgdobVleFLVgCBAgQIHCRgPMDTwMBAgQIECBQlUDt5wcGXlX1uAmWAAECBHYo8DtJnrjDNebdfs8kp65hXUsSIECAAAEC6xf4tST/e842d0ry+vVvbwcCBLYQKL1BdunxebAIECBAgAABAgQIECBAgMAmBLwvb0LdngQIECBAgAABAgQIECBAgAABAgQIECBAgAABAgQIECBAgAABAgQIECBAgAABAgQIEGhfQMPq9mssQwIECBAg0JRA7Q2rmyqGZAgQIEBgTALOD8ZUbbkSIECAAIEGBGo/PzDwqoGHUAoECBAgMFjAwKvBVC4kQIAAAQKjEDg2yUvnZPorSV4xCgFJEihXoPQG2aXHV25lRUaAAAECBAgQIECAAAECLQt4X265unIjQIAAAQIECBAgQIAAAQIECBAgQIAAAQIECBAgQIAAAQIECBAgQIAAAQIECBAgQIDA5gQ0rN6cvZ0JECBAgACBJQRqb1i9RMpuIUCAAAECJQg4PyihCmIgQIAAAQIEBgvUfn5g4NXgUruQAAECBBoQMPCqgSJKgQABAgQIrEjgrkleOWeteyY5dUV7WIYAgeUFSm+QXXp8y8u7kwABAgQIECBAgAABAgQILC/gfXl5O3cSIECAAAECBAgQIECAAAECBAgQIECAAAECBAgQIECAAAECBAgQIECAAAECBAgQIECAwNYCGlZ7OggQIECAAIGqBGpvWF0VtmAJECBAgMBFAs4PPA0ECBAgQIBAVQK1nx8YeFXV4yZYAgQIENihgIFXOwR0OwECBAgQaETgl5O8fk4uv5HkTxrJURoEahcovUF26fHVXn/xEyBAgAABAgQIECBAgECdAt6X66ybqAkQIECAAAECBAgQIECAAAECBAgQIECAAAECBAgQIECAAAECBAgQIECAAAECBAgQIFC6gIbVpVdIfAQIECBAgMCPCdTesFo5CRAgQIBApQLODyotnLAJECBAgMBYBWo/PzDwaqxPrrwJECAwToHZgVcnJTk+yYXj5JA1AQIECBAYpcBhSd40J/MHJXn+KEUkTaBMgdIbZJceX5lVFRUBAgQIECBAgAABAgQItC7gfbn1CsuPAAECBAgQIECAAAECBAgQIECAAAECBAgQIECAAAECBAgQIECAAAECBAgQIECAAAECmxHQsHoz7nYlQIAAAQIElhSovWH1kmm7jQABAgQIbFrA+cGmK2B/AgQIECBAYCGB2s8PDLxaqNwuJkCAAIHKBQy8qryAwidAgAABAjsUuE2St89Z4xFJnrXDtd1OgMBqBUpvkF16fKuthtUIECBAgAABAgQIECBAgMAwAe/Lw5xcRYAAAQIECBAgQIAAAQIECBAgQIAAAQIECBAgQIAAAQIECBAgQIAAAQIECBAgQIAAAQKLCWhYvZiXqwkQIECAAIENC9TesHrDfLYnQIAAAQLLCjg/WFbOfQQIECBAgMBGBGo/PzDwaiOPjU0JECBAYEMCBl5tCN62BAgQIECgAIGbJ3nPnDgeneQPC4hPCAQI/LhA6Q2yS4/P80SAAAECBAgQIECAAAECBDYh4H15E+r2JECAAAECBAgQIECAAAECBAgQIECAAAECBAgQIECAAAECBAgQIECAAAECBAgQIECAQPsCGla3X2MZEiBAgACBpgRqb1jdVDEkQ4AAAQJjEnB+MKZqy5UAAQIECDQgUPv5gYFXDTyEUiBAgACBwQIGXg2mciEBAgQIEGhK4H8kef+cjB6f5PebylQyBNoRKL1BdunxtfMkyIQAAQIECBAgQIAAAQIEahLwvlxTtcRKgAABAgQIECBAgAABAgQIECBAgAABAgQIECBAgAABAgQIECBAgAABAgQIECBAgACBegQ0rK6nViIlQIAAAQIEktTesFoRCRAgQIBApQLODyotnLAJECBAgMBYBWo/PzDwaqxPrrwJECAwTgEDr8ZZd1kTIECAwLgF9ktyVpKfmmF4UpITxk0jewJFC5TeILv0+IouruAIECBAgAABAgQIECBAoFkB78vNllZiBAgQIECAAAECBAgQIECAAAECBAgQIECAAAECBAgQIECAAAECBAgQIECAAAECBAgQ2KiAhtUb5bc5AQIECBAgsKhA7Q2rF83X9QQIECBAoBAB5weFFEIYBAgQIECAwDCB2s8PDLwaVmdXESBAgEAbAiUNvLpkkgOT3CbJzZPcJMmNe8yfSPKxJO+cfP1NSbo//+uAMhyX5JTedd0gj26gx9CPoffvk+TUJIdPF/7QJN5jpnHO26v7mWP/JA9NcsterrdI8u6hwbmOAAECBAgsKPCz02FX15+57ylJHrvgWi4nQGB3BUpvkF16fLtbLbsRIECAAAECBAgQIECAAIH/EPC+7EkgQIAAAQIECBAgQIAAAQIECBAgQIAAAQIECBAgQIAAAQIECBAgQIAAAQIECBAgQIAAgXUIaFi9DlVrEiBAgAABAmsTqL1h9dpgLEyAAAECBNYr4Pxgvb5WJ0CAAAECBFYsUPv5gYFXK34gLEeAAAECRQuUMPDqskl+LcnDZgZcbQf3hkmTwCck+eCcZoH9e4cOrNpqv6H3LzLwqvt5oxuG9dwkV5nZ2MCr7Srv6wQIECCwrMD1kpyZ5L/OLPCMJI9cdlH3ESCwawKlN8guPb5dK5SNCBAgQIAAAQIECBAgQIBAT8D7sseBAAECBAgQIECAAAECBAgQIECAAAECBAgQIECAAAECBAgQIECAAAECBAgQIECAAAECBNYhoGH1OlStSYAAAQIECKxNoPaG1WuDsTABAgQIEFivgPOD9fpanQABAgQIEFixQO3nBwZerfiBsBwBAgQIFC2w6YFXN0rynCSHLan09SQPSfLyvQy9GjqwaqsQht6/yMCrLu+TJ0NHDp6zqYFXSz4MbiNAgACBvQpcM8lZSfafuep50++l+AgQKF+g9AbZpcdXfoVFSIAAAQIECBAgQIAAAQItCnhfbrGqciJAgAABAgQIECBAgAABAgQIECBAgAABAgQIECBAgAABAgQIECBAgAABAgQIECBAgMDmBTSs3nwNRECAAAECBAgsIFB7w+oFUnUpAQIECBAoScD5QUnVEAsBAgQIECCwrUDt5wcGXm1bYhcQIECAQEMCmxx4dY0kJyW504xnN8Tq3CTvT/Lt6dd+OsnNk9x0jv2HkhyT5BNb1GXowKqtyjr0/qEDry6e5NFJTpxu2OX4tmnOP5oMInl1kk829IxJhQABAgQ2L9B9jzozyUEzobwoyf02H54ICBAYKFB6g+zS4xvI7DICBAgQIECAAAECBAgQILBSAe/LK+W0GAECBAgQIECAAAECBAgQIECAAAECBAgQIECAAAECBAgQIECAAAECBAgQIECAAAECBAhMBTSs9igQIECAAAECVQnU3rC6KmzBEiBAgACBiwScH3gaCBAgQIAAgaoEaj8/MPCqqsdNsAQIECCwQ4FNDbyaHfrUpdENfnpikhck+dacvLrv0T83vebOM19/VJJnJJltGthdNnRg1VaUQ+8fOvDq+klOmwweOXi6YVeDJyf54Q5r6XYCBAgQIDBP4HJJzkryizNfPDnJvZERIFCVQOkNskuPr6piC5YAAQIECBAgQIAAAQIEmhHwvtxMKSVCgAABAgQIECBAgAABAgQIECBAgAABAgQIECBAgAABAgQIECBAgAABAgQIECBAgACBogQ0rC6qHIIhQIAAAQIEthOovWH1dvn5OgECBAgQKFTA+UGhhREWAQIECBAgMF+g9vMDA6882QQIECAwJoFNDbyaHfrUmd8/yYu2GFrVr8mVkjwryb16n+yGdjxkOjRrtn5DB1ZtVfeh9w8dePUb0zy7/T6W5OjJr4+O6aGTKwECBAjsmsAlJwMWz0xy25kdX57k7rsWhY0IEFiVQOkNskuPb1V1sA4BAgQIECBAgAABAgQIEFhEwPvyIlquJUCAAAECBAgQIECAAAECBAgQIECAAAECBAgQIECAAAECBAgQIECAAAECBAgQIECAAIGhAhpWD5VyHQECBAgQIFCEQO0Nq4tAFAQBAgQIEFhcwPnB4mbuIECAAAECBDYoUPv5gYFXG3x4bE2AAAECuy4wO/BqkQA+n+STSb6U5Nwk5yT5SJLvD1jkjkle17vuNUm6QVDfGHBvd8mhSd7cu/atSe4xGXr11Tn3Dx1YtdXWQ+8fMvDqyklenOTO082ekeSxA80G0riMAAECBAj8H4Fu2NURMx6v7X0fQkWAQF0CpTfILj2+uqotWgIECBAgQIAAAQIECBBoRcD7ciuVlAcBAgQIECBAgAABAgQIECBAgAABAgQIECBAgAABAgQIECBAgAABAgQIECBAgAABAgTKEtCwuqx6iIYAAQIECBDYRqD2htUKTIAAAQIEKhVwflBp4YRNgAABAgTGKlD7+YGBV2N9cuVNgACBcQrsZODVPLFuCNYzk7wgyXf2QnpQkl+aDL26aZLrTX69JMlJC5TgxklenuSA6T0fSnJMkk/MWWPowKqtth96/5CBV4cleWWSyyf59nTgyNsWyNulBAgQIEBgqEA3WLIbMNn/OGMypPIOQxdwHQECxQmU3iC79PiKK6iACBAgQIAAAQIECBAgQGAUAt6XR1FmSRIgQIAAAQIECBAgQIAAAQIECBAgQIAAAQIECBAgQIAAAQIECBAgQIAAAQIECBAgQGDXBTSs3nVyGxIgQIAAAQI7Eai9YfVOcncvAQIECBDYoIDzgw3i25oAAQIECBBYXKD28wMDrxavuTsIECBAoF6BVQ+82iPxmiTHJ+kGYK3jo8aBV1dI8uwk956CvCLJA5J8Yx1A1iRAgACBUQucnuToGYG3JjkyyQ9HLSN5AnULlN4gu/T46q6+6AkQIECAAAECBAgQIECgVgHvy7VWTtwECBAgQIAAAQIECBAgQIAAAQIECBAgQIAAAQIECBAgQIAAAQIECBAgQIAAAQIECBAoW0DD6rLrIzoCBAgQIEBgRqD2htUKSoAAAQIEKhVwflBp4YRNgAABAgTGKlD7+YGBV2N9cuVNgACBcQrMDrzqBlR9Msm/bsNxtSQ33eaa100HOv3DGmhrHHh1pyQnJ7l8km8nudfEsDPyQYAAAQIEVilwyuR7+XEzC/5lkiOSfHeVG1mLAIFdFyi9QXbp8e16wWxIgAABAgQIECBAgAABAgSSeF/2GBAgQIAAAQIECBAgQIAAAQIECBAgQIAAAQIECBAgQIAAAQIECBAgQIAAAQIECBAgQIDAOgQ0rF6HqjUJECBAgACBtQnU3rB6bTAWJkCAAAEC6xVwfrBeX6sTIECAAAECKxao/fzAwKsVPxCWI0CAAIGiBWYHXp2U5PgkFw6M+nJJ9k3ywCR3mw5z6t964qSR3xOS/HDgenu77JKTgVE3SHKbJHdNcrvexR9KckyST8xZoBv60Q3/2PNxQpInLRDP0Pv3SXJqksOna++J6UtJbjvd84Dp1543GTry6CTfWSAOlxIgQIAAge0EXpzk12cuOifJkUm+sd3Nvk6AQPECpTfILj2+4gssQAIECBAgQIAAAQIECBBoUsD7cpNllRQBAgQIECBAgAABAgQIECBAgAABAgQIECBAgAABAgQIECBAgAABAgQIECBAgAABAgQ2LqBh9cZLIAACBAgQIEBgEYHaG1YvkqtrCRAgQIBAQQLODwoqhlAIECBAgACB7QVqPz8w8Gr7GruCAAECBNoR2OnAqz0SF0ty9yTPTnKVHs/Hpp//8ECybp0rJrlukqsl2S/J/km6QVE33csaiwy8GhjKlpdtNTBrduDVvAW+neSpk8FgT1tgqNhO43U/AQIECIxD4I+nAyj72f5NkiOS/MM4CGRJoHmB0htklx5f8w+IBAkQIECAAAECBAgQIECgSAHvy0WWRVAECBAgQIAAAQIECBAgQIAAAQIECBAgQIAAAQIECBAgQIAAAQIECBAgQIAAAQIECBCoXkDD6upLKAECBAgQIDAugdobVo+rWrIlQIAAgYYEnB80VEypECBAgACBMQjUfn5g4NUYnlI5EiBAgMAegVUNvOrWu3iSR04HOvWFHzUZYvWMJLMN/fZcc+kkt0lynyS3mxmYNbRStQy8OnFq8bWhibmOAAECBAgMEHhmkofPXHd+kiOTfGHA/S4hQKAOgdIbZJceXx1VFiUBAgQIECBAgAABAgQItCbgfbm1isqHAAECBAgQIECAAAECBAgQIECAAAECBAgQIECAAAECBAgQIECAAAECBAgQIECAAAECZQhoWF1GHURBgAABAgQIDBSovWH1wDRdRoAAAQIEShNwflBaRcRDgAABAgQI7FWg9vMDA6884AQIECAwJoFVDrzq3K6f5LQkB/cQT07ykCTfnoG9WJLbJumGQB20APrXk3wwyb5Jrjm9r8SBV1+ZxHh6kv2mg7z2pNjF+qAkZy+Qs0sJECBAgMBWAk9N8pszX/zUdNhV97sPAgTaESi9QXbp8bXzJMiEAAECBAgQIECAAAECBGoS8L5cU7XESoAAAQIECBAgQIAAAQIECBAgQIAAAQIECBAgQIAAAQIECBAgQIAAAQIECBAgQIAAgXoENKyup1YiJUCAAAECBJLU3rBaEQkQIECAQKUCzg8qLZywCRAgQIDAWAVqPz8w8GqsT668CRAgME6BVQ+8ukySZya5b4/zHUmOS/Ll3ucukeSB02FXl98L/eeTfHQ64OoD09+/lOQGSV6e5IDpvYsMvDpjMmjrXQuUuxtYdc/e9SckedKc+/dJcupkkNXhMzH9bZKfT/Ls3iCwLq9fTfLOBeJwKQECBAgQmBX4X0l+e+aTX0xyRJLzcREg0JxA6Q2yS4+vuQdCQgQIECBAgAABAgQIECBQhYD35SrKJEgCBAgQIECAAAECBAgQIECAAAECBAgQIECAAAECBAgQIECAAAECBAgQIECAAAECBAhUJ6BhdXUlEzABAgQIEBi3wC42rJ79//WNG172BAgQIFCKwKZmHzg/KOUJEAcBAgQIECAwSGAXzw8GxbPoRZv6oW+RODVEWkTLtQQIECCwN4FVD7y6ZJInJzm+t+m8YVS3TXJKkmv2rvt6ktMmw6HekOS8JP+Y5PtbBH/jHQy82mpg1VZO3bCuLtY9H4sOvPrE9MZbJ/nTJNed/vmcJPeaDAP7pEeUAAECBAgsITD7Pbxb4h+SHDkdELnEkm4hQKBwgdLPg0qPr/DyCo8AAQIECBAgQIAAAQIEGhXwvtxoYaVFgAABAgQIECBAgAABAgQIECBAgAABAgQIECBAgAABAgQIECBAgAABAgQIECBAgACBDQtoWL3hAtieAAECBAgQWExgFxtWG3i1WGlcTYAAAQK7I7Cp2QfOD3anvnYhQIAAAQIEViSwi+cHK4r4x5fZ1A99iySjIdIiWq4lQIAAgb0JrHrg1aWSPG0yrOrBvU1nB15dNslzkvxa75p3J3lAko8OLFeNA68unuSRSZ7ay7FzeHSSCwfm7TICBAgQINAJPGY6YLKv8c0kR0wGXnUDFX0QINCmQOnnQaXH1+ZTISsCBAgQIECAAAECBAgQKF3A+3LpFRIfAQIECBAgQIAAAQIECBAgQIAAAQIECBAgQIAAAQIECBAgQIAAAQIECBAgQIAAAQIE6hTQsLrOuomaAAECBAiMVmAXG1YbeDXap0ziBAgQKFpgU7MPnB8U/VgIjgABAgQIEJgV2MXzg7Xgb+qHvkWS0RBpES3XEiBAgMDeBFY98OoySZ6Z5L69Td+U5LgkF0w/t3+SVya50fTP305ytyRvXqBUt0ryzt71s0O1+kt1e5/S+8QJSZ60wF5D799nktOpSQ6frj0vpp9KcvIk9l/q5X6vJK9bIB6XEiBAgMC4BY5P8vQZgu9OBl0dmeRd46aRPYHmBUo/Dyo9vuYfEAkSIECAAAECBAgQIECAQJEC3peLLIugCBAgQIAAAQIECBAgQIAAAQIECBAgQIAAAQIECBAgQIAAAQIECBAgQIAAAQIECBAgUL2AhtXVl1ACBAgQIEBgXAK72LDawKtxPVqyJUCAQC0Cm5p94PyglidEnAQIECBAgMC/C+zi+cFaxDf1Q98iyWiItIiWawkQIEBgbwKrHnh1/SSnJTm4t+lJSbrhHBdOP3fozHCr9yS5R5LPDyxV9726W+9pvetrGXjVhTw7QOv1Se6X5B8H5u8yAgQIEBivwIOTPHcm/R9Oh129dbwsMicwGoHSz4NKj280D4pECRAgQIAAAQIECBAgQKAoAe/LRZVDMAQIECBAgAABAgQIECBAgAABAgQIECBAgAABAgQIECBAgAABAgQIECBAgAABAgQIEGhGQMPqZkopEQIECBAgMA6B2htWj6NKsiRAgACBBgWcHzRYVCkRIECAAIGWBWo/PzDwquWnU24ECBAgMCuwyoFX3ffQhyf5o5lN7pvkxb3P3THJ63p//kCSuyf51MDy7J/kZUlu0ru+poFXV07SDQE7uhf//ZO8KMls08OBJC4jQIAAgREIdN9PXzgnzzskOWME+UuRAIGf/FmxtDMsDbw9pQQIECBAgAABAgQIECBA4CcFvC97KggQIECAAAECBAgQIECAAAECBAgQIECAAAECBAgQIECAAAECBAgQIECAAAECBAgQIEBgHQIaVq9D1ZoECBAgQIDA2gRqb1i9NhgLEyBAgACB9Qo4P1ivr9UJECBAgACBFQvUfn5QWrPgeeXREGnFD63lCBAgMGKBVQ28uliSuyb5wyTX7Xmek+TYJJ/tfe6QJG9Ocvne5+6V5NQBA59+bjos6hdnavaRJL8yGZz18Tm1PC7JKb3Pn5DkSQvUfOj9+0xzOHy69t6GcB2W5JU9g3dPBn7dM8nnFojLpQQIECAwHoHu++SfzUn3LkleMx4GmRIYvUDp50Glxzf6BwgAAQIECBAgQIAAAQIECGxEwPvyRthtSoAAAQIECBAgQIAAAQIECBAgQIAAAQIECBAgQIAAAQIECBAgQIAAAQIECBAgQIAAgeYFNKxuvsQSJECAAAECbQnU3rC6rWrIhgABAgRGJOD8YETFlioBAgQIEGhBoPbzAwOvWngK5UCAAAECQwV2OvDqEklukuT+k6FWvzozxKqL4X8medbMIKtrTod23L4X5OeTPD7JK5L8y5zgrz5d/7GT9a6yRXK3SNINjpr9GDqwaiuzofcvMvDqCkmeneTevU0fl+SpSX40tHiuI0CAAIFRCByT5GVzMr375Hvwy0chIEkCBPYIlN4gu/T4PEkECBAgQIAAAQIECBAgQGATAt6XN6FuTwIECBAgQIAAAQIECBAgQIAAAQIECBAgQIAAAQIECBAgQIAAAQIECBAgQIAAAQIECLQvoGF1+zWWIQECBAgQaEqg9obVTRVDMgQIECAwJgHnB2OqtlwJECBAgEADArWfHxh41cBDKAUCBAgQGCwwO/CqGzz1yST/OmCFbmjTIXu57nlJHp3kOzPXdN9r75vkBXPu/USSs5N8fPq1bojULefsc+503dv01rh1knfNWXPowKqtUhl6/yIDr7q9bjUdYNINAOs+PjbJuxte8uEB9i4hQIAAgXE0WdZaAAAgAElEQVQI3DnJq+ek2g2Z/LNxEMiSAIGeQOkNskuPz8NEgAABAgQIECBAgAABAgQ2IeB9eRPq9iRAgAABAgQIECBAgAABAgQIECBAgAABAgQIECBAgAABAgQIECBAgAABAgQIECBAgED7AhpWt19jGRIgQIAAgaYEam9Y3VQxJEOAAAECYxJwfjCmasuVAAECBAg0IFD7+YGBVw08hFIgQIAAgcECswOvBt+4zYUnJ3lUkq9ucd1lk/x+kkcsseGfJPntJPdJcmLv/q2GfwwdWLVVKEPvX3Tg1X+eGnROez5OSnJ8kguXcHELAQIECLQlcFSSN85J6X5JXtRWqrIhQGCgQOkNskuPbyCzywgQIECAAAECBAgQIECAwEoFvC+vlNNiBAgQIECAAAECBAgQIECAAAECBAgQIECAAAECBAgQIECAAAECBAgQIECAAAECBAgQIDAV0LDao0CAAAECBAhUJVB7w+qqsAVLgAABAgQuEnB+4GkgQIAAAQIEqhKo/fzAwKuqHjfBEiBAgMAOBVY98OrzSZ6SpBtK9S/bxHbpJA9M8vgkVxmQx5uma78zyb8muWOS1/Xu22pY1NCBVVuFMPT+RQdedfvtn+RlSW4y3fzbSe6W5M0DPFxCgAABAu0K3D7JmUkuMZPiQ5I8r920ZUaAwDYCpTfILj0+DxgBAgQIECBAgAABAgQIENiEgPflTajbkwABAgQIECBAgAABAgQIECBAgAABAgQIECBAgAABAgQIECBAgAABAgQIECBAgAABAu0LaFjdfo1lSIAAAQIEmhKovWF1U8WQDAECBAiMScD5wZiqLVcCBAgQINCAQO3nBwZeNfAQSoEAAQIEBgvsdODVeydDq/4+yblJ3jP9/TuDd/+PC6+e5JeTdMM9bprkxtP7u+FZH0ry9iTdsKtPTAdd7Vn++pNrT5sMBDl4+omPJbl7kg/P7D90YNVWYQ+9f5mBV90gk99L8rje5q9I8oAk31jQ0eUECBAg0IbALZOcleQyM+k8Mskz2khRFgQILClQeoPs0uNbkt1tBAgQIECAAAECBAgQIEBgRwLel3fE52YCBAgQIECAAAECBAgQIECAAAECBAgQIECAAAECBAgQIECAAAECBAgQIECAAAECBAgQ2EJAw2qPBgECBAgQIFCVQO0Nq6vCFiwBAgQIELhIwPmBp4EAAQIECBCoSqD28wMDr6p63ARLgAABAgQIECBAgACBZgS6IY5nJrnyTEaPTfKUZrKUCAECywqU3iC79PiWdXcfAQIECBAgQIAAAQIECBDYiYD35Z3ouZcAAQIECBAgQIAAAQIECBAgQIAAAQIECBAgQIAAAQIECBAgQIAAAQIECBAgQIAAAQIEthLQsNqzQYAAAQIECFQlUHvD6qqwBUuAAAECBC4ScH7gaSBAgAABAgSqEqj9/MDAq6oeN8ESIECAAAECBAgQIECgCYEDk5yV5Boz2TwhyRObyFASBAjsVKD0Btmlx7dTf/cTIECAAAECBAgQIECAAIFlBLwvL6PmHgIECBAgQIAAAQIECBAgQIAAAQIECBAgQIAAAQIECBAgQIAAAQIECBAgQIAAAQIECBDYTkDD6u2EfJ0AAQIECBAoSqD2htVFYQqGAAECBAgMF3B+MNzKlQQIECBAgEABArWfHxh4VcBDJAQCBAgQIECAAAECBAiMSGDf6bCr68zk/PtJHj8iB6kSILB3gdIbZJcen+eLAAECBAgQIECAAAECBAhsQsD78ibU7UmAAAECBAgQIECAAAECBAgQIECAAAECBAgQIECAAAECBAgQIECAAAECBAgQIECAAIH2BTSsbr/GMiRAgAABAk0J1N6wuqliSIYAAQIExiTg/GBM1ZYrAQIECBBoQKD28wMDrxp4CKVAgAABAgQIECBAgACBSgRumOTMJN3v/Y8/TPLoSnIQJgECuyNQeoPs0uPbnSrZhQABAgQIECBAgAABAgQI/LiA92VPBAECBAgQIECAAAECBAgQIECAAAECBAgQIECAAAECBAgQIECAAAECBAgQIECAAAECBAisQ0DD6nWoWpMAAQIECBBYm0DtDavXBmNhAgQIECCwXgHnB+v1tToBAgQIECCwYoHazw8MvFrxA2E5AgQIECBAgAABAgQIEJgrcJ0kZyXZd+arz0ryCGYECBCYESi9QXbp8XmgCBAgQIAAAQKlCPz05F3wkCQHJPmvSa6f5L8kuVKSS02D/F6Sbyb5+ySfTfLxJB9K8t4kXyglEXEQIECAwCAB78uDmFxEgAABAgQIECBAgAABAgQIECBAgAABAgQIECBAgAABAgQIECBAgAABAgQIECBAgAABAgsKaFi9IJjLCRAgQIAAgc0K1N6werN6didAgAABAksLOD9Yms6NBAgQIECAwCYEaj8/MPBqE0+NPQkQIECAAAECBAgQIDAugWskOTPJTWfSfn6SB42LQrYECAwUKL1BdunxDWR2GQECBAgQIEBgLQK3SnKnJEcmuckOd/jY9H3ydUnetcO13E6AAAEC6xfwvrx+YzsQIECAAAECBAgQIECAAAECBAgQIECAAAECBAgQIECAAAECBAgQIECAAAECBAgQIEBgjAIaVo+x6nImQIAAAQIVC9TesLpieqETIECAwLgFnB+Mu/6yJ0CAAAEC1QnUfn5g4FV1j5yACRAgQIAAAQIECBAgUJXAlZKcNWlQfvBM1P87ya9XlYlgCRDYTYHSG2SXHt9u1speBAgQIECAAIFO4IpJ7p/kPisYcrWVaDf8qnuXfEGSf8JOgAABAkUKeF8usiyCIkCAAAECBAgQIECAAAECBAgQIECAAAECBAgQIECAAAECBAgQIECAAAECBAgQIECAQPUCGlZXX0IJECBAgACBcQnU3rB6XNWSLQECBAg0JOD8oKFiSoUAAQIECIxBoPbzAwOvxvCUypEAAQIECBAgQIAAAQKbEbjMZNDVmUluNbP9qUnuuZmQ7EqAQCUCpTfILj2+SsosTAIECBAgQKABgW7Q1aMnA6iOT3LpXcrnwsmArWckearBV7skbhsCBAgMF/C+PNzKlQQIECBAgAABAgQIECBAgAABAgQIECBAgAABAgQIECBAgAABAgQIECBAgAABAgQIECAwXEDD6uFWriRAgAABAgQKEKi9YXUBhEIgQIAAAQLLCDg/WEbNPQQIECBAgMDGBGo/PzDwamOPjo0JECBAgAABAgQIECDQtMAlpsOubj+T5SuTHN105pIjQGAVAqU3yC49vlXUwBoECBAgQIAAge0EHpbk95JceW8X3upWt8rNbnaz7L///rnhDW+Ya1/72tlnn31y6Uv/x3ysCy+8MBdccEG+9KUv5VOf+lQ+/OEP533ve1/e9a53bbf/N5I8Icmzt7vQ1wkQIEBg1wS8L+8atY0IECBAgAABAgQIECBAgAABAgQIECBAgAABAgQIECBAgAABAgQIECBAgAABAgQIECAwKgENq0dVbskSIECAAIH6BWpvWF1/BWRAgAABAiMVcH4w0sJLmwABAgQI1CpQ+/mBgVe1PnniJkCAAAECBAgQIECAQNkCb0xy1EyIr09yp7LDFh0BAoUIlN4gu/T4CimjMAgQIECAAIFGBfZP8owkt90qv2OPPTZ3uctdctRRR+Uyl7nMUgzf/e53c8YZZ+TVr351TjvttL2t8RdJjk/y4aU2chMBAgQIrFLA+/IqNa1FgAABAgQIECBAgAABAgQIECBAgAABAgQIECBAgAABAgQIECBAgAABAgQIECBAgAABAnsENKz2LBAgQIAAAQJVCdTesLoqbMESIECAAIGLBJwfeBoIECBAgACBqgRqPz8w8Kqqx02wBAgQIECAAAECBAgQqELg1UnuPBPpWUmOrCJ6QRIgUIJA6Q2yS4+vhBqKgQABAgQIEGhT4H5JTkryE//GeK1rXSsPfehDc7/73S9XvepVV5r91772tbzwhS/Mc57znHz5y1+et3b389kDkrxwpRtbjAABAgQWFfC+vKiY6wkQIECAAAECBAgQIECAAAECBAgQIECAAAECBAgQIECAAAECBAgQIECAAAECBAgQIEBgiICG1UOUXEOAAAECBAgUI1B7w+piIAVCgAABAgQWE3B+sJiXqwkQIECAAIENC9R+fmDg1YYfINsTIECAAAECBAgQIECgMYGXJTlmJqe3Jzkiyfcby1U6BAisT6D0Btmlx7e+yliZAAECBAgQGLPA05I8chbgUpe6VE444YQ89rGPzZx/OF2p17/927/lyU9+cp74xCfme9/73ry1n57kUSvd1GIECBAgsIiA9+VFtFxLgAABAgQIECBAgAABAgQIECBAgAABAgQIECBAgAABAgQIECBAgAABAgQIECBAgAABAkMFNKweKuU6AgQIECBAoAiB2htWF4EoCAIECBAgsLiA84PFzdxBgAABAgQIbFCg9vMDA682+PDYmgABAgQIECBAgAABAo0J/GmSe8/k9O4kR04ajn+7sVylQ4DAegVKb5BdenzrrY7VCRAgQIAAgTEKnJrkHrOJH3vssXnKU56S61znOrtq8sUvfjGPecxjctppp83b96VJjtvVgGxGgAABAnsEvC97FggQIECAAAECBAgQIECAAAECBAgQIECAAAECBAgQIECAAAECBAgQIECAAAECBAgQIEBgHQIaVq9D1ZoECBAgQIDA2gRqb1i9NhgLEyBAgACB9Qo4P1ivr9UJECBAgACBFQvUfn5g4NWKHwjLESBAgAABAgQIECBAYKQCL0xy35nc35/kiCQXjNRE2gQILC9QeoPs0uNbXt6dBAgQIECAAIGfFHhVkrvMfvr5z39+HvCAB2zU66STTsoDH/jAeTG8OsldNxqczQkQIDBOAe/L46y7rAkQIECAAAECBAgQIECAAAECBAgQIECAAAECBAgQIECAAAECBAgQIECAAAECBAgQILBuAQ2r1y1sfQIECBAgQGClArU3rF4phsUIECBAgMDuCTg/2D1rOxEgQIAAAQIrEKj9/MDAqxU8BJYgQIAAAQIECBAgQIDAyAWem+TBMwYfTnJkki+P3Eb6BAgsJ1B6g+zS41tO3V0ECBAgQIAAgZ8UODXJPfqfvsENbpCTTz45N7/5zYvwOvvss3Ove90rn/70p2fjeWmS44oIUhAECBAYj4D35fHUWqYECBAgQIAAAQIECBAgQIAAAQIECBAgQIAAAQIECBAgQIAAAQIECBAgQIAAAQIECBDYTQENq3dT214ECBAgQIDAjgVqb1i9YwALECBAgACBzQg4P9iMu10JECBAgACBJQVqPz8w8GrJwruNAAECBAgQIECAAAECBP5d4OlJjp+x+Ph02NXnGBEgQGBJgdIbZJce35LsbiNAgAABAgQI/JjA05I8sv+Zgw46KK961atynetcpyiqL37xi7nrXe+ac889dzau7p31UUUFKxgCBAi0LeB9ue36yo4AAQIECBAgQIAAAQIECBAgQIAAAQIECBAgQIAAAQIECBAgQIAAAQIECBAgQIAAAQKbEtCwelPy9iVAgAABAgSWEqi9YfVSSbuJAAECBAhsXsD5weZrIAICBAgQIEBgAYHazw8MvFqg2C4lQIAAAQIECBAgQIAAgR8TeHKSx8yYfDbJEUn+lhUBAgR2IFB6g+zS49sBvVsJECBAgAABAv8ucL8kL+hbdMOuzjjjjFz1qlctkuhrX/tajjrqqHlDr+6f5IVFBi0oAgQItCfgfbm9msqIAAECBAgQIECAAAECBAgQIECAAAECBAgQIECAAAECBAgQIECAAAECBAgQIECAAAECJQhoWF1CFcRAgAABAgQIDBaovWH14ERdSIAAAQIEyhJwfvD/s3cv4NZVZd3w/6mpwGt+KlSSQL6mhn0vmuUBNPCUgZmlnHwwMFMBTU1UFNA0T4ACmmcQtQQBUcTUEtRM4VPw8JpipXnK5DH0S8RXjYN54F2jZ22YTNd+9lp7rzXXmGv91nVx6bP3nGPc92+MvdecY8097rrGQzQECBAgQIDAGgJ9Xz9Q8MoUJ0CAAAECBAgQIECAAIH1CDw/yXNbJ/57kn2S/ON6GnQOAQIEGgK1b5Bde3wmEwECBAgQIEBgIwK7JflMkus+R7zDHe6QD33oQ9lpp5020u7Mz928eXPuf//75ytf+Uqzr3Ltdrckn515ADogQIAAAffL5gABAgQIECBAgAABAgQIECBAgAABAgQIECBAgAABAgQIECBAgAABAgQIECBAgAABAgQIzELAhtWzUNUmAQIECBAgMDOBvm9YPTMYDRMgQIAAgdkKWD+Yra/WCRAgQIAAgSkL9H39QMGrKU8IzREgQIAAAQIECBAgQGAJBJ6d5EWtPC9PsneSTy1B/lIkQGD2ArVvkF17fLMfIT0QIECAAAECiyzwwSQPaCZ40UUXZffdd+9FzhdffHH22GOPdqx/n+SBvUhAkAQIEOi3gPvlfo+f6AkQIECAAAECBAgQIECAAAECBAgQIECAAAECBAgQIECAAAECBAgQIECAAAECBAgQIFCrgA2rax0ZcREgQIAAAQIjBfq+YbVhJUCAAAECPRWwftDTgRM2AQIECBBYVoG+rx8oeLWsM1feBAgQIECAAAECBAgQWJ/AkUle2jr1e0n2SXLR+pp0FgECBH5KoPYNsmuPz5QiQIAAAQIECKxX4MlJXtk8+eSTT85hhx223vbmct4pp5ySww8/vN33U5K8ai4B6ZQAAQLLI+B+eXnGWqYECBAgQIAAAQIECBAgQIAAAQIECBAgQIAAAQIECBAgQIAAAQIECBAgQIAAAQIECBDoUsCG1V1q64sAAQIECBDYsEDfN6zeMIAGCBAgQIDAfASsH8zHXa8ECBAgQIDAOgX6vn6g4NU6B95pBAgQIECAAAECBAgQWEKBsjn4K1p5XzMsdvXhJfSQMgECsxOofYPs2uOb3chomQABAgQIEFhkgVsm+ergvu9WK0lu2rQpZ555Zi9zPuigg3LWWWc1Y/9Oktsn+W4vExI0AQIE+iHgfrkf4yRKAgQIECBAgAABAgQIECBAgAABAgQIECBAgAABAgQIECBAgAABAgQIECBAgAABAgQI9E3AhtV9GzHxEiBAgACBJRfo+4bVSz580idAgACB/gpYP+jv2ImcAAECBAgspUDf1w8UvFrKaStpAgQIECBAgAABAgQITCxweJLXtc4qC/p7J3n/xK05gQABAlsXqH2D7NrjM78IECBAgAABAusReHGSY1ZOvPnNb54vfvGL2WmnndbT1tzP2bx5c+50pzvlmmtKnebrXscmefbcgxMAAQIEFlfA/fLijq3MCBAgQIAAAQIECBAgQIAAAQIECBAgQIAAAQIECBAgQIAAAQIECBAgQIAAAQIECBAgME8BG1bPU1/fBAgQIECAwMQCfd+weuKEnUCAAAECBOoQsH5QxziIggABAgQIEBhToO/rBwpejTnQDiNAgAABAgQIECBAgMASCzwmyZtG5P+wJO9ZYhepEyAwO4HaN8iuPb7ZjYyWCRAgQIAAgUUVuGWSbyTZZiXBY489NkcffXSv8z3uuONyzDHX1fAquVyd5LZJvtvrxARPgACBegXcL9c7NiIjQIAAAQIECBAgQIAAAQIECBAgQIAAAQIECBAgQIAAAQIECBAgQIAAAQIECBAgQIBAnwVsWN3n0RM7AQIECBBYQoG+b1i9hEMmZQIECBBYDAHrB4sxjrIgQIAAAQJLI9D39QMFr5ZmqkqUAAECBAgQIECAAAEC6xJ4VJK3jDhzvyTvWFeLTiJAgMDaArVvkF17fGsLO4IAAQIECBAgcEOBI5O8dOVLO+64Y77+9a9nxAehvXK79tprc7vb3S6XXXZZM+5nJjmhV4kIlgABAv0RcL/cn7ESKQECBAgQIECAAAECBAgQIECAAAECBAgQIECAAAECBAgQIECAAAECBAgQIECAAAECBPokYMPqPo2WWAkQIECAAIFRf6fdhz2gjRwBAgQIEOi7gPWDvo+g+AkQIECAwJIJKHg1+wG3IdLsjfVAgAABAgQIECBAgACBUQKlqNXbR3yjFME6ExkBAgRmKFD7elDt8c1waDRNgAABAgQILKjA55LsupLbsccem6OPPnohUj3uuONyzDHHNHP5fJK7LERykiBAgEB9Au6X6xsTEREgQIAAAQIECBAgQIAAAQIECBAgQIAAAQIECBAgQIAAAQIECBAgQIAAAQIECBAgQGARBGxYvQijKAcCBAgQILBEAn3fsHqJhkqqBAgQILBYAtYPFms8ZUOAAAECBBZeoO/rB32o7m1DpIX/MZIgAQIECBAgQIAAAQIVCjwsybtGxPWYJH9VYbxCIkBgsQRqXw+qPb7Fmg2yIUCAAAECBGYtsGeSC5qdfOtb38r2228/6347af/yyy/PDjvs0O5rryQXdhKATggQILBcAu6Xl2u8ZUuAAAECBAgQIECAAAECBAgQIECAAAECBAgQIECAAAECBAgQIECAAAECBAgQIECAAIGuBGxY3ZW0fggQIECAAIGpCPR4w+pfSnL64O/P75/klCRHJLl6KigaIUCAAIE+Ctw5ydlJ7prkH5MckORfKk7E+kHFgyM0AgQIECBA4KcFerx+8N/JKHhlVhMgQIAAAQIECBAgQIBAW2DvJOeNYDksyetxESBAoAOB2jfIrj2+DoZIFwQIECBAgMACCZyU5Gkr+WzatClnnnnmAqWXHHTQQTnrrLOaOb0sydMXKknJECBAoA4B98t1jIMoCBAgQIAAAQIECBAgQIAAAQIECBAgQIAAAQIECBAgQIAAAQIECBAgQIAAAQIECBAgsGgCNqxetBGVDwECBAgQWHCBnm5YfZMkRyV54XB4FLxa8HkqPQIECIwhsGOSM5LcL8klSQ5M8oUxzpvXIdYP5iWvXwIECBAgQGBdAj1dP7guVwWv1jXsTiJAgAABAgQIECBAgMDCCtw/yflJbtrK8ClJXrWwWUuMAIHaBGrfILv2+GobT/EQIECAAAECdQt8LsmuKyG+/e1vz3777Vd3xBNGd84552T//fdvnvX5JHeZsBmHEyBAgMDaAu6X1zZyBAECBAgQIECAAAECBAgQIECAAAECBAgQIECAAAECBAgQIECAAAECBAgQIECAAAECBAhMLmDD6snNnEGAAAECBAjMUaCHG1aXPao3JTk5yS2GdApezXEO6ZoAAQKVCNxmWPDqd5J8Kskjk3y5kthGhWH9oOLBERoBAgQIECDw0wI9XD+4QRIKXpnVBAgQIECAAAECBAgQILAicJ8k5zU+bF75+jMGXzsJEwECBDoUqH2D7Nrj63CodEWAAAECBAj0XGDnJF9r5nDllVdm22237XlaNwz/qquuynbbbdfOaZckly5UopIhQIDA/AXcL89/DERAgAABAgQIECBAgAABAgQIECBAgAABAgQIECBAgAABAgQIECBAgAABAgQIECBAgACBRRSwYfUijqqcCBAgQIDAAgv0cMPqvZK8OUn5G+yVl4JXCzxHpUaAAIExBUoRxNckOTjJ+5I8Ksm3xzx3HodZP5iHuj4JECBAgACBdQv0cP3gBrkqeLXuoXciAQIECBAgQIAAAQIEFkrgN5Ocn+Q2rayeneTYhcpUMgQI9EGg9g2ya4+vD2MsRgIECBAgQKAOgQOSnL0Syp577pkLLrigjsimHMVee+2VCy+8sNnqgUneNuVuNEeAAIFlF3C/vOwzQP4ECBAgQIAAAQIECBAgQIAAAQIECBAgQIAAAQIECBAgQIAAAQIECBAgQIAAAQIECBCYjYANq2fjqlUCBAgQIEBgRgI927B69ySvS3LXFoeCVzOaH5olQIBApQJ3T/LMJGcm+XCS7yXZJsnLkxyW5PQkf5Lk+0m2S3KfJH843LvjbyrJyfpBJQMhDAIECBAgQGA8gZ6tH/xUUgpejTfOjiJAgAABAgQIECBAgMAiC+yW5LwkO7aSfP7g33++yInLjQCBagVq3yC79viqHViBESBAgAABAtUJvDjJMStRPeMZz8gJJ5xQXZDTCOjII4/MiSee2GyqFHcuRZ69CBAgQGB6Au6Xp2epJQIECBAgQIAAAQIECBAgQIAAAQIECBAgQIAAAQIECBAgQIAAAQIECBAgQIAAAQIECBC4XsCG1WYDAQIECBAg0CuBnmxYXfal3ntY7GqXEcAKXvVq1gmWAAECGxIo7wlHJDlp2MoVwwJXb0xyQJLnJCnvC+Xfj0pycJJbD4995bBQ1g82FMF0TrZ+MB1HrRAgQIAAAQIdCfRk/WBVDQWvOpoouiFAgAABAgQIECBAgEClAr86LHb1y634jk9ydKUxC4sAgcUXqH2D7NrjW/wZIkMCBAgQIEBgWgLvSPKIlcZOO+20HHxweaZs8V6nn356DjnkkGZi5ybZd/EylREBAgTmKuB+ea78OidAgAABAgQIECBAgAABAgQIECBAgAABAgQIECBAgAABAgQIECBAgAABAgQIECBAgMDCCtiwemGHVmIECBAgQGAxBXqwYfXNkhya5MWD4ia3WGUUFLxazOkpKwIECIwSuNWwmNXD18Hz8SSbknx1HedO+xTrB9MW1R4BAgQIECAwU4EerB9sNX8Fr2Y6PTROgAABAgQIECBAgACBqgVun+T8JHdqRfmyJE+vOnLBESCw6AK1b5Bde3yLPj/kR4AAAQIECExP4B+S/PpKcxdddFF233336bVeUUsXX3xx9thjj2ZEn05y94pCFAoBAgQWQcD98iKMohwIECBAgAABAgQIECBAgAABAgQIECBAgAABAgQIECBAgAABAgQIECBAgAABAgQIECBQn4ANq+sbExERIECAAAECWxGofMPqX01yQpKHtlL4RpLbNr6m4JVZToAAgeURKLUKfiHJPZM8Isn9kuyyRvql0NW5Sd4zKHj1hSQ/qbeU/u8AACAASURBVIDL+kEFgyAEAgQIECBAYHyBytcP1kxEwas1iRxAgAABAgQIECBAgACBhRT4pSTnJflfrexeneTJC5mxpAgQ6JNA7Rtk1x5fn8ZarAQIECBAgMB8BS5rPnR86aWXZqeddppvRDPqffPmzdl5552brZcHrnecUXeaJUCAwLIKuF9e1pGXNwECBAgQIECAAAECBAgQIECAAAECBAgQIECAAAECBAgQIECAAAECBAgQIECAAAECBGYrYMPq2fpqnQABAgQIEJiyQKUbVu+Q5KlJDk9y61bKrxruSfbextcVvJryvNAcAQIEeiRwo+GeHE9LckQj7jcO3kNemeRLSa6uMB/rBxUOipAIECBAgACB1QUqXT8Ye8gUvBqbyoEECBAgQIAAAQIECBBYGIHtk5yf5DdaGZ2a5NCFyVIiBAj0WaD2DbJrj6/PYy92AgQIECBAoFuBq5Jss9LllVdemW233bbbCDrq7aqrrsp2223X7K08OLeYyXZkqhsCBAiMEHC/bFoQIECAAAECBAgQIECAAAECBAgQIECAAAECBAgQIECAAAECBAgQIECAAAECBAgQIECAwCwEbFg9C1VtEiBAgAABAjMTqHDD6vI35S9Pclgr6SuSlGImZwwKXt0ryUca31fwamYzRMMECBCoXqDULtg7yeuS7NKI9vtJnpjkzCQ/qTAL6wcVDoqQCBAgQIAAgdUFKlw/mGi4FLyaiMvBBAgQIECAAAECBAgQ6L3Azw0+VD4vyR6tTN6c5I96n50ECBBYFIHaN8iuPb5FmQfyIECAAAECBGYvUB4eu+7zwp/85CcZ8eHn7KPooIdrr702N7rRjZo9lWu6G3yhgzB0QYAAgUUXcL+86CMsPwIECBAgQIAAAQIECBAgQIAAAQIECBAgQIAAAQIECBAgQIAAAQIECBAgQIAAAQIECMxHwIbV83HXKwECBAgQILBOgQo3rB5V8Oq0JM8b7D32b8M076Pg1ToH3GkECBBYPIG9kpT9KUuxq0uSHJXkOUnKe0UpenV4krMG7yPtvy+ft4T1g3mPgP4JECBAgACBiQQqXD+YLP6Jjp7PwTZEmo+7XgkQIECAAAECBAgQWDyBmw+LXd2vldpbk2xavHRlRIBAjwVqXw+qPb4eD73QCRAgQIAAgY4FFLzqGFx3BAgQWHAB98sLPsDSI0CAAAECBAgQIECAAAECBAgQIECAAAECBAgQIECAAAECBAgQIECAAAECBAgQIECAwJwEbFg9J3jdEiBAgAABAusTqHDD6mbBq08mOSbJ3ycpf2++8lLwan3D7SwCBAgsmsCug0JXfznYt/Jew8SemuRVSR6b5PXDr30tyaOTXFBZ8tYPKhsQ4RAgQIAAAQJbF6hw/WCiIfuZiY6ez8E2RJqPu14JECBAgAABAgQIEFgsgXL/d36SB7fSOjfJvouVqmwIEFgAgdrXg2qPbwGmgBQIECBAgACBjgSuSlIeTv7v15VXXpltt922o6677eaqq67Kdttt1+z06iSLmWy3tHojQIBAU8D9svlAgAABAgQIECBAgAABAgQIECBAgAABAgQIECBAgAABAgQIECBAgAABAgQIECBAgAABArMQsGH1LFS1SYAAAQIECMxMoMINq8vflD87yaeT/E2SH4xIXsGrmc0IDRMgQKA3AmVjjpcmeeIw4g8lOTjJvye5VZJTkuw//N7Hkzwmyecrys76QUWDIRQCBAgQIEBgbYEK1w/WDrpxhIJXE3E5mAABAgQIECBAgAABAr0VeHeS32tFXz50bn+ttwkKnACBhRKofYPs2uNbqMkgGQIECBAgQGCmApcNHia77UoPl156aXbaaaeZdjivxjdv3pydd9652f03kuw4r3j0S4AAgQUVcL+8oAMrLQIECBAgQIAAAQIECBAgQIAAAQIECBAgQIAAAQIECBAgQIAAAQIECBAgQIAAAQIECMxZwIbVcx4A3RMgQIAAAQKTCfR0w2oFryYbZkcTIEBgEQVuluRxSV6Q5GeTHJrkrY1Ey3vFGUl2SXJikuOSXFERhPWDigZDKAQIECBAgMDaAj1dP7guMQWv1h5jRxAgQIAAAQIECBAgQKDvAuck2beVxAeS7J3kJ31PTvwECCykQO0bZNce30JOCkkRIECAAAECMxH4hyS/vtLyRRddlN13330mHc270Ysvvjh77LFHM4xPJ7n7vOPSPwECBBZMwP3ygg2odAgQIECAAAECBAgQIECAAAECBAgQIECAAAECBAgQIECAAAECBAgQIECAAAECBAgQIFCJgA2rKxkIYRAgQIAAAQLjCfR0w2oFr8YbXkcRIEBg0QVK3YLfSPLQJC9JcnUj4RsneUKSbyY5t8K9LK0fLPrslB8BAgQIEFgwgZ6uH1w3CgpeLdiElA4BAgQIECBAgAABAgRaAmckOaj1tQuS7NP68AAcAQIEahKofYPs2uOraSzFQoAAAQIECNQt8I4kj1gJ8bTTTsvBBx9cd8TrjO7000/PIYcc0jy7PDjXLg69ztadRoAAAQJDAffLpgIBAgQIECBAgAABAgQIECBAgAABAgQIECBAgAABAgQIECBAgAABAgQIECBAgAABAgQIzELAhtWzUNUmAQIECBAgMDOBnm5YreDVzGaEhgkQIECgIwHrBx1B64YAAQIECBCYjkBP1w+uS17Bq+nMA60QIECAAAECBAgQIECgRoG/TPJHrcA+lmTvJN+tMWAxESBAYChQ+wbZtcdnIhEgQIAAAQIExhV4cZJjVg5+xjOekRNOOGHcc3t13JFHHpkTTzyxGfOxSZ7dqyQES4AAgfoF3C/XP0YiJECAAAECBAgQIECAAAECBAgQIECAAAECBAgQIECAAAECBAgQIECAAAECBAgQIECAQB8FbFjdx1ETMwECBAgQWGKBnm5YreDVEs9ZqRMgQGBBBKwfLMhASoMAAQIECCyLQE/XD64bHgWvlmWmypMAAQIECBAgQIAAgWUTOCXJoa2k/yHJPkn+Y9kw5EuAQO8Eat8gu/b4ejfgAiZAgAABAgTmJnBAkrNXet9zzz1zwQUXzC2YWXa811575cILL2x2cWCSt82yT20TIEBgCQXcLy/hoEuZAAECBAgQIECAAAECBAgQIECAAAECBAgQIECAAAECBAgQIECAAAECBAgQIECAAAECHQjYsLoDZF0QIECAAAEC0xPo6YbVCl5NbwpoiQABAgTmI2D9YD7ueiVAgAABAgTWKdDT9YPrslXwap0D7zQCBAgQIECAAAECBAhULPDKJE9uxfdPw2JXX684bqERIEBgRaD2DbJrj89MIkCAAAECBAiMK7Bzkq81D77yyiuz7bbbjnt+L4676qqrst1227Vj3SXJpb1IQJAECBDoj4D75f6MlUgJECBAgAABAgQIECBAgAABAgQIECBAgAABAgQIECBAgAABAgQIECBAgAABAgQIECDQJwEbVvdptMRKgAABAgQIpKcbVit4Ze4SIECAQN8FrB/0fQTFT4AAAQIElkygp+sH142SgldLNmGlS4AAAQIECBAgQIDAwgucmOTprSy/lGTvJP+68NlLkACBRRGofYPs2uNblHkgDwIECBAgQKAbgc8l2XWlq7e//e3Zb7/9uum5o17OOeec7L///s3ePp/kLh11rxsCBAgsk4D75WUabbkSIECAAAECBAgQIECAAAECBAgQIECAAAECBAgQIECAAAECBAgQIECAAAECBAgQIECgO4H28+rd9awnAgQIECBAgMB0BPqwB7SCV9MZa60QIECAwPwErB/Mz17PBAgQIECAwHQE+rB+cF2mfQjWhkjTmZhaIUCAAAECBAgQIEBg8QVenOSYVppfS7JPkrKZtxcBAgT6IlD7elDt8fVlnMVJgAABAgQI1CFwUpKnrYSyadOmnHnmmXVENqUoDjrooJx11lnN1l42olj0lHrTDAECBJZawP3yUg+/5AkQIECAAAECBAgQIECAAAECBAgQIECAAAECBAgQIECAAAECBAgQIECAAAECBAgQIDAzARtWz4xWwwQIECBAgEBHAn3YA1rBq44mg24IECBAYGYC1g9mRqthAgQIECBAoCOBPqwfXEfRh2BtiNTRzNUNAQIECBAgQIAAAQK9FnjeIPo/b2XwzSR7J7mk15kJngCBZRSofT2o9viWcc7ImQABAgQIEFi/wJ5JLmie/q1vfSvbb7/9+lus6MzLL788O+ywQzuivZJcWFGYQiFAgMCiCLhfXpSRlAcBAgQIECBAgAABAgQIECBAgAABAgQIECBAgAABAgQIECBAgAABAgQIECBAgAABAgTqErBhdV3jIRoCBAgQIEBgcoE+7AGt4NXk4+oMAgQIEKhLwPpBXeMhGgIECBAgQGBygT6sH1yXVR+CtSHS5JPQGQQIECBAgAABAgQILJfAUUmOa6V8RZJ9knxiuShkS4DAggjUvh5Ue3wLMg2kQYAAAQIECHQo8Lkku670d+yxx+boo4/usPvZdXXcccflmGOOaXbw+SR3mV2PWiZAgMBSC7hfXurhlzwBAgQIECBAgAABAgQIECBAgAABAgQIECBAgAABAgQIECBAgAABAgQIECBAgAABAgRmJmDD6pnRapgAAQIECBDoSKAPe0AreNXRZNANAQIECMxMwPrBzGg1TIAAAQIECHQk0If1g+so+hCsDZE6mrm6IUCAAAECBAgQIECglwJPS3JSK/Irk+yd5CO9zEjQBAgQSGpfD6o9PnOIAAECBAgQIDCpwJFJXrpy0o477pivf/3r+Zmf6cNHiauneu211+Z2t7tdLrvssuZBz0xywqRAjidAgACBsQTcL4/F5CACBAgQIECAAAECBAgQIECAAAECBAgQIECAAAECBAgQIECAAAECBAgQIECAAAECBAgQmFDA8+oTgjmcAAECBAgQmLtAH69fFLya+7QRAAECBAhsUKCP778bTNnpBAgQIECAQM8Fen390odd6noN3PPJLXwCBAgQuF7g6CTvSfJPUAgQIECAQEUCT0ryqlY8PxwWu/r7iuIUCgECBCYVqH09qPb4JvV2PAECBAgQIEDglkm+kWSbFYpjjz02Rx9dlkX7+zruuONyzDHHNBO4Osltk3y3v1mJnAABAlULuF+uengER4AAAQIECBAgQIAAAQIECBAgQIAAAQIECBAgQIAAAQIECBAgQIAAAQIECBAgQIAAgd4KeF69t0MncAIECBAgsLQCfbx+UfBqaaerxAkQILAwAn18/10YfIkQIECAAAEC6xLo9fWLglfrGnMnESBAgMCSCTwoyQeGOZeCV6Xw1Q12SV0yD+kSIECAQB0Cj0/y+hGhPCTJeXWEKAoCBAisW6D2Bbfa41s3vBMJECBAgACBpRZ4cXPd8+Y3v3m++MUvZqedduolyubNm3OnO90p11xzTTP+Y5M8u5cJCZoAAQL9EHC/3I9xEiUBAgQIECBAgAABAgQIECBAgAABAgQIECBAgAABAgQIECBAgAABAgQIECBAgAABAgT6JuB59b6NmHgJECBAgACBPl6/KHhl3hIgQIBA3wX6+P7bd3PxEyBAgAABAhsT6PX1i4JXGxt8ZxMgQIDAcgi03+xL1n14D12O0ZElAQIEllPg0Un+akTqf5DkXctJImsCBBZMoPYFt9rjW7DpIB0CBAgQIECgI4FbJvlqklut9Ldp06aceeaZHXU/3W4OOuignHXWWc1Gv5Pk9km+O92etEaAAAECDQH3y6YDAQIECBAgQIAAAQIECBAgQIAAAQIECBAgQIAAAQIECBAgQIAAAQIECBAgQIAAAQIECMxCwPPqs1DVJgECBAgQIDBLgT5evyh4NcsZoW0CBAgQ6EKgj++/XbjogwABAgQIEKhXoNfXL30o1tFr4HrnrcgIECBAYAKB9nvRw5P89QTnO5QAAQIECExT4JFJbrBj97DxA5O8bZodaYsAAQJzFKh9Paj2+OY4dLomQIAAAQIEei7w5CSvbOZw8skn57DDDutVWqecckoOP/zwdsxPSfKqXiUiWAIECPRPwP1y/8ZMxAQIECBAgAABAgQIECBAgAABAgQIECBAgAABAgQIECBAgAABAgQIECBAgAABAgQIEOiDgOfV+zBKYiRAgAABAgSaAn28flHwyhwmQIAAgb4L9PH9t+/m4idAgAABAgQ2JtDr6xcFrzY2+M4mQIAAgcUXuFeSj7XS/NkkP1r81GVIgAABAhUKPCLJO0bEdXCSt1QYr5AIECCwXoHaF9xqj2+97s4jQIAAAQIECBSBDyZ5QJPioosuyu67794LnYsvvjh77LFHO9a/T/LAXiQgSAIECPRbwP1yv8dP9AQIECBAgAABAgQIECBAgAABAgQIECBAgAABAgQIECBAgAABAgQIECBAgAABAgQIEKhVwPPqtY6MuAgQIECAAIHVBPp4/aLglflMgAABAn0X6OP7b9/NxU+AAAECBAhsTKDX1y8KXm1s8J1NgAABAosv8KIkz26l2Yf3z8UfGRkSIEBg+QQemuQ9I9J+bJI3LR+HjAkQWHCB2hfcao9vwaeH9AgQIECAAIEZC+yW5DNJrlsHvcMd7pAPfehD2WmnnWbc9caa37x5c+5///vnK1/5SrOhcu12tySf3VjrziZAgACBMQTcL4+B5BACBAgQIECAAAECBAgQIECAAAECBAgQIECAAAECBAgQIECAAAECBAgQIECAAAECBAgQmFjA8+oTkzmBAAECBAgQmLNAH69fFLya86TRPQECBAhsWKCP778bTloDBAgQIECAQK8Fen390oeCHb0G7vXUFjwBAgQIFIH2+9AhSU5HQ4AAAQIEOhb47STnJ7lRq98nJnldx7HojgABAl0I1L4eVHt8XYyRPggQIECAAIHFFnh8ktc3U7zHPe6R9773vdl+++2rzPzyyy/PQx7ykHzyk59sx3doklOrDFpQBAgQWDwB98uLN6YyIkCAAAECBAgQIECAAAECBAgQIECAAAECBAgQIECAAAECBAgQIECAAAECBAgQIECAQA0CnlevYRTEQIAAAQIECEwi0MfrFwWvJhlhxxIgQIBAjQJ9fP+t0VFMBAgQIECAQHcCvb5+UfCqu4miJwIECBDon8BdkvxzK+xbJfk//UtFxAQIECDQY4G9kpyXZJtWDk9N8ooe5yV0AgQIbE2g9gW32uMzuwgQIECAAAEC0xA4KcnTmg2VolfveMc7stNOO02j/am1sXnz5uy7776jil29LMnTp9aRhggQIEBgLQH3y2sJ+T4BAgQIECBAgAABAgQIECBAgAABAgQIECBAgAABAgQIECBAgAABAgQIECBAgAABAgQIrEfA8+rrUXMOAQIECBAgME+BPl6/KHg1zxmjbwIECBCYhkAf33+nkbc2CBAgQIAAgf4K9Pr6RcGr/k48kRMgQIDA7AWeleT4Vjd9eO+cvYweCBAgQKArgXsnOT/JLVsdlveol3YVhH4IECAwB4HaF9xqj28OQ6ZLAgQIECBAYEEFzkhyUDO3O9zhDjn99NOz++67V5HyxRdfnIMPPjhf+cpX2vGcmeRRVQQpCAIECCyPgPvl5RlrmRIgQIAAAQIECBAgQIAAAQIECBAgQIAAAQIECBAgQIAAAQIECBAgQIAAAQIECBAgQKBLAc+rd6mtLwIECBAgQGAaAn28flHwahojrw0CBAgQmKdAH99/5+mlbwIECBAgQGD+Ar2+fulD0Y5eA89/foqAAAECBDYg0H4P+pMkr91Ae04lQIAAAQKTCNw9yXmD956fb530Z0leNElDjiVAgEAPBWpfD6o9vh4OuZAJECBAgACBigXekeQR7fhOPvnkHHbYYXMN+5RTTsnhhx8+KoZzk+w71+B0ToAAgeUUcL+8nOMuawIECBAgQIAAAQIECBAgQIAAAQIECBAgQIAAAQIECBAgQIAAAQIECBAgQIAAAQIECMxawPPqsxbWPgECBAgQIDBtgT5evyh4Ne1ZoD0CBAgQ6Fqgj++/XRvpjwABAgQIEKhLoNfXLwpe1TWZREOAAAEC9QjslOTSVjg7J9lcT4giIUCAAIEFFvh/h8WubtfKsRS6KgWvvAgQILDoArUvuNUe36LPD/kRIECAAAEC3QuckeSgdrebNm3KS17ykuy0U1lO7e61efPmPOtZz8pZZ501qtMzkzyqu2j0RIAAAQINAffLpgMBAgQIECBAgAABAgQIECBAgAABAgQIECBAgAABAgQIECBAgAABAgQIECBAgAABAgQIzELA8+qzUNUmAQIECBAgMEuBPl6/KHg1yxmhbQIECBDoQqCP779duOiDAAECBAgQqFeg19cvCl7VO7FERoAAAQLzFXhikte0QujD++Z81fROgAABAtMQuGOS85P8z1ZjL03yrGl0oA0CBAj0QKD2Bbfa4+vBEAuRAAECBAgQ6KHASUme1o775je/eZ773OfmqKOOys/8zGyXUK+99tocf/zxecELXpBrrrlmFOHLkjy9h7ZCJkCAwKIIuF9elJGUBwECBAgQIECAAAECBAgQIECAAAECBAgQIECAAAECBAgQIECAAAECBAgQIECAAAECBOoS8Lx6XeMhGgIECBAgQGBtAdcvaxs5ggABAgQITFvA+++0RbVHgAABAgQIzFqg19cvs911bjr0vQaeDoFWCBAgQGAOAucl2bvR71FJXjKHOHRJgAABAsslsEuS8h60ayvtv0hyxHJRyJYAgSUXqH09qPb4lnz6SJ8AAQIECBCYocDjk5yS5Kc+Y9xxxx3zpCc9KY9//OOz/fbbTzWEyy+/PKeeempe/epX57LLLhvVdrk+OyzJqVPtWGMECBAgMKmA++VJxRxPgAABAgQIECBAgAABAgQIECBAgAABAgQIECBAgAABAgQIECBAgAABAgQIECBAgAABAuMIeF59HCXHECBAgAABAjUJuH6paTTEQoAAAQLLIuD9d1lGWp4ECBAgQGBxBHp9/aLg1eJMRJkQIECAwPQEbpXkilZzv5bkc9PrQksECBAgQOCnBH4xyflJ7tr6zuuSPJEXAQIElkyg9gW32uNbsukiXQIECBAgQKBjgd2SvDzJA1brd9OmTXnEIx6RhzzkIdl2223XFd5VV12V9773vTn33HNz1llnba2Nvx8Wif7sujpyEgECBAhMU8D98jQ1tUWAAAECBAgQIECAAAECBAgQIECAAAECBAgQIECAAAECBAgQIECAAAECBAgQIECAAAECKwKeVzcXCBAgQIAAgb4JuH7p24iJlwABAgQWQcD77yKMohwIECBAgMByCfT6+kXBq+WarLIlQIAAgfEEDk5yWuvQPrxnjpedowgQIECgRoFbJzkvyT1bwb0xyeNqDFhMBAgQmLFA7Qtutcc34+HRPAECBAgQIEDgvwWenOT5SW61NY8999wz97znPbPbbrvlV37lV3K7290ut7nNbbLNNtv892lXX311vv3tb+frX/96vvzlL+ezn/1sPvGJT+TCCy9ci/k7SZ6X5FVrHej7BAgQINCZgPvlzqh1RIAAAQIECBAgQIAAAQIECBAgQIAAAQIECBAgQIAAAQIECBAgQIAAAQIECBAgQIAAgaUS8Lz6Ug23ZAkQIECAwEIIuH5ZiGGUBAECBAj0TMD7b88GTLgECBAgQIBAen390ofiHb0G9gNCgAABAr0UeFuS/RuRvzjJc3qZiaAJECBAoA8C/2NY7Oq+rWDfkqQUYfQiQIDAMgrUvh5Ue3zLOGfkTIAAAQIECMxH4JZJnpnkiCRbKljN/nV1kpcneemg3+/Ovjs9ECBAgMAEAu6XJ8ByKAECBAgQIECAAAECBAgQIECAAAECBAgQIECAAAECBAgQIECAAAECBAgQIECAAAECBAiMLeB59bGpHEiAAAECBAhUIuD6pZKBEAYBAgQILJWA99+lGm7JEiBAgACBhRDo9fWLglcLMQclQYAAAQJTFLhJkh+22rt3ko9PsQ9NESBAgACBFYGfTXJ+kge0SErxxQMxESBAYIkFal9wqz2+JZ46UidAgAABAgTmJFAKXx2a5DFJdp1RDJ9P8pdJXq/Q1YyENUuAAIGNC7hf3rihFggQIECAAAECBAgQIECAAAECBAgQIECAAAECBAgQIECAAAECBAgQIECAAAECBAgQIEDgpwW6fF79UUne0gjhfUnK17495YG5TZIzkvzOsN1LhnuNfGHK/Whu8QXac/a5SV64+GnLkAABAtULdHn9Uj2GAAkQIECAQEcCXb7/Wj/oaFB1MzUB6wdTo9QQAQIEpirQ5fXLVAMvjSl4NXVSDRIgQIBAzwUenuTcVg59eL/sObvwCRAgsLQC7x0UVdynlf1fJynvR14ECBBYZoHaF9xqj2+Z547cCRAgQIAAgfkL7Jnk94f3uxstflWKXJ2X5F2DYtEXzj81ERAgQIDAGgLul00RAgQIECBAgAABAgQIECBAgAABAgQIECBAgAABAgQIECBAgAABAgQIECBAgAABAgQIEJiFQJfPqy/7htU3S/LQJD9M8u5ZDKY2py5gw+rkl5NsSnJyku9MXViDBAgQWJ9Al9cv64vQWQQIECBAYPEEunz/tX5g/aBvP0HWD6wf9G3OipfAsgh0ef0yddM+FPDoNfDUR0yDBAgQIDBrgTcleUyjk1ckeeqsO9U+AQIECCylQClsVTYAb77KJt4PWUoNSRMgQOCGArWvB9Uen/lEgAABAgQIEKhFYOck905y1yS/muT2SXZM8guNAMu11beTbE7y1ST/MigEfUmSjyW5tJZExEGAAAECYwm4Xx6LyUEECBAgQIAAAQIECBAgQIAAAQIECBAgQIAAAQIECBAgQIAAAQIECBAgQIAAAQIECBAgMKFAl8+rL+uG1TdKskeSZw0LXv1hkjMmHCeHz0dgmTesvs3g7xD/OMlRST6ZpFiUv1f0IkCAQA0CXV6/Wt8DTQAAIABJREFU1JCvGAgQIECAQA0CXb7/Wj/YUvDK+kENM3+8GKwfWD8Yb6Y4igCBrgW6vH6Zem4KXk2dVIMECBAg0HOB9hv7g5J8sOc5CZ8AAQIE6hM4O8kBrbDK+80+SX5YX7giIkCAQOcCtS+41R5f5wOmQwIECBAgQIDABAI/Pyxste3wnCuT7JXkUxO04VACBAgQqFPA/XKd4yIqAgQIECBAgAABAgQIECBAgAABAgQIECBAgAABAgQIECBAgAABAgQIECBAgAABAgQI9F2gy+fVl3XD6mcmeUljotiwuj8/Ncu6YfUdkrwlyb2HQ/U+Ba/6M2lFSmBJBLq8flkSUmkSIECAAIE1Bbp8/7V+sGU4rB+sOS2rOcD6wZahsH5QzZQUCAECQ4Eur1+mjq7g1dRJNUiAAAECPRYoxa0+0Iq/D++VPSYXOgECBJZS4PThomwz+Y8k2TtJ2eTbiwABAgSS2hfcao/PHCJAgAABAgQI1Cyg4FXNoyM2AgQIbEzA/fLG/JxNgAABAgQIECBAgAABAgQIECBAgAABAgQIECBAgAABAgQIECBAgAABAgQIECBAgAABAqMFunxefVk3rP6zJC9o8Nuwuj8/jcu6YfWdk5yd5K7DobJhdX/mrEgJLItAl9cvy2IqTwIECBAgsJZAl++/1g+2jIb1g7VmZT3ft36wZSysH9QzJ0VCgMAWgS6vX6Zu3ociHr0GnvqIaZAAAQIEZinwiiRPaXTwpiSPnWWH2iZAgACBpRN4Y5I/bmX9iST7DN6Drlg6DQkTIEBgdYHa14Nqj8/cIkCAAAECBAjULKDgVc2jIzYCBAhsTMD98sb8nE2AAAECBAgQIECAAAECBAgQIECAAAECBAgQIECAAAECBAgQIECAAAECBAgQIECAAAECowW6fF69qw2raxtrBa9qG5Hx47Fh9RYrG1aPP2ccSYBANwJdXr90k5FeCBAgQIBA/QJdvv9aP9gyHxS8qv/nYiVC6wfWD/ozW0VKYLkEurx+mbqsgldTJ9UgAQIECPRY4F+T3L4R/8OT/HWP8xE6AQIECNQl8NokT2iF9Jlhsatv1hWqaAgQIDB3gdoX3GqPb+4DKAACBAgQIECAwFYEFLwyPQgQILC4Au6XF3dsZUaAAAECBAgQIECAAAECBAgQIECAAAECBAgQIECAAAECBAgQIECAAAECBAgQIECAAIF5CnT5vLoNq7eMtA2r5znjJ+vbhtVbvBS8mmzeOJoAgdkLdHn9Mvts9ECAAAECBPoh0OX7r/UD6wf9+Km4PkrrB9YP+jZnxUtgWQS6vH6ZuqmCV1Mn1SABAgQI9FTgXkk+1or9Jkl+3NN8hE2AAAECdQn8RZI/bYX0+cF7z95JLq0rVNEQIECgCoHaF9xqj6+KQRQEAQIECBAgQGAVAQWvTA0CBAgsroD75cUdW5kRIECAAAECBAgQIECAAAECBAgQIECAAAECBAgQIECAAAECBAgQIECAAAECBAgQIEBgngJdPq9uw+otI63g1Txn/GR927B6i5eCV5PNG0cTIDB7gS6vX2afjR4IECBAgEA/BLp8/7V+YP2gHz8V10dp/cD6Qd/mrHgJLItAl9cvUzdV8GrqpBokQIAAgZ4KvCjJsxuxvz3JAT3NRdgECBAgUJfAS5I8sxXSV5Lsk+RLdYUqGgIECFQjUPuCW+3xVTOQAiFAgAABAgQIjBBQ8Mq0IECAwOIKuF9e3LGVGQECBAgQIECAAAECBAgQIECAAAECBAgQIECAAAECBAgQIECAAAECBAgQIECAAAECBOYp0OXz6jas3jLSCl7Nc8ZP1rcNq7d4KXg12bxxNAECsxfo8vpl9tnogQABAgQI9EOgy/df6wfWD/rxU3F9lNYPrB/0bc6Kl8CyCHR5/TJ1UwWvpk6qQQIECBDoqcAlSXZrxH5IktN7mouwCRAgQKAegRcmeU4rnK8n2TvJP9cTpkgIECBQnUDtC261x1fdgAqIAAECBAgQINAQUPDKdCBAgMDiCrhfXtyxlRkBAgQIECBAgAABAgQIECBAgAABAgQIECBAgAABAgQIECBAgAABAgQIECBAgAABAgTmKdDl8+pdbVh9myRnJPmdIWzZA+vAJF9YA/omSXZN8gdJ7pPkHkluPTzn08PzP5zkvUnKHidtu5Xmt0ny8iSHjTmwz01S9lHZyKvdZ7tA0c5JHpnkwYP475nkFkm+luTjSd45zOl7YwbQ9j0lyRFJrhnuNfanSX5/aPexJH83cD07yeeS/GQrfZS/j3tQkt9L8utJ7jw8tsRZxvBDSd6d5N/WaGetNFb6KTHeK8kuSa5I8sFB/OcmeU+SK4eNjLthdduknH7fJB9dK5jh9zd6fmmm5PWA4by/69CwfL3M+zJ/yziU3P5jlZjKnP/ImPGO+zM1ZnMOI0CAwMQCXV6/TBycEwgQIECAwIIKdPn+a/1g9CSyfrDFxfrB9Wtek64/WD9Y0F/Q0iJAYFWBLq9fpj4MCl5NnVSDBAgQINBDgbuMKDpyqyT/p4e5CJkAAQIE6hEoha7aD2qVh2n2SfIP9YQpEgIECFQpUPuCW+3xVTmogiJAgAABAgQIDAUUvDIVCBAgsLgC7pcXd2xlRoAAAQIECBAgQIAAAQIECBAgQIAAAQIECBAgQIAAAQIECBAgQIAAAQIECBAgQIAAgXkKdPm8eq0bVpd9I+8/GIQ/HxQ9+q0xB+O0QcGr5w2LL7VPqang1X8OinM9LskLGsW7RqVYCj69KMnJSa5ew2BUwatnJjkkybHDYlrtJr4xLGT1qRFt/3KSpyd59Crntk8pBbpKrKWI02pFx0alsF2SQ5OUfWtWCpmNOu6Tgz3SnjooHHVxkoOSvKVx0Gqbi2+0YNVGzt9hGO/ha+RV0ijj/JokJwzMv99KXsGrMX/4HUaAQBUCXV6/VJGwIAgQIECAQAUCXb7/Wj8YPeCzLHhl/eB6c+sH1g8q+JUrBAIEpiTQ5fXLlEK+vhkFr6ZOqkECBAgQ6KHAs5Ic34j7/GExkh6mImQCBAgQqESgPOD0klYs302y9+C/j1USozAIECBQs0DtC261x1fz2IqNAAECBAgQIKDglTlAgACBxRVwv7y4YyszAgQIECBAgAABAgQIECBAgAABAgQIECBAgAABAgQIECBAgAABAgQIECBAgAABAgQIzFOgy+fVa9yw+kbDokavHbPYUnOsvpbkCUnKvlpNx1oKXv3xsIhUKUI17uv0YfGpb23lhHZxplOT/O8kJ27F8K+SPCnJlY12y36dv5PkL5LcedwAh8eVwk1PS3LGoIDVj8Y4d5ckL0/y8DGOLYeUsS1+OyYpJiuvmgpeFb+9hkXKJvX72yR/MsxzJTcFr8acHA4jQKAKgS6vX6pIWBAECBAgQKACgS7ff60fjB7wWRW8sn5wvbf1gxvOPesHFfzyFQIBAhsS6PL6ZUOBjjpZwaupk2qQAAECBHoo8JEk5UPMlVf5gLN8sO9FgAABAgTWI/DU4cNDzXOvHha7unA9DTqHAAECSyhQ+4Jb7fEt4ZSRMgECBAgQINAjAQWvejRYQiVAgMCEAu6XJwRzOAECBAgQIECAAAECBAgQIECAAAECBAgQIECAAAECBAgQIECAAAECBAgQIECAAAECBAiMJdDl8+o1blhdCga9OUnZ0Hjl9f0knxjsZ/KxQfGn8v/La9ck92sdV75+SZJNST7fOP+mSfZNsvPwa3sO2ntI4/tvSfJPjX+X/182EN7Iq11k6++SvC/JCY1GS5Go0s8/JykxltwfOKLTskfYM1vFqZqHtQtefSHJzyW57fCgDya5YPj/V/ooHuc2Gil7dRa3k0cUySpxljY+k+THW7EvY/PC4V40Wyt69QuD2E5J8vutXMv5pZ9PDr9+t6HHrYf/LmP7oSRlv5uVV00Fr0bN3RLnuH7vTHLYoPDVSnGzOyZ5xDDRYnBwY0zL/H5bkrLPT3n9IMlbk3xzI5PWuQQIENiAQJfXLxsI06kECBAgQGChBLp8/7V+sGXqWD9IrB/c8NdIe02mfPe+ST66ld821g8W6lexZAgQmFCgy+uXCUNb+3AFr9Y2cgQBAgQILLZA+bD9a60Uy9c2L3basiNAgACBGQk8YUTRxPJQ0j6D4oofmFGfmiVAgMAiCtS+4FZ7fIs4J+REgAABAgQILI6AgleLM5YyIUCAQFvA/bI5QYAAAQIECBAgQIAAAQIECBAgQIAAAQIECBAgQIAAAQIECBAgQIAAAQIECBAgQIAAAQKzEOjyefXaNqwuRZpePyhWdWAD9tQkzxsUAvrGCOxSVKoUaSpFpFaKIpXDStGl5w+LM40aoz9L8oLGN/4wyRlTHsx2watm86WwUylidVKjuFH5ftkv81eSvGRQuOvhrXhKwauXrZLTqM2Vy+llv7Ejk7wjyU+G7ZU+SiGsEsNK8bDyrfsMDZqFxkqhpmcnOX1Esa2bDYuIlYJTd27EWto8dFh8aRTpTYZjc0zrm8XjRSPGucyJ0l7p5xYjGqyl4FUpTlWc7tWIsfiVnN6Y5Hut2G+V5BlJntzKqxTzeuVgzrd/DxTjs5PcddhOKZ5Wfn6/PeV5qzkCBAisV6DL65f1xug8AgQIECCwaAJdvv9aP9gye6wfWD9o/x6ZtOCV9YNF+00sHwIEJhXo8vpl0tjWPF7BqzWJHECAAAECCy7wxCSvaeT4kSS/teA5S48AAQIEZiPw2CRvGNH0Q5P87Wy61CoBAgQWVqD2Bbfa41vYiSExAgQIECBAYCEEFLxaiGGUBAECBEYKuF82MQgQIECAAAECBAgQIECAAAECBAgQIECAAAECBAgQIECAAAECBAgQIECAAAECBAgQIEBgFgJdPq9e24bVv5HkPcOCTMX2nUnKHiff2Qp02WOy5FGKDa28Lkpy0LDg06hT51nwqhSEOiLJm5P8aJW8SmGnUvTqCY3vfz7J/oP//nnEOasVvDp4WMSqPafaTZTiS6cM21/53iXD/i9eY5KXjZpfneTBjeM+OtwE/N9GnPubSc5J0iysVYpflWJeP1ilrzLGpbDZySOKXtVQ8OrGw6JsZV6tvEqxsT9O8qERxatWjinFv56e5PjGeR8f5vrVloWCV7P4batNAgSmKdDl9cs049YWAQIECBDos0CX77/WD7bMlC4LXlk/sH5g/aDPv6HFToDAagJdXr9MfRQUvJo6qQYJECBAoGcC5yXZuxHzUcMPtXuWhnAJECBAYM4CZZG1+ZDXSjj7Jjl3zrHpngABAn0UqH3Brfb4+jjmYiZAgAABAgSWR0DBq+UZa5kSILB8Au6Xl2/MZUyAAAECBAgQIECAAAECBAgQIECAAAECBAgQIECAAAECBAgQIECAAAECBAgQIECAAIEuBLp8Xr22DasPTPLWBvJqxYza41AKNr0xycMb3ygFmD6wyoDNs+BV6bsUOFqt2NVKyL+Y5A1JfreRQymO9PIRBZRGFbz6uySHJPnGGJP2gcPiYqXQVnmVTbX3S/L+Mc4th+w2HLddG8c/NckrW7GOKgx1WpInJ/neGn2V4lBlz7QXto6roeDV7ZOcleRejdjGLTZW/gbx1CQPa5z7uOF8bqaq4NWYk9FhBAjMTaDL65e5JaljAgQIECBQmUCX77/WD7YMfpcFr6wfJM3C0tYPrB9U9itYOAQIrFOgy+uXdYa4+mkKXk2dVIMECBAg0COB8oH8Fa14fy3J53qUg1AJECBAYP4CByQ5e0QYm1oPjM0/UhEQIECgPwK1L7jVHl9/RlqkBAgQIECAwDIKKHi1jKMuZwIElkXA/fKyjLQ8CRAgQIAAAQIECBAgQIAAAQIECBAgQIAAAQIECBAgQIAAAQIECBAgQIAAAQIECBAg0K1Al8+r17ZhdTue47Jlc+MfrzEEZZ/JctyDknwlyT8n+dskn1/lvHkVvPp4krJHy1fHnFJtj/MH+ZVCSpe3zh9V8Gpcu5sOC3Ad0WizFKp6ZpIfjBln8S/nn9Q4flSsOyY5I8n9hseVwlqlSNkHx+xnVGGpGgpetcfp3Uken+Q/xszrscPiZiuHv3ZQdKwUN7umcb6CV2NiOowAgbkJdHn9MrckdUyAAAECBCoT6PL91/rBlsHvquCV9QPrB6N+3Vg/qOyXsHAIEFiXQJfXL+sKcGsnKXg1dVINEiBAgECPBA5J8uZGvJckuVuP4hcqAQIECMxf4A+SvHNEGH/Ueo+Zf6QiIECAQL8Eal9wqz2+fo22aAkQIECAAIFlE9g2ybeSlP8tryuT7JbkX5cNQr4ECBBYQAH3yws4qFIiQIAAAQIECBAgQIAAAQIECBAgQIAAAQIECBAgQIAAAQIECBAgQIAAAQIECBAgQIBABQJdPq9e24bVeya5oDEGX0vyhCSleFLbZSNDNa+CVy9M8vwxCnit5LZLkjOT7DH8wjeS/N7gv0+1kh9V8OrRSU4bA6ldhKqc8uAkHxjj3OYh5e/mzhkUtLrjVmK9T5LzBoWxbjE85sNJyhy8bMy+bpykGB7dOH7eBa9GFQwrxapePsGcLXavSPLNJJ8eju9HWgXHFLwac5I4jACBuQl0ef0ytyR1TIAAAQIEKhPo8v3X+sGWwe+q4JX1A+sHo37dWD+o7JewcAgQWJdAl9cv6wpwaycpeDV1Ug0SIECAQI8E3pZk/0a8Lxp86F0+dPciQIAAAQLjCOyT5L0jDjw0yanjNOAYAgQIEFhVoPYFt9rjM7UIECBAgACB/gpsn2SHJDfpbwpbjfy/kvxcko8m+dnhkT9KckCSzyT5HwucdynydcWC5ictAgQIrAi4XzYXCBAgQIAAAQIECBAgQIAAAQIECBAgQIAAAQIECBAgQIAAAQIECBAgQIAAAQIECBAgQGAWAl0+r17bhtW3HRZpelAD9vtJ/mZQSOmMQSGmi5J8Zwro8yp4NWkhqW2HhZAe18j5kUnObhmMKnh13+Hftq3Fde9BQa33N4pQFeODkpRiY5O8bpnkDUn2a5zU3gj8sCQnN75fikIdlaT8Ld64rwOTvLVx8LwLXt0qyelJfrcR015JLhw3oTGPU/BqTCiHESAwN4Eur1/mlqSOCRAgQIBAZQJdvv9aP9gy+F0VvLJ+YP1gvb9urB+sV855BAh0JdDl9cvUc1LwauqkGiRAgACBngiUDWPLh/Y3b8RbPmT+eE/iFyYBAgQIzFfggdlS3X5lc+6VaJ402Jj8NfMNTe8ECBBYCIHaF9xqj28hJoEkCBAgQIDAEgpsMyj4dGKSeyTZMUkfPsdbzzCVolal6FXzdc2CF4P6bpLzk7w0yTfXg+YcAgQI9ETA/XJPBkqYBAgQIECAAAECBAgQIECAAAECBAgQIECAAAECBAgQIECAAAECBAgQIECAAAECBAgQ6JlAl8+r17Zhdfk7s1Lc6fVbGbMLkrw3yQeT/OOExZJWmp1HwasS6wFJ/mXC+diOdVSBp3bBqy8NC099doy+HpbkXY3jzhmOQfk7sUleN07ywiRHN05qxlrG9nnD/1YOOSbJcZN0MvjbtXaBrnkXvGpvJL3ecV6LwYbVawn5PgEC8xbo8vpl3rnqnwABAgQI1CLQ5fuv9YMto95Fwav13ldaP7jhT6b1gy0e70tSfn6/XcsvLnEQILD0Al1ev0wduw8b5fUaeOojpkECBAgQmJbAw5Oc22jsX5PcYVqNa4cAAQIEFlrgvsNNqrdrZfn0wYbdL1vozCVHgACB7gRqXw+qPb7uRkpPBAgQIECAwDQF/meS/29Y7Gqa7WqrDoFvJCl/6PS/6whHFAQIEJiJgPvlmbBqlAABAgQIECBAgAABAgQIECBAgAABAgQIECBAgAABAgQIECBAgAABAgQIECBAgAABAksv0OXz6rVtWF0Gv+xx8uIkfzrGTLgiyd8mOXv492rfG+Occsg8Cl79XZKDknxrzBhXDjssycmNc0qBqBL/jxtfaxe8uiTJgUm+MEZf7TlwSpIjklw9xrntQ7a2ufY2SV6epOSz8lrPRuHtwk/zLnj1q0neluR/DZP61KCo2SMHm6B/eR1+WztFwaspg2qOAIGpC3R5/TL14DVIgAABAgR6KtDl+6/1gy2TZD33sWtNr/b9svUD6wdrzRnrBxsRci4BAvMW6PL6Zeq5Kng1dVINEiBAgEBPBN6U5DGNWF+R5Kk9iV2YBAgQIDA/gXsmOS/JrVshHJ3k+PmFpWcCBAgsnEDtC261x7dwE0JCBAgQIEBgSQTulOSTg2LKP7ck+S5bmv+Z5LeTfGzZEpcvAQJLJeB+eamGW7IECBAgQIAAAQIECBAgQIAAAQIECBAgQIAAAQIECBAgQIAAAQIECBAgQIAAAQIECBDoTKDL59Vr3LC6QN8syb5JSjGjUuhnnNf3k5wzKJh1wqDg0L8kaTs225hHwav3JSne3x4nmcYx4xSkqrXgVbN41qIWvLpPko80xmu947zWtFDwai0h3ydAYN4CXV6/zDtX/RMgQIAAgVoEunz/tX6wZdS7KHi13vtK6wc3/MmsrWC29YNafnOKgwCBeQt0ef0y9VwVvJo6qQYJECBAoCcC30qyfSPWByX5YE9iFyYBAgQIzEfgbsNiV7/Y6v7Pkzx/PiHplQABAgsrUPuCW+3xLezEkBgBAgQIEFhwgVLo6sNJyv3nfy1orjdOcpNVcvtxkh8taN7lj8kuSbLf4EGtLy9ojtIiQIBAEXC/bB4QIECAAAECBAgQIECAAAECBAgQIECAAAECBAgQIECAAAECBAgQIECAAAECBAgQIECAwCwEunxevdYNq1dcS5Gk+yU5NMkDk9xiDPArkjwtyRlb+RsuBa+uhxxnQ+wx2P/7kLbrccOvlb+nU/BqXMXRxyl4tTE/ZxMgMHuBLq9fZp+NHggQIECAQD8Eunz/tX6wZU4oeHX9z0azyPWkPzHWD5L1FjZby9r6wVpCvk+AwLwFurx+mXquCl5NnVSDBAgQINADgVLc6gONOEvxq5/vQdxCJECAAIH5Ceya5PwkO7dCODbJs+cXlp4JECCwsAK1L7jVHt/CTgyJESBAgACBJREof6RSCkMt4qsU8iqfT343SSkCVV7XDIt8lUJQJfdFfP0wyQ8WMTE5ESBAoCXgftmUIECAAAECBAgQIECAAAECBAgQIECAAAECBAgQIECAAAECBAgQIECAAAECBAgQIECAAIFZCHT5vHrtG1Y3fbcb/m3W3kl+N8mvbwX/+8MiWW9d5Zg+Fbw6IsnLGnk8d/A3eS9s5XWbYYGv3xl+/ZIkByb5whgTdJYFr5qxLmrBq92SnDPwv+PQ+lNJHjnYBL38DeE0XzasnqamtggQmIVAl9cvs4hfmwQIECBAoI8CXb7/Wj/YMkNqLnhl/eCGP8Xt++hR6ynljPaaSvnafZN8dMxfCuOeb/1gTFCHESCw8AJdXr9MHVPBq6mTapAAAQIEeiDwiiRPacT5piSP7UHcQiRAgACB+QjcIcl5jYdoVqI4McmR8wlJrwQIEFh4gdoX3GqPb+EniAQJECBAgACBXgv8P0n+Pcm2wyz+M8keSf6x11kJngABAgSKgPtl84AAAQIECBAgQIAAAQIECBAgQIAAAQIECBAgQIAAAQIECBAgQIAAAQIECBAgQIAAAQIEZiHQ5fPqfdqwumld9pW8dZJ7Dws7lQJY5d/N1zuHe219Z8QgzaPg1XoKIZU8nzf8byWNpyV5eSunjRS8etigeNi7Gu2V4k2PS/LdCSf3TZMcPzivbLC98jomyXGNf7fdV9tsemtdtzeInveG1e0NtMvfDh4wKHr1LxP6rXW4gldrCfk+AQLzFujy+mXeueqfAAECBAjUItDl+6/1gy2j3kXBK+sHifWD9f+WsX6wfjtnEiDQjUCX1y9Tz0jBq6mTapAAAQIEeiDwr0lu34jz4Un+ugdxC5EAAQIEuhe43eBBrvOT/Fqr61e1iid2H5keCRAgsNgCtS+41R7fYs8O2REgQIAAAQJ9F/j5JF9tFLy6MsleScrDRV4ECBAg0G8B98v9Hj/REyBAgAABAgQIECBAgAABAgQIECBAgAABAgQIECBAgAABAgQIECBAgAABAgQIECBAoFaBLp9X7+uG1e2x2yHJi5M8vvGN7yd5cJKPjRjoeRS8+sbg78p+b8K/LbtFktckObiRw+8neXcrp40UvPqNJO9Jctthm+vZWLuceqskpycpxcdWXo9Mcnbj34cM9kN7c+PfpwwLZF09wQ/jbyd5f+P41Qpe3TLJG5Ls1zj2vkk+OmZfv5LkrQOb4rPyGnV+mXtnJnlQ47jyN4QXjtlPOWybJCcOrHYdFHD7/GAD9S8P3S5rtGHD6glAHUqAwFwEurx+mUuCOiVAgAABAhUKdPn+a/1gywToouCV9YPE+sHoXzjWDyr8RSwkAgQmFujy+mXi4NY6QcGrtYR8nwABAgQWTeBerQ/by4e65QPsHy9aovIhQIAAgQ0LlA24zxs80HT3VkvlwaDDN9y6BggQIEBgawK1L7jVHp/ZRYAAAQIECBCoWUDBq5pHR2wECBDYmID75Y35OZsAAQIECBAgQIAAAQIECBAgQIAAAQIECBAgQIAAAQIECBAgQIAAAQIECBAgQIAAAQIERgt0+bx6TRtWl72x7jPc++QeSW6S5LAkzaI/W5sztxsWHvqtxkGrbUQ9j4JXJazHJXnjBBO/XeTokkFBpAOTfKHVxkYKXu2Y5Iwk92u0WQqFfWCCOMuhuyU5Z9DWHYfnjdqg+97DYlVlrMvroiQHJfnamH2V/USfneSFjeNXK3hVNoF++XAOrRw+SSGqdqyljVEFr24+2NftpCRPbMT0tGHfY6aV9hh8aVio67ONBhS8GlfTcQQIzEugy+uXeeWoXwIECBAgUJtAl++/1g+2jH4XBa9KP9YPthS7tn5ww9861g9q+y0sHgIE1iPQ5fXLeuLLTquMAAAgAElEQVTb6jkKXk2dVIMECBAgULnAi4Yfzq6E+fYkB1Qes/AIECBAoHuBWyY5f/BfedCm+fqrwQNBj+k+HD0SIEBg6QRqX3CrPb6lmzASJkCAAAECBHoloOBVr4ZLsAQIEJhIwP3yRFwOJkCAAAECBAgQIECAAAECBAgQIECAAAECBAgQIECAAAECBAgQIECAAAECBAgQIECAAIExBbp8Xr2mDau3T3J6kr2HTt9Psk+Sj47pNqrAUW0Fr8peLk9KcuWYOT02yRsax652/kYKXt00yfFJjmj0c8rw31ePGeeNkzwzybGN48teNgcP8r288bX2GJdvTbJZ+G2TnJbkQY02Jyl49ejh+eOkVTxe1jpwVMGrckh7nN45/Np3xukoyQOTlHNWNvIuhcPK5ubfbZyv4NWYmA4jQGBuAl1ev8wtSR0TIECAAIHKBLp8/7V+sGXwJ7mHHXe6jFrPsH5wwzWiSe2tHyR3HU7A9yUpP7/fHndCOo4AAQIzFujy+mXqqSh4NXVSDRIgQIBA5QKXJNmtEeMhww/0Kw9beAQIECDQoUBZ3CwPCO3Z6vPM4aJUh6HoigABAksrUPuCW+3xLe3EkTgBAgQIECDQCwEFr3oxTIIkQIDAugTcL6+LzUkECBAgQIAAAQIECBAgQIAAAQIECBAgQIAAAQIECBAgQIAAAQIECBAgQIAAAQIECBAgsIZAl8+r17RhdSma9MIkRzd8SgGl5yX50RizZlQxpb2SXDji3D9L8oLG17vasLoU8SpFoN41Rj6/nOQtSe7TOHbfwZ5i5444dyMFr0pz7YJLJc79krx/jDjLIWWfs7cm2bVx/NOTvHwwfs35XPYDLYWkTmoc96Ghyb+v0Vc5txSBen3ruNUKXo2aT68cFub6wRp9/dJwr7b7t45breDVryV5eyv/Ms5ntPIf1e2ojc1H2Sl4NeZkdBgBAnMT6PL6ZW5J6pgAAQIECFQm0OX7r/WDLYNv/eCGBZutH2wpzGX9oLJfjsIhQKBqgS6vX6YOoeDV1Ek1SIAAAQIVC5QPQP+pFd+tkvyfimMWGgECBAh0K1AezDkvyW+3uj0nyf7dhqI3AgQILLVA7Qtutce31JNH8gQIECBAgED1AgpeVT9EAiRAgMC6Bdwvr5vOiQQIECBAgAABAgQIECBAgAABAgQIECBAgAABAgQIECBAgAABAgQIECBAgAABAgQIECCwFYEun1evacPqQjKq8NLhSc5ao3BQ2Wey5FI2GV55fXj4tctGWLcLXpU+TpnyrBxVyKh08fEkf5LkU1vpb4dhUahSNGnl9e4kj0/yHyPO22jBq7I3Wcm/ud/MF5IcukrBsGYId0zy6iQPbnyx5Fhi/9KIWEcV8jo1yVFJrljFpIxv2Tz6TUl2aR2zWsGrclh7fn8tyaMHbV2wFftbJHlJkieMOGa1gldlD59SmK3Mq5XXOH3dKMlBSV47GO/Sb3ldkuTAJMW/+WoXvNra/J7yVNYcAQIExhLo8vplrIAcRIAAAQIElkCgy/df6wdbJpT1A+sHK79arB8swS9ZKRIgMBOBLq9fpp6AgldTJ9UgAQIECFQs8KwkxzfiKwVNHlJxvEIjQIAAge4F/ibJ77a6fU+Sh3Ufih4JECCw1AK1L7jVHt9STx7JEyBAgAABAtULKHhV/RAJkAABAusWcL+8bjonEiBAgAABAgQIECBAgAABAgQIECBAgAABAgQIECBAgAABAgQIECBAgAABAgQIECBAgMBWBLp8Xr22Dat/LsmrkhzS8ClFkF6U5I1JvjfCbbthcaJS+GilaFA57KlJXrlKoawjkrys0da7hkWo/n2KM3O1gleli1LM6AVJ3pHkB40+y36Zv57kuFYBqe8n2S/J+1eJb6MFr0qz90lyRqug1Ir965Nc2er7ZsM9zUqspRjTyqvEurUiZSXHTUlObo1X2QenFI36dGvMimM5/oTBeN56RP5bK3jVLhJVTi8FpY5M8sEkP2m0V4pP3X0Yw0NXcV6t4FU5fFQhr1L06jnDcb661WaZ6386jGWceVsKfZ05mAN7DNspzk8cfq2ZxxSnsKYIECAwkUCX1y8TBeZgAgQIECCwwAJdvv9aP9gykawfWD+wfrDAv1SlRoBAJwJdXr9MPSEFr6ZOqkECBAgQqFjgI8MPkFdC/JMkrx0j3ml8cD1GN+s6pMS2b5LfG37oWj58Lh+6fmZQsOWTww+K/3NdLTuJAAECyydQHnh6RCvt9yXZZ5UHtZZPSMYECBDoTqD2Bbfa4+tupPREgAABAgQIEJhcQMGryc2cQYAAgb4IuF/uy0iJkwABAgQIECBAgAABAgQIECBAgAABAgQIECBAgAABAgQIECBAgAABAgQIECBAgAABAv0S6PJ59faG1dOQKvuXlHa/3Whskn2tfjPJOa3CS6WpUnzpokGRpU8k+a8kN01yz8ZeVM3YywbUhw0KYf3/qyT0sOEm1c1vl/ZLMaQfJin7d71k2M96TUYVvPpGkts2GiyFr0rhpUuHxZ8elOReIzo8avD9kwbFk360SjCT+K6Wz2qFqFbsS5xlr68fJ9k1yf1GjFE5dq1YyzE3Gewd9vQkx48I5oKhf9lbbGv9rJy6tYJXN07yzMFcOXZEPx9P8nfDPcyKX7EvxcZWXmUOXdyKcWsFr8p5eyV58wiXUvjqw0k+n6TEdLckDxxRwKvsEVfibRcXK23fMskbhoXPmumUAmHfGs7bYwb7CX12vRPWeQQIENigQJfXLxsM1ekECBAgQGBhBLp8/7V+cP20sX4wupC19YPr54j1g4X5NSsRAgRmINDl9cvUw1fwauqkGiRAgACBSgV2TlI+4Gy+ytc2jxHvND64HqObiQ+5++DD2Ve2ing1Gzl98KFrKepVPqT2IkCAAIGtC5yV5JGtQ8pDMXsn+QE8AgQIEOhcoPYFt9rj63zAdEiAAAECBAgQmEBAwasJsBxKgACBngm4X+7ZgAmXAAECBAgQIECAAAECBAgQIECAAAECBAgQIECAAAECBAgQIECAAAECBAgQIECAAAECPRHo8nn1GjesLntGlj1QXrdKQaW1hvGdSY4YsQdX87xfTvKWGe9nNarg1QFJ9h/+t1Ye5ftlP61SxOjkrRS7KsdNa9+wYv8HSY5LcudxAmwcUzb8fk6SU9eIdeWU4lOKO/35BP2UAmFlH7JDk9x1eN7WCl6VQ3YYFgs7eIJ+/na4n1nZoLrMk5XXWhtWl+N2H87dlfjG7ba4lWJhxXHUq4zNU5L8xVYafPBgTn9g3A4dR4AAgSkLdHn9MuXQNUeAAAECBHor0OX7r/WD0dNkGvthWz/Y+o+g9YMb+lg/6O2vbIETIDAU6PL6ZeroCl5NnVSDBAgQIFCpQCn89OpGbB9J8ltjxjqtD67H7G6sw34xyRuS/O5Wji4fkP/Z4L8fj9WigwgQILC8An+V5NGt9C9Ksk+S7y0vi8wJECAwV4HaF9xqj2+ug6dzAgQIECBAgMAaAgpemSIECBBYXAH3y4s7tjIjQIAAAQIECBAgQIAAAQIECBAgQIAAAQIECBAgQIAAAQIECBAgQIAAAQIECBAgQIDAPAW6fF69xg2rV+x/NcmxSR4+5mB8Lckrkrw+yZVrnLNWUa0PJyk2l43Z96jDRm1YXQomfXZY2OjJg0JMt9hK+3+T5HlJPj343/acaJ827X3DSkGwUkhqvzViXInjtOFYlYJUk7xulOQBw3PvscaJxePIocXZExS8Ks1uNyySVQpy3Xor/ZQCY69N8tJh4an2z8c4Ba9K86XI1tOTPHEMv2L2giTvSPKDNQxK7Mcnefwqxx2e5JRJBsCxBAgQmKJAl9cvUwxbUwQIECBAoNcCXb7/Wj9IdhkxW6wfWD8ohautH/T6V6ngCRDoWKDL65epp6bg1dRJNUiAAAEClQqcl2TvRmzPGn6AOk640/7gepw+1zpm1KLGB5NckOS/hh/o/lOSt67VkO8TIEBgyQXKA1ntB1Y+NXzPuHzJbaRPgACBeQrUvuBWe3zzHDt9EyBAgAABAgTWElDwai0h3ydAgEB/Bdwv93fsRE6AAAECBAgQIECAAAECBP4ve3cCLU1Z34v6t5SIhAPGIcdoBvTGHKJeRa9RPIhijAo4IQYEZFDiAIITaghiABkUggcJiAgKehVREBzQGMBIRCMqRJf5MAaJmUiMHPGgUQ4SPOi6/Wrta1n23j13V3U/vda3Irvf4f8+b327q+rr1I8AAQIECBAgQIAAAQIECBAgQIAAAQIECBAgQIAAAQIECBBos8A8v6/e5gdWlz0qz4/8tSRPSfL4JNsmeXi1eSWc6G+SfLn3s0uSXDVE0FVz30uw0/OTPDHJo2tvfq0KeyrhVOO+1gu8KnWWdZVAr+ckeWptTZ9P8okkH66Crn405OSzeG5Y0764F//yKiFNJYirPNj7z5N8fYhQro2WUqwe2xt3nyrIam2Pyxx/leT9Sa5OckdVw6iBV2tzl/9/v2dW5tvlJw8rLw+m/uskf1nNU4LT1v4OjvvA6vp8T6+Or6bf5yq7y5N8b8h9Ls02r/4+7J1k+2oNa91P7D2T7cgRxtKUAAEC0xSY5/nLNOs2FgECBAgQ6LLAPD9/3T9w/2C9vyvuH4wfeOX+QZd/A6udAIFxBeZ5/jJujev2E3g1dVIDEiBAgEALBe5e/QNqvbQHJ/m7IWudxT9cDzl132bl8/uY6s9ag4OTvD3JsP8YP8n8+hIgQGBZBM5IcmhjMeULWyUg8RvLskjrIECAQEcF2n7Dre31dXTblU2AAAECBAisiIDAqxXZaMskQGAlBVwvr+S2WzQBAgQIECBAgAABAgQIECBAgAABAgQIECBAgAABAgQIECBAgAABAgQIECBAgAABAgRmLuD76jMnnssEGwVezaUAkxAgQIAAgTkKOH+ZI7apCBAgQIBAJeDzdzkOBfcPlmMfrYIAAQIEhhPo9PmLwKvhNlkrAgQIEOi2wAFJ3lVbwqYkDxthSW0LvGpedJf17JXk+hHWpCkBAgRWXeCUJK9sIJTfo7sm+edVx7F+AgQItECg7Tfc2l5fC7ZQCQQIECBAgACBdQUEXjk4CBAgsLwCrpeXd2+tjAABAgQIECBAgAABAgQIECBAgAABAgQIECBAgAABAgQIECBAgAABAgQIECBAgAABAosU8H31RepPb24PrJ6epZEIECBAoP0Czl/av0cqJECAAIHlE/D5uxx76v7BcuyjVRAgQIDAcAKdPn8ReDXcJmtFgAABAt0WuCjJHrUlnJDkqBGW1PbAq8uT7Jvk5hHWpCkBAgRWWeDEJEc0AP4lyS7CA1f5sLB2AgRaJtD2G25tr69l26kcAgQIECBAgMDPCAi8ckAQIEBgeQVcLy/v3loZAQIECBAgQIAAAQIECBAgQIAAAQIECBAgQIAAAQIECBAgQIAAAQIECBAgQIAAAQIEFing++qL1J/e3B5YPT1LIxEgQIBA+wWcv7R/j1RIgAABAssn4PN3OfbU/YPl2EerIECAAIHhBDp9/iLwarhN1ooAAQIEuiuwWZL/nWTz2hK2T3LNCEsSeDUClqYECBBoucDrkhzTqPEbSXZNcm3La1ceAQIEVkmg7Tfc2l7fKh0r1kqAAAECBAh0T0DgVff2TMUECBAYVsD18rBS2hEgQIAAAQIECBAgQIAAAQIECBAgQIAAAQIECBAgQIAAAQIECBAgQIAAAQIECBAgQIDAKAK+rz6KVnvbemB1e/dGZQQIECAwfQHnL9M3NSIBAgQIEBgk4PN3kFA33nf/oBv7pEoCBAgQmI5Ap89fBF5N5yAwCgECBAi0V2D3JB+slfdPSX5zxHIFXo0IpjkBAgRaKnBkktc3ars5yS5JvtDSmpVFgACBVRVo+w23tte3qseNdRMgQIAAAQLdEBB41Y19UiUBAgTGEXC9PI6aPgQIECBAgAABAgQIECBAgAABAgQIECBAgAABAgQIECBAgAABAgQIECBAgAABAgQIECAwSMD31QcJdeN9D6zuxj6pkgABAgSmI+D8ZTqORiFAgAABAqMI+PwdRau9bd0/aO/eqIwAAQIEpi/Q6fMXgVfTPyCMSIAAAQLtEnhHkgNrJZ2W5BUjljhK4NVjknymGn9Tkr2SXF/9968meUaSpyTZIck9knw7yWeTfDTJh5PctE5t9XGHKX+/JOev0/BOSR6UpISBlXEfWdVSmn++V981ST6U5Ooktw0x2bZJLuz12a5qu2OSq5Lcr7e+lyV5VpJtknypN9fHqrZ/l+RH1fz9vMo5Sunz7Mprp2rsYvlXScq+lvrKGPXX5kkel2TfJI+vxrilWlPxfV+SEm7jRYDA6gm8OskbG8suvx92rX5nrZ6IFRMgQKDdAm2/4db2+tq9u6ojQIAAAQIEVl1A4NWqHwHWT4DAMgu4Xl7m3bU2AgQIECBAgAABAgQIECBAgAABAgQIECBAgAABAgQIECBAgAABAgQIECBAgAABAgQILE7A99UXZz/NmT2wepqaxiJAgACBtgs4f2n7DqmPAAECBJZRwOfvcuyq+wfLsY9WQYAAAQLDCXT6/EXg1XCbrBUBAgQIdFfgW0nuVSv/iUmuGHE5kwZe/WuSVyU5PMlWG8xdwq9OSHJWn6CpaQRelc/9hyc5NsnThjD4cpITk3wwye0btO8XeHXnJG/rBUyV95qvTyQ5IMmN6wRefSPJEb1gqpcO8CqhV6Vd2ePyeliS4wesrQRmvaYKF2uexA1BogkBAh0VKL9PTm/UXn6vlbCrT3Z0TcomQIDAsgu0/YZb2+tb9uPD+ggQIECAAIFuCwi86vb+qZ4AAQIbCbhednwQIECAAAECBAgQIECAAAECBAgQIECAAAECBAgQIECAAAECBAgQIECAAAECBAgQIECAwCwEfF99FqrzH9MDq+dvbkYCBAgQWJyA85fF2ZuZAAECBFZXwOfvcuy9+wfLsY9WQYAAAQLDCXT6/EXg1XCbrBUBAgQIdFOghFv9Ra30m5Lce4ylTBJ49fwkf5DkkBHmPanX9nWNkKlJA682S3JwkjcMCJHqV+abk7y2F9p1yzpraAZevTjJ85Jsv077Ev51apJyElVf16Yq5OqFSfYf0uvMKkjsERsEbDWHuiHJc5N8asg5NCNAoNsCB1VBgs1V7JLk8m4vTfUECBBYaoG233Bre31LfXBYHAECBAgQINB5AYFXnd9CCyBAgMC6Aq6XHRwECBAgQIAAAQIECBAgQIAAAQIECBAgQIAAAQIECBAgQIAAAQIECBAgQIAAAQIECBAgMAsB31efher8x/TA6vmbm5EAAQIEFifg/GVx9mYmQIAAgdUV8Pm7HHvv/sFy7KNVECBAgMBwAp0+fxF4Ndwma0WAAAEC3RQ4LcnLaqW/I0kJoBr1NW7g1deSfDnJs6oJ/zrJO5Nc2QvAKuFbWyd5XJJDkzyyVlQJlto9yRW1n92lFlR11yTHJzmwer+0K2FW36m1/36S26r/Lp/3+1SBL1vV2jTrKRfzpY4S0PW0BtJasNStffCagVdrTUqwVAm2+kAvMOv/JNkuyTOTlH25vmpUD7y6sbeO/5nk4dV7JYjm7CSlzrKW36yCsEpY1do6ilUJB3t2FbBV5jy3N9eHkpTxivGTkxyWpNS59rqo934JwambjXpcaE+AQPsFSvhe+b3bfO2W5CPtL1+FBAgQWGmBtt9wa3t9K33wWDwBAgQIECDQegGBV63fIgUSIEBgbAHXy2PT6UiAAAECBAgQIECAAAECBAgQIECAAAECBAgQIECAAAECBAgQIECAAAECBAgQIECAAAECGwj4vvpyHB4eWL0c+2gVBAgQIDCcgPOX4Zy0IkCAAAEC0xTw+TtNzcWN5f7B4uzNTIAAAQLzF+j0+YvAq/kfMGYkQIAAgfkJ/FOS+9emKyFSHx5j+nEDr9amKqFMb+yFL70pSb/AqBLe9CdJXlyr7fQkhye5vU+9zYvuEgy1b5Kb11lbCZU6vxf6sk31/qB67pRk1yRvqfUpXV+RpNTVPPnpF3hVgqdKMNWnBnjXA6/qXq9N8rY+698syauSnNRn3I9V4WFl7ubrgVXozfbVGyUM6+m9P18c43jQhQCBbgg8p/rd16x2zyQXd2MJqiRAgMBKC7T9hlvb61vpg8fiCRAgQIAAgdYLCLxq/RYpkAABAmMLuF4em05HAgQIECBAgAABAgQIECBAgAABAgQIECBAgAABAgQIECBAgAABAgQIECBAgAABAgQIENhAwPfVl+Pw8MDq5dhHqyBAgACB4QScvwznpBUBAgQIEJimgM/faWoubiz3DxZnb2YCBAgQmL9Ap89fBF7N/4AxIwECBAjMR+DRST5Xm+q2JCVY6odjTD9p4NUbeiFRxyS5Y4O5m6FRV1YhVt/o02eUwKstk5yR5Hm1cY7oWZwyoJ7SfKdeYNi7aqFXm5LsleT6Rk39Aq9KKNWpfcKxmsvpF3hVaiuBV/3Cvkr/EmL2viRr4VXlZ6W2fXr1XbeB8UFJzqq9v986YThjHCK6ECDQMoE9klzUpyZ/71u2UcohQIDABgJtv+HW9vocXAQIECBAgACBNgsIvGrz7qiNAAECkwm4Xp7MT28CBAgQIECAAAECBAgQIECAAAECBAgQIECAAAECBAgQIECAAAECBAgQIECAAAECBAgQ6C/g++qODAIECBAgQKBrAs5furZj6iVAgACBZRDw+bsMu2gNBAgQIEBgtQQ6ff4i8Gq1DlarJUCAwCoJnFCFJq2t+f1VWNM4BpMEXpUApj17f74yYOJmiNV64VJlmFECrx6R5KNJ7lPN/5EkL0xy0xAQmyUp4VjH19q+sgqyqndvBl7dmOTpvT9fHGKOZuDV15KUoJprN+j7i0lOS/KCWptS47EDAs2acx2Z5MQhatSEAIFuCZTfP+V3XfP1B70Av3d2aymqJUCAwEoLtP2GW9vrW+mDx+IJECBAgACB1gsIvGr9FimQAAECYwu4Xh6bTkcCBAgQIECAAAECBAgQIECAAAECBAgQIECAAAECBAgQIECAAAECBAgQIECAAAECBAgQ2EDA99UdHgQIECBAgEDXBJy/dG3H1EuAAAECyyDg83cZdtEaCBAgQIDAagl0+vxF4NVqHaxWS4AAgVUSKIFRD60t+IAk540JMEngVZnz0CS3DDH3UUmOq9ptFPw0SuDVQUnOqs1dQqLOHaKWtSbF8OIkv1X9oN96moFXn0jynN66vzXEPM0QqjJXqfG7G/S9cxXC9Zpamycn+YsB8/12khJ89pCq3dGNMK8hytWEAIGWC+yc5NJeAF7zOufgXvDf2S2vXXkECBAg8LMCbb/h1vb6HE8ECBAgQIAAgTYLCLxq8+6ojQABApMJuF6ezE9vAgQIECBAgAABAgQIECBAgAABAgQIECBAgAABAgQIECBAgAABAgQIECBAgAABAgQIEOgv4PvqjgwCBAgQIECgawLOX7q2Y+olQIAAgWUQ8Pm7DLtoDQQIECBAYLUEOn3+IvBqtQ5WqyVAgMCqCDw4yd82Fnv3JP8xJsAkgVcnJilBVj8cYu564FVpvmOSq/r0Gzbw6q5JTklySDXGRiFa65V3tyTn9Dz3qBp8McneSf6h1qEZeFXavzzJ94dYczPw6tQkRyT5wYC+w4aD1Ydp1inwaogN0oRAhwQen+SyJJs3ai6/j07v0DqUSoAAAQI/EWj7Dbe21+c4IkCAAAECBAi0WUDgVZt3R20ECBCYTMD18mR+ehMgQIAAAQIECBAgQIAAAQIECBAgQIAAAQIECBAgQIAAAQIECBAgQIAAAQIECBAgQIBAfwHfV3dkECBAgAABAl0TcP7StR1TLwECBAgsg4DP32XYRWsgQIAAAQKrJdDp8xeBV6t1sFotAQIEVkWgBCaVoKm116VJnjLB4icJvBolVGnagVfNsKork+yb5BsjWNwlyUlJDqv63Jjk6b0/Jfhq7dUMkho2tKr0bwZeDetVt9qUZK8k1w9Yl8CrETZeUwIdE9ghSfldv3Wj7j9M8j86thblEiBAgMBPBNp+w63t9TmOCBAgQIAAAQJtFhB41ebdURsBAgQmE3C9PJmf3gQIECBAgAABAgQIECBAgAABAgQIECBAgAABAgQIECBAgAABAgQIECBAgAABAgQIECDQX8D31R0ZBAgQIECAQNcEnL90bcfUS4AAAQLLIODzdxl20RoIECBAgMBqCXT6/EXg1WodrFZLgACBVRH4TBWktLbeQ5K8dYLFdzXwqln35VXg1c0jWgwK4pokSErg1YiboTkBAj8n8IgklyW5V+OdP07yel4ECBAg0FmBtt9wa3t9nd14hRMgQIAAAQIrISDwaiW22SIJEFhRAdfLK7rxlk2AAAECBAgQIECAAAECBAgQIECAAAECBAgQIECAAAECBAgQIECAAAECBAgQIECAAIEZC/i++oyBDU+AAAECBAhMXcD5y9RJDUiAAAECBAYK+PwdSKQBAQIECBAg0DKBTp+/CLxq2dGkHAIECBCYWOA3ktzQGKX87N8mGFngVXJczW/HJFfV/lvg1QQHl64ECEwk8JAq7Oq+jVHK76xjJhpZZwIECBBYtEDbb7i1vb5F75/5CRAgQIAAAQIbCQi8cnwQIEBgeQVcLy/v3loZAQIECBAgQIAAAQIECBAgQIAAAQIECBAgQIAAAQIECBAgQIAAAQIECBAgQIAAAQIEFing++qL1Dc3AQIECBAgMI6A85dx1PQhQIAAAQKTCfj8ncxPbwIECBAgQGD+Ap0+fxF4Nf8DxowECBAgMFuBQ5OcUZviM0keO+GUAq8EXk14COlOgMAMBErY3qVJ7t8Y+6Qkr5nBfIYkQIAAgfkKtP2GW9vrm+9umY0AAQIECBAgMJqAwKvRvLQmQIBAlwRcL3dpt9RKgAABAgQIECBAgAABAuMAt9kAACAASURBVAQIECBAgAABAgQIECBAgAABAgQIECBAgAABAgQIECBAgACB7gj4vnp39kqlBAgQIECAwE8EnL84EggQIECAwPwFfP7O39yMBAgQIECAwGQCnT5/EXg12ebrTYAAAQLtE7gsyc61sv4oyckTltnVwKu7JTknyR7V+q9Msm+Sb4zgcdckpyQ5pOrztWq8a2tjlNCZC5NsV/3s6CTHDznHY5KUULK117B9j8pPQ7g2JdkryfUD5pykziGXoxkBAnMSuF+S8vu+/L2uv05N8so51WAaAgQIEJitQNtvuLW9vtnujtEJECBAgAABApMJCLyazE9vAgQItFnA9XKbd0dtBAgQIECAAAECBAgQIECAAAECBAgQIECAAAECBAgQIECAAAECBAgQIECAAAECBAgQ6K6A76t3d+9UToAAAQIEVlXA+cuq7rx1EyBAgMAiBXz+LlLf3AQIECBAgMA4Ap0+fxF4Nc6W60OAAAECbRW4e5JvN4p7UC8M6boJC+5q4NVdkpyU5LBq/f3CqgbRNEOzPpvkOUluqHWcJEhK4NWgHfA+AQJNgfsmuTTJQxtvvCXJS3ARIECAwNIItP2GW9vrW5oDwUIIECBAgACBpRQQeLWU22pRBAgQ+LGA62UHAgECBAgQIECAAAECBAgQIECAAAECBAgQIECAAAECBAgQIECAAAECBAgQIECAAAECBAjMQsD31WehakwCBAgQIEBglgLOX2apa2wCBAgQINBfwOevI4MAAQIECBDomkCnz18EXnXtcFMvAQIECGwkcECSd9UabErysCmQdTXwqiz9oCRn1QxekOTcEUwekeSjSe5T9TkvyaFJbqmNIfBqBFBNCRCYSKD8Pr4sye80RjknyQsnGllnAgQIEGibQNtvuLW9vrbtp3oIECBAgAABAnUBgVeOBwIECCyvgOvl5d1bKyNAgAABAgQIECBAgAABAgQIECBAgAABAgQIECBAgAABAgQIECBAgAABAgQIECBAgMAiBXxffZH65iZAgAABAgTGEXD+Mo6aPgQIECBAYDIBn7+T+elNgAABAgQIzF+g0+cvAq/mf8CYkQABAgRmJ3BRkj1qw5+Q5KgpTNflwKtmYNVHqlCYm4Zw2SzJsUmOrLV9ZZJTG30FXg2BqQkBAhMLbFWFXe3QGOndSZ478egGIECAAIG2CbT9hlvb62vbfqqHAAECBAgQIFAXEHjleCBAgMDyCrheXt69tTICBAgQIECAAAECBAgQIECAAAECBAgQIECAAAECBAgQIECAAAECBAgQIECAAAECBAgsUsD31Repb24CBAgQIEBgHAHnL+Oo6UOAAAECBCYT8Pk7mZ/eBAgQIECAwPwFOn3+IvBq/geMGQkQIEBgNgK/kOSWJJvXht8+yTVTmK7LgVdbJjkjyfNqDkckOSXJHQNsdkryriTbVO2uS7Jn789XGv0EXk3hIDMEAQIbCpTf7Zcm+d1GqwuS7MOOAAECBJZSoO033Npe31IeFBZFgAABAgQILI2AwKul2UoLIUCAwM8JuF52UBAgQIAAAQIECBAgQIAAAQIECBAgQIAAAQIECBAgQIAAAQIECBAgQIAAAQIECBAgQIDALAR8X30WqsYkQIAAAQIEZing/GWWusYmQIAAAQL9BXz+OjIIECBAgACBrgl0+vxF4FXXDjf1EiBAgMB6Arsn+WDtzX9M8oApcXU58KoQPCbJ+bXgqhIM9sYkb0pyax+jOyXZNclban1Ks8OrPj9s9BF4NaUDzTAECKwrcFmSnRvvfijJs5gRIECAwNIKtP2GW9vrW9oDw8IIECBAgACBpRAQeLUU22gRBAgQ6CvgetmBQYAAAQIECBAgQIAAAQIECBAgQIAAAQIECBAgQIAAAQIECBAgQIAAAQIECBAgQIAAAQKzEPB99VmoGpMAAQIECBCYpYDzl1nqGpsAAQIECPQX8PnryCBAgAABAgS6JtDp8xeBV1073NRLgAABAusJvCPJgbU3T0vyiilxdT3wqnze75PkrCRb1Uz+uhdo9c4kVya5KckWSf6fJPsl2bNhd2YVeNUvIEvg1ZQONMMQINBX4JIkz2i887EkT+NFgAABAkst0PYbbm2vr60Hx9ZJ3pzkgKrAo5Mc39Zia3WVa6pfS/LYJE9K8ttJHl17/0tJNiX5TJKPJ/l6kuYx0oFlTq3Ecg39+0me3vPYIck9kpTg5b9JUq5Dj0lyWJLjqhmL3V6969brp1aBgQgQIECg7QICr9q+Q+ojQIDA+AKul8e305MAAQIECBAgQIAAAQIECBAgQIAAAQIECBAgQIAAAQIECBAgQIAAAQIECBAgQIAAAQIE1hfwfXVHBwECBAgQINA1AecvXdsx9RIgQIDAMgj4/F2GXbQGAgQIECCwWgKdPn8ReLVaB6vVEiBAYJkFvpXkXrUFPrH3MPIrprTgrgdeFYbNkhyc5A2N0KthiErY1VFJvr1OY4FXwyhqQ4DAOAIXJdmj0fETSXbp/V764TgD6kOAAAECnRFo+w23ttfXxo0u9yFfluRPa8W1PfBq816IVbm2/KMq7GpY1/f1AoX/JMm1Kxh8VUKUT0/ymHWwzktyaBVQLfBq2CNKOwIECCyfgMCr5dtTKyJAgMCagOtlxwIBAgQIECBAgAABAgQIECBAgAABAgQIECBAgAABAgQIECBAgAABAgQIECBAgAABAgQIzELA99VnoWpMAgQIECBAYJYCzl9mqWtsAgQIECDQX8DnryODAAECBAgQ6JpAp89fBF517XBTLwECBAj0E3hSko/X3rgpyb2nSLUMgVeFo3zuP7z3f49N8rQhfL6c5MQkH0xy+wbtBV4NgakJAQIjC7wnyb6NXp9OsmuS7488mg4ECBAg0DWBtt9wa3t9bdzv30lycZJtasW1OfDqYUmOH/LaqZ/3LUlO7gUOn9ILzLqtjRsyg5p+Jck5SZ66wdjlGrMEKh+ZRODVDDbBkAQIEOiIgMCrjmyUMgkQIDCGgOvlMdB0IUCAAAECBAgQIECAAAECBAgQIECAAAECBAgQIECAAAECBAgQIECAAAECBAgQIECAAIGBAr6vPpBIAwIECBAgQKBlAs5fWrYhyiFAgACBlRDw+bsS22yRBAgQIEBgqQQ6ff4i8GqpjkWLIUCAwMoKnJbkZbXVn5vkBVPUWJbAqzWSOyV5UJLdkzwmySOT3KN68/NJPtn72cd6oTJXJ7ljCEeBV0MgaUKAwEgC70hyYKNH+Z20S5L/GGkkjQkQIECgqwJtv+HW9vratu+/nOTs6hqkXlsbA6/K/dJyrfSmRjjXWt1f6r2/KclXqx/cJcmjeiHMO9Suq+prLNerr01ya9s2ZQb1lLDSElpaf12R5FO9gKsf9MK/tkryt0kuqEKvBF7NYBMMSYAAgY4ICLzqyEYpkwABAmMIuF4eA00XAgQIECBAgAABAgQIECBAgAABAgQIECBAgAABAgQIECBAgAABAgQIECBAgAABAgQIEBgo4PvqA4k0IECAAAECBFom4PylZRuiHAIECBBYCQGfvyuxzRZJgAABAgSWSqDT5y8Cr5bqWLQYAgQIrKzAPyW5f2315eHkH15ZDQsnQIBAtwXOSnJQYwklWKKEXd3U7aWpngABAgRGEGj7Dbe21zcC9cybbpbkVUlO6jNT2wKvyr3SvZK8pRFe9e0kJbjq3b1QzhuSNPe/LK0EXz0+yQlVqHB9uUf0wp5OGTJQeOYbMqMJit0x1Z+1KQ5O8vYkP5rRnIYlQIAAge4KCLzq7t6pnAABAoMEXC8PEvI+AQIECBAgQIAAAQIECBAgQIAAAQIECBAgQIAAAQIECBAgQIAAAQIECBAgQIAAAQIECIwj4Pvq46jpQ4AAAQIECCxSwPnLIvXNTYAAAQKrKuDzd1V33roJECBAgEB3BTp9/iLwqrsHnsoJECBA4CcCj07yuRrGbb0HiW+V5IeACBAgQKBzAiVI4mWNqr+SZNck/9a51SiYAAECBCYRaPsNt7bXN4n9tPvu1AsofleSbfoM3LbAq8ckOb9R68eTvDzJV4eEKdejr0/y0lr7W5Lsn+SSIcfoYrMtkpxaCy7dVIWHXd/FxaiZAAECBGYuIPBq5sQmIECAwMIEXC8vjN7EBAgQIECAAAECBAgQIECAAAECBAgQIECAAAECBAgQIECAAAECBAgQIECAAAECBAgQWGoB31df6u21OAIECBAgsJQCzl+WclstigABAgRaLuDzt+UbpDwCBAgQIEDg5wQ6ff4i8MoRTYAAAQJdFygPEj+ytoj3Vw/V7vq61E+AAIFVE3hjklc3Fv0PSXbpBUT846phWC8BAgQIpO033NpeX1sOoXsnOTvJblVBn02yQ624NgVe3b2qdc9afSWg6qAk3xwRdMsq/OmFtX4fSVL++6YRx+pK82bg1eVJ9u0Ff93clQWokwABAgTmKiDwaq7cJiNAgMBcBVwvz5XbZAQIECBAgAABAgQIECBAgAABAgQIECBAgAABAgQIECBAgAABAgQIECBAgAABAgQIEFgZAd9XX5mttlACBAgQILA0As5flmYrLYQAAQIEOiTg87dDm6VUAgQIECBA4McCnT5/EXjlKCZAgACBrgtsSvLQ2iL2T/Keri9K/QQIEFgxgROSvLax5n9NsmuSv1sxC8slQIAAgZ8ItP2GW9vra8NxtFmSI5IcXxXzoSTn9a7fPlgrrk2BVyWcqX4teXWSA3uByteNiVmuUy9I8sBa/99vrH/MoVvZTeBVK7dFUQQIEGitgMCr1m6NwggQIDCxgOvliQkNQIAAAQIECBAgQIAAAQIECBAgQIAAAQIECBAgQIAAAQIECBAgQIAAAQIECBAgQIAAAQJ9BHxf3WFBgAABAgQIdE3A+UvXdky9BAgQILAMAj5/l2EXrYEAAQIECKyWQKfPXwRerdbBarUECBBYNoEHJ/nbxqLunuQ/lm2h1kOAAIElFihBF8c21vfNJLsk+ZslXrelESBAgMDGAm2/4db2+tpwfD2hCpC6Ty846oYkJVCqvD5TK64tgVflOvLcJLvXantRknP6hK8Na3vnXt9jkhxV63B2ksOS3DbsIB1qJ/CqQ5ulVAIECLRAQOBVCzZBCQQIEJiRgOvlGcEalgABAgQIECBAgAABAgQIECBAgAABAgQIECBAgAABAgQIECBAgAABAgQIECBAgAABAisu4PvqK34AWD4BAgQIEOiggPOXDm6akgkQIECg8wI+fzu/hRZAgAABAgRWTqDT5y8Cr1bueLVgAgQILJXAEUlOrK3o0iRPWaoVWgwBAgSWW6D5e7ys9jtJdu39uXq5l251BAgQIDBAoO033Npe36IPsF9Ncl6S360KOTzJm5I8eszAq3smOT/JzrWF7Zjkqikt9PeSfCjJVtV45TxknyT/POH4j0pyfLXmv6wCm787xJibJdk+yVOTlHU+rKrtlioQ9FNJPpLkS0nuGGK8x9TcNyXZq7e+66t+Za+eUV1L75DkHkm+neSzST7am/vDSW5aZ476uEOUkf2qfSxtSxDYcVWnZk1rYzVDtNYC0rZMckBvf55bOZVAtSuTvDfJX1WBYuutudwP3ybJs6s171RNVjxK33dU56E/aixo8ySPq4LbHl+NUfbjmsrofUluHgZBGwIECBD4sYDAKwcCAQIEllfA9fLy7q2VESBAgAABAgQIECBAgAABAgQIECBAgAABAgQIECBAgAABAgQIECBAgAABAgQIECBAYJECvq++SH1zEyBAgAABAuMIOH8ZR00fAgQIECAwmYDP38n89CZAgAABAgTmL9Dp8xeBV/M/YMxIgAABAtMTKA83Lw/kXnsdkuSt0xveSAQIECAwQ4HDquCL+hS3VmFXJWzAiwABAgRWW6DtN9zaXt8ij54SDPT6JK+qirgoyUFVqGUzIGktwGhQvbMMvCr3R19bBVOt1XFqkhLM+YNBhU35/TsleUKSNyR55BBjl3OmEhpVwrSaAU317v3Cn/612qMSRrYW9NVvyhJ+dUKSs6ogqfXGHaLcqQRevS3Jm5Ps2WfCEkC1e5IrkvRb8zeqfX3pgDWX0Kuy/9+q5iiBYyW47GkbLLIEZr2mCr9q/n4YxkYbAgQIrJqAwKtV23HrJUBglQRcL6/SblsrAQIECBAgQIAAAQIECBAgQIAAAQIECBAgQIAAAQIECBAgQIAAAQIECBAgQIAAAQIE5ifg++rzszYTAQIECBAgMB0B5y/TcTQKAQIECBAYRcDn7yha2hIgQIAAAQJtEOj0+YvAqzYcQmogQIAAgXEEfiPJDY2Ov57k6+MMpg8BAgQIzFXg0CRnNGa8I8kuVUDBXIsxGQECBAi0UqDtN9zaXt8iN3W3JOdVgULlmm2PXlDQF6qC2hh4VcKe3pJk/xrafknOnzPilr2ArSOrP6NMXUKeSiDVab3ApdvX6dgMf3p+kj9IUkKjh32d1Gv4usYczf0cNFbd9agqrKv02ZRkryQlNKr+2iJJCR8rgWnl9aYkd92g7g8lKWv7Tp/AqxJy9cLGPm9U75lJShjYI5KUkK1tBy2uukfx3CSfGqKtJgQIEFh1AYFXq34EWD8BAsss4Hp5mXfX2ggQIECAAAECBAgQIECAAAECBAgQIECAAAECBAgQIECAAAECBAgQIECAAAECBAgQILA4Ad9XX5y9mQkQIECAAIHxBJy/jOemFwECBAgQmETA5+8kevoSIECAAAECixDo9PmLwKtFHDLmJECAAIFpCDTDUj7TC0l57DQGNgYBAgQIzFTgBUne3meGpyb585nObHACBAgQ6JJA22+4tb2+Re31b1VhV9tXBbwiyelJ1rzaGHh13yrc6vFVzTcmeXrvzxfniLhZklf1wpxKqFT9dXlVW7ne/V4v8GnrJI+rQp2a179H9ELGTklSQkSbr7r715J8OcmzqkZ/neSdSa7sBUndVJujXHM/sjZQCdbavRFOepcq2Kw0K0FUx/dCnw6s+lyR5OAqfGptmO8nua36j3ECr+rremuSs3ohVv+e5H5Jyrnk3ye5oGpUX3PZ0/+Z5OHVe8X17F6fsvZSz29WQVglrKoEoJVXWW8J+Hp2knI8l/C2c5OUUK0yXtmLJyc5rBGGdVEV0FVCt7wIECBAYH0BgVeODgIECCyvgOvl5d1bKyNAgAABAgQIECBAgAABAgQIECBAgAABAgQIECBAgAABAgQIECBAgAABAgQIECBAgMAiBXxffZH65iZAgAABAgTGEXD+Mo6aPgQIECBAYDIBn7+T+elNgAABAgQIzF+g0+cvAq/mf8CYkQABAgSmI3BZkp1rQ/1RkpOnM7RRCBAgQGBGAgckeVefsUt4wodnNKdhCRAgQKCbAm2/4db2+hax61tU12QvqSbvF/wzbuDVLNezbZILe0FG21WTlKCrvZP8wywnbYxd5ntbLWzp20leneS9SW7vU8fmvfr2S3JqI6Bp/16o0yV92jfdS5MS6PTGXnDTm5Lc2qdPCX76kyQvrr1XwssOX6emsv+lnoOq9iVUat8kN6/jOEng1UbhXmvTrbfm11bWTdf1QsfKeB9LUgLASuhV8/XAKjBsLeRtEYFpczxUTUWAAIGpCQi8mhqlgQgQINA6AdfLrdsSBREgQIAAAQIECBAgQIAAAQIECBAgQIAAAQIECBAgQIAAAQIECBAgQIAAAQIECBAgQGApBHxffSm20SIIECBAgMBKCTh/WanttlgCBAgQaImAz9+WbIQyCBAgQIAAgaEFOn3+IvBq6H3WkAABAgRaJHCPPg/NflCS61pUo1IIECBA4GcFSpDD+/qglJ+XkAkvAgQIECBQF2j7Dbe21zfvo6ncY9wnyVlVAFO5Niuf8dc2Cmlj4FWzpkFBTdO2vU+Sdyd5YjVwCaI6uDpvah5n9bmb5uW9jyR5YZKbBriXt9+Q5Jgkd2ywoGYY2JVViNU3+vSZV+DVh5I8P8l3BmxEv8CrU5KUwKt+IWJluPtX7mvhVeVnm6pje6P7DSXkqxz7a68SRnb+tA8U4xEgQGDJBAReLdmGWg4BAgRqAq6XHQ4ECBAgQIAAAQIECBAgQIAAAQIECBAgQIAAAQIECBAgQIAAAQIECBAgQIAAAQIECBAgMAsB31efhaoxCRAgQIAAgVkKOH+Zpa6xCRAgQIBAfwGfv44MAgQIECBAoGsCnT5/EXjVtcNNvQQIECBQBA7oPYj6XTWKv0nycDQECBAg0FqB3ZN8sE915ff5ea2tWmEECBAgsEiBtt9wa3t98967ByZ5Z5K1oKAXJTmnF6jUdBJ49fM784ze9ewltR+fneSwJLcNsYlbJjm1Crlaa75bFXxV7950L+FNe/b+fGXAHM0QqxL+tFcvAOr6Pv3mFXj1ymrNg3iaa/5akj36hLDVx/nFJKcleUHth8cnOTbJDzeYsDnXkUlOHFSg9wkQILDiAgKvVvwAsHwCBJZawPXyUm+vxREgQIAAAQIECBAgQIAAAQIECBAgQIAAAQIECBAgQIAAAQIECBAgQIAAAQIECBAgQGBhAr6vvjB6ExMgQIAAAQJjCjh/GRNONwIECBAgMIGAz98J8HQlQIAAAQIEFiLQ6fMXgVcLOWZMSoAAAQITClxUPah6bZgTeg+fPmrCMXUnQIAAgdkIPDXJn/UZugQJnDubKY1KgAABAksg0PYbbm2vb56HQDN06d1JXprke32KEHj1syh3TlIClV5T/fiWJCUo9IoRNvBJST5ea1+Clsr1cT2gqeleAkcPTVLmG/QqYx1XNdooNGpegVc7Jfn0oKKTNNd8cRVk9d0N+jb3ozR9cm+svxgw328neX+Sh1Ttjq72dYgyNSFAgMDKCgi8Wtmtt3ACBFZAwPXyCmyyJRIgQIAAAQIECBAgQIAAAQIECBAgQIAAAQIECBAgQIAAAQIECBAgQIAAAQIECBAgQGABAr6vvgB0UxIgQIAAAQITCTh/mYhPZwIECBAgMJaAz9+x2HQiQIAAAQIEFijQ6fMXgVcLPHJMTYAAAQJjCfxC9VDuzWu9t09yzVij6USAAAECsxR4YpLLeg/8L+EB9VcJWDhzlhMbmwABAgQ6L9D2G25tr29eB0C5t7hvkhKgVF7XJdk7ybXrFNDGwKuHJilhSL9V1Xx5taab54B498quBISW15XV3N8YYe5tkry3F3q1Q9XnY0n2T/Kd2hhN936hWOtNWQ+8Km12THJVn8bzCLz6cpJn946xrw7h01zzqUmOSPKDAX2HDfiqD7NtkguTbFf9UODVEBukCQECKy8g8GrlDwEABAgssYDr5SXeXEsjQIAAAQIECBAgQIAAAQIECBAgQIAAAQIECBAgQIAAAQIECBAgQIAAAQIECBAgQIDAAgV8X32B+KYmQIAAAQIExhJw/jIWm04ECBAgQGAiAZ+/E/HpTIAAAQIECCxAoNPnLwKvFnDEmJIAAQIEJhJ4VpIP1Eb4xyQPmGhEnQkQIEBgFgKPS3Jpkl9sDH5Ykj+dxYTGJECAAIGlEmj7Dbe21zevg6GERV3QC/t5YDVhCVo6P0nTZ62eNgZeNcOKNvWCu/ZKcv0cEJthVSU4rASD3jLC3HdLck6SPao+n03ynCQ31MaYxL1NgVf91rYe1bhrrq932GNB4NUIB6ymBAgQqAQEXjkUCBAgsLwCrpeXd2+tjAABAgQIECBAgAABAgQIECBAgAABAgQIECBAgAABAgQIECBAgAABAgQIECBAgAABAosU8H31ReqbmwABAgQIEBhHwPnLOGr6ECBAgACByQR8/k7mpzcBAgQIECAwf4FOn78IvJr/AWNGAgQIEJhM4B29B3cfWBuihKaU8BQvAgQIEGiPwPZJLusFW/1So6QjkvxJe8pUCQECBAi0WKDtN9zaXt88tnbrJG9OckA12dura7NbN5h83BCiWa7nnlVI187VJCVs6slJPj/LSauxm0FJZ1eGt40w9xZJTk1yUNWnX0jTJO5tCry6PMm+SW4ewmfcNQu8GgJXEwIECExBQODVFBANQYAAgZYKuF5u6cYoiwABAgQIECBAgAABAgQIECBAgAABAgQIECBAgAABAgQIECBAgAABAgQIECBAgAABAh0X8H31jm+g8gkQIECAwAoKOH9ZwU23ZAIECBBYuIDP34VvgQIIECBAgACBEQU6ff4i8GrE3dacAAECBBYu8K0k96pV8cQkVyy8KgUQIECAwJrAw6uwq/Lw6vrr6CTHYyJAgAABAkMKtP2GW9vrG5J57GblnuLLeuGWJYC4vErI0j5Jrhsw4rghRGMXOkTHuyY5Jckhtbb7VSFYQ3SfqInAq58eP3v1jqHrG5rNMC+BVxMdbjoTIECgVQICr1q1HYohQIDAVAVW/Xp5qpgGI0CAAAECBAgQIECAAAECBAgQIECAAAECBAgQIECAAAECBAgQIECAAAECBAgQIECAAIH/X8D31R0MBAgQIECAQNcEnL90bcfUS4AAAQLLIODzdxl20RoIECBAgMBqCXT6/EXg1WodrFZLgACBrgs8KcnHa4u4Kcm9u74o9RMgQGCJBB6c5NIkv95Y0wlJjlqidVoKAQIECMxeoO033Npe36x36J5VINTOU57o7CSHJbltyuMOGu6gJGfVGp2a5IgkPxjUccD7d0lybJK7VYGg1yT5ZpK140fg1U8AS2CawKsJDzbdCRAg0DEBgVcd2zDlEiBAYASBVb9eHoFKUwIECBAgQIAAAQIECBAgQIAAAQIECBAgQIAAAQIECBAgQIAAAQIECBAgQIAAAQIECBAYQcD31UfA0pQAAQIECBBohYDzl1ZsgyIIECBAYMUE5vn5+5gkn2n4lmeXnZLkjgndy/Nbj6uNcXSS4ycccxW675vkPdxWYautkQABAkslMM/zl6nDCbyaOqkBCRAgQGCGAqcneWlt/HOTvGCG8xmaAAECBIYXeEAVt8+vzAAAIABJREFU5PCbjS5vTHL48MNoSYAAAQIEfizQ9htuba9v1ofRsgVePTTJxb0Qr9+q4K5Osk+Sf54Q8r5VMNjja+M8OclfVP+9TZL39oKdd6j++7wkhya5ZYR5756k9Htq1efKJOUfXL9RG6P5j+Kj/MN18x+9d0xyVZ/6tugFe5WgsBIeVl6XV3XcvM5a6uMKvBphwzUlQIDAkggIvFqSjbQMAgQI9BFY9etlBwUBAgQIECBAgAABAgQIECBAgAABAgQIECBAgAABAgQIECBAgAABAgQIECBAgAABAgQIzEbA99Vn42pUAgQIECBAYHYCzl9mZ2tkAgQIECCwnsA8P3/7BV7dUD17q99zukbZNYFXo2j9tK3Aq/Hc9CJAgACBxQrM8/xl6isVeDV1UgMSIECAwAwF/inJ/WvjPzPJJTOcz9AECBAgMJzAbyS5NMmDGs1PS/KK4YbQigABAgQI/IxA22+4tb2+WR9OyxZ4tWWSM5I8rwb3oiTn9AlfG8W2+Q+fzTCqu1Vz7FEN2i+satB8zdCsEtxVgqG/W+so8CoZNuRrmCCu5p5sm+TCJNtVbww716C99T4BAgSWWUDg1TLvrrURILDqAqt+vbzq+2/9BAgQIECAAAECBAgQIECAAAECBAgQIECAAAECBAgQIECAAAECBAgQIECAAAECBAgQmJWA76vPSta4BAgQIECAwKwEnL/MSta4BAgQIEBgfYF5fv72C7wqlX0oyUFJvjXBRgm8Gg9P4NV4bnoRIECAwGIF5nn+MvWVCryaOqkBCRAgQGBGAo9O8rna2Lcl2SrJD2c0n2EJECBAYDiBeye5LMnDGs3PSvLi4YbQigABAgQI/JxA22+4tb2+WR9S/yXJfklKYNMor19L8pJahz9P8unaf/9rkg8k+cEog06p7bOqudeGuzrJgUmuG3P8X01yXpLfrfU/PsmxtevYOycpP3tN1eaWJLsnuWKEOZ/RCII+sTd++Yfq+rWywCuBVyMcUpoSIEBgLgICr+bCbBICBAgsRGDVr5cXgm5SAgQIECBAgAABAgQIECBAgAABAgQIECBAgAABAgQIECBAgAABAgQIECBAgAABAgQIrICA76uvwCZbIgECBAgQWDIB5y9LtqGWQ4AAAQKdEJjn5+96gVcF6vAkb5rgudkCr8Y73ARejeemFwECBAgsVmCe5y9TX6nAq6mTGpAAAQIEZiTw+t5Dz4+sjf3+3oPH95rRXIYlQIAAgeEE7p7k0t6f7RvN35Hk+cMNoRUBAgQIEOgr0PYbbm2vr62H1STBS7NeUzmvOTvJnrWJLklyUC/E85sjTr5lkpOTHFLrt6m6hr2+MVYzsKrUcFiSEvI86LV1kjcnOaDWcLckH2l0nMS9+Y/eOya5qk9hW/QC0E6tvMrblycp//B78zqLqI+7ns2oY9anGnfNw9TVXNK2SS5Msl31xtFVkNmg/fM+AQIEVllA4NUq7761EyCw7AKul5d9h62PAAECBAgQIECAAAECBAgQIECAAAECBAgQIECAAAECBAgQIECAAAECBAgQIECAAAECixHwffXFuJuVAAECBAgQGF/A+cv4dnoSIECAAIFxBeb5+btR4NUNSfZI8oUxFyLwajw4gVfjuelFgAABAosVmOf5y9RXKvBq6qQGJECAAIEZCVyb5CG1sfdP8p4ZzWVYAgQIEBgsUIIcStjVYxtNz0+y3+DuWhAgQIAAgQ0F2n7Dre31tfXwGjeEaF7r2SnJu5JsU5vw40lenuSrQxbxy712r2uEXZWur0hyepLmsXOfJO9O8sRq/FuSHJzkfX3a1kso93X3SXJWkq2qNz5RhV/d2Kh1EneBV0kzpKx5KAi8GvIvh2YECBCoCQi8cjgQIEBgeQVcLy/v3loZAQIECBAgQIAAAQIECBAgQIAAAQIECBAgQIAAAQIECBAgQIAAAQIECBAgQIAAAQIEFing++qL1Dc3AQIECBAgMI6A85dx1PQhQIAAAQKTCczz83ejwKuyiouSHNR7htl3xliSwKsx0JIIvBrPTS8CBAgQWKzAPM9fpr5SgVdTJzUgAQIECMxA4MG9VOq/bYz7S0m+O4O5DEmAAAECgwU2S3JZkt9rNC03VJ89uLsWBAgQIEBgoEDbb7i1vb6BwAtqMEnw0jxK7hciVeb9dpK3V+FSN6wTRLV1kt2TvKoR1lz6n5nk8CS3rrOIvZO8rRZcVeZ7dZL3Jrm9T5/Nq4DRU2t9SlDWi5Jc0Kf9JO4CrwRezePvnjkIEFg9AYFXq7fnVkyAwOoIuF5enb22UgIECBAgQIAAAQIECBAgQIAAAQIECBAgQIAAAQIECBAgQIAAAQIECBAgQIAAAQIECMxTwPfV56ltLgIECBAgQGAaAs5fpqFoDAIECBAgMJrAPD9/BwVelcpfkeT0dZ5bttHKBF6Ntu9rrQVejeemFwECBAgsVmCe5y9TX6nAq6mTGpAAAQIEZiBwRJITa+NemuQpM5jHkAQIECAwnMDH+vweviTJM4frrhUBAgQIEBgo0PYbbm2vbyDwghqMG7x0zyTnJ9m5VveOSa6awTpKsOdhSco/9m7VZ/zre3V8LslXq/dKm0cnedQ67c+rQrC+tUGtZc4SlHVSo83l1bo/k+R7SUqoVll3+QfVukXpVq6bT0lyR595xnUvQwm8Eng1g79mhiRAgEAEXjkICBAgsLwCrpeXd2+tjAABAgQIECBAgAABAgQIECBAgAABAgQIECBAgAABAgQIECBAgAABAgQIECBAgAABAosU8H31ReqbmwABAgQIEBhHwPnLOGr6ECBAgACByQTm+fnbfLbXDb2Aq/9Isl1tCeVneyT5wojLEng1IljVXODVeG56ESBAgMBiBeZ5/jL1lQq8mjqpAQkQIEBgBgLlIeY71MY9JMlbZzCPIQkQIEBgsMCH+gRbXZZk18FdtSBAgAABAkMLtP2GW9vrGxp6zg3HDV6aZ+BVIblTkmclOSHJtmMa3ZLkzVWIVfnfg15bJjmy+jOobf39MvbJVdjVbet0HNe9DCfwSuDVKMejtgQIEBhWQODVsFLaESBAoHsCrpe7t2cqJkCAAAECBAgQIECAAAECBAgQIECAAAECBAgQIECAAAECBAgQIECAAAECBAgQIECAQBcEfF+9C7ukRgIECBAgQKAu4PzF8UCAAAECBOYvMM/P3+azvS5Pcm6SNybZprb0dyd5aZLvjcAh8GoErFpTgVfjuelFgAABAosVmOf5y9RXKvBq6qQGJECAAIEpC5QL9H9pjPnrSb4+5XkMR4AAAQKDBS5Islej2V9WYVc/GNxdCwIECBAgMLRA22+4tb2+oaHn3HDc4KV5B16tsfxyklckOTjJPUawKgGhJSzrS0max8pGw5SgrSckeUOSRw4x31/1wrmOS1LOx360Qftx3cuQAq8EXg1xKGpCgACBkQUEXo1MpgMBAgQ6I+B6uTNbpVACBAgQIECAAAECBAgQIECAAAECBAgQIECAAAECBAgQIECAAAECBAgQIECAAAECBAh0SsD31Tu1XYolQIAAAQIE+jxzpAvPgLZxBAgQIECg6wLzvH/QL/Dqub3naD8vyUkNyBclOWeEZ5KNEni1bZILk2xXzbmpem7s9UNu5ij9m4FSOya5qppn897z0B6X5DlJ/nuSMm55fT7JJ6oa/26d56VtneQpSXZPsn0VGPbtJH+d5M+SvD/JTUOsZ6PAqy2qZ+eWZ+rW5/hskiuSfDjJDSPsUb9yyhxl7LKORyV5dNVobS3Fqjyjbj2HfmM2n8F3dpLDkvxnkocmeXnveXe7Vc/JG8Z6CEZNCBAgQGDOAvM8f5n60rpws6PTwFPfMQMSIEBg9QQOTXJGbdnlgd7l4tWLAAECBOYr8O4k+zemLDfLdknyv+dbitkIECBAYAUE2n4/qO31tfUQGTd4aVGBV2uOW/b+IfJhVRhV+YfEB9T+IbW0Kf/A99XeP7BenuTKJN+c8B8sN6v+wfKpvX+kLf+YW+beKsktvX+QvSbJp0b8B8tx3cvaBF4JvGrr7xN1ESDQbQGBV93eP9UTIEBgIwHXy44PAgQIECBAgAABAgQIECBAgAABAgQIECBAgAABAgQIECBAgAABAgQIECBAgAABAgQIEJiFgO+rz0LVmAQIECBAgMAsBZy/zFLX2AQIECBAoL/APD9/+wVelcClX6jCrcozxNZe1/WeU7Z3kmuH3LguBV6VwKgScPWnSR45YH1nVs81KwFQ5XWnnsmzkpzQeK5bc5jS/pVJzk9yxwZz9Au8KmMPU195xtvFvefHHZPk34bcp7VmJezr93thXkcPWMda+xLiVeb50hDPq+sXeHV4kgOSvKF6Pl2z3BuTPL3354sjrkNzAgQIEFiMwDzPX6a+QoFXUyc1IAECBAhMWeCyJDvXxvyjJCdPeQ7DESBAgMDGAuf0brg9v9GkJN3vmuRmeAQIECBAYAYCbb/h1vb6ZrAlhiRAgAABAgQITE1A4NXUKA1EgACB1gm4Xm7dliiIAAECBAgQIECAAAECBAgQIECAAAECBAgQIECAAAECBAgQIECAAAECBAgQIECAAAECSyHg++pLsY0WQYAAAQIEVkrA+ctKbbfFEiBAgEBLBOb5+bte4FV5RusTkrwnyX1qLm9PcliSW4ew6lLg1a8neUuSewyxrtKkhF6VwKbbK4+y1q2G6FsCqY6s5mru81r3ZuBVCZX6+xHr25Tkxb3noX9uiJpKk1+pnpW+/5Dt15qtreesASFezcCrchx9Icn/2MDt/03ykiGPtRHL1pwAAQIEZiAwz/OXqZcv8GrqpAYkQIAAgSkKlAvVZpDKg5KUVGovAgQIEJiPQLlxeEhjqnIDroRdldR2LwIECBAgMAuBtt9wa3t9s9gTYxIgQIAAAQIEpiUg8GpaksYhQIBA+wRcL7dvT1REgAABAgQIECBAgAABAgQIECBAgAABAgQIECBAgAABAgQIECBAgAABAgQIECBAgACBZRDwffVl2EVrIECAAAECqyXg/GW19ttqCRAgQKAdAvP8/N0o8GqzJEckOb7BUkKRzk+yXmDTWvOuBF6dkKSsaZuq8G8n+ViSryS5S5IdkhSnZqBV6fOjXlhUCXtae+/6JB+pnkVeQp6ekWTbhl95Jvme1fj9jrhm4FV5du4v1eorfa5I8qleeNYPkjw4yVP7hHVdneTAIZ6Bfu9eqNnZSXZrFFPCrK5J8vkk5X+XNe6YZKc+RZfj5JQNQq+agVfFaetamNraesrQZfzfS/L7ST7Yjr+SqiBAgACBIQTmef4yRDmjNRF4NZqX1gQIECAwX4HnJimJwGuvv0ny8PmWYDYCBAistMCpSV7REPhq76bZLr2bbzestIzFEyBAgMCsBdp+w63t9c16f4xPgAABAgQIEJhEQODVJHr6EiBAoN0CrpfbvT+qI0CAAAECBAgQIECAAAECBAgQIECAAAECBAgQIECAAAECBAgQIECAAAECBAgQIECAQFcFfF+9qzunbgIECBAgsLoCzl9Wd++tnAABAgQWJzDPz9+NAq+KwK8kOacKVFoTKQFM+wwRpNSVwKu1dZVQp+OSvC3J92rbXzIwfifJm5NsX/v5TUm2qIKgiskfVkFUJQRr7bV5kv2SlOfi1gOzXlX9rF9oWDPwqn4kvq8XcnVkkn9pHJ4lPOrlVQ31eS5KclDvve+sczhvmeTkJIfU3i8OZyY5rdf3xka/YnH/JCUkrBwDdbsXJblgnXmagVdrzcozgYvbB6rwsPLzMsd9qpCtUosXAQIECHRDYJ7nL1MXEXg1dVIDEiBAgMAUBcqF3R618Uoq9dFTHN9QBAgQILC+wElJ/qjx9j8l2TXJ34MjQIAAAQIzFmj7Dbe21zfj7TE8AQIECBAgQGAiAYFXE/HpTIAAgVYLuF5u9fYojgABAgQIECBAgAABAgQIECBAgAABAgQIECBAgAABAgQIECBAgAABAgQIECBAgAABAp0V8H31zm6dwgkQIECAwMoKOH9Z2a23cAIECBBYoMA8P38HBV4VhicnubgR2PT2JIf1wopu3cCpS4FXJVjp4CQlUKpfCFVZ5rOqYKbmkq9OcuAGAWCbJTkiSXkm+dqreL6gZ/jdPn7rBV6VEKrDNzC/U+85u8+pwqrqoVclcOv8dfapOVdxKOFX760FUPXrWoK+Si2vq735yST7J/n3Ph3WC7wq7Utt65kv8K+hqQkQIEBgRIF5nr+MWNrg5gKvBhtpQYAAAQKLEfiFKg24pCmvvUoS8zWLKcesBAgQWCmB45KUG5z1V7nxtUsviPBvV0rCYgkQIEBgUQJtv+HW9voWtW/mJUCAAAECBAgMIyDwahglbQgQINBNAdfL3dw3VRMgQIAAAQIECBAgQIAAAQIECBAgQIAAAQIECBAgQIAAAQIECBAgQIAAAQIECBAgQKDtAr6v3vYdUh8BAgQIECDQFHD+4pggQIAAAQLzF5jn5+8wgVclsOnYJEfWKIYJiOpS4NXpVYDT7Rts932rcKbHNxxKaNMlAw6TRyT5aJL7VO0+W4VT3dCnX7/AqzL+QUm+OWCefnv1oSTPT/KdRt+7Jzk3ye61n5dgrlOS3DHEYb91kjcnOaDWtoR4lTGbr36BV5+o+t44xFyaECBAgED7BeZ5/jJ1DYFXUyc1IAECBAhMSaCZvPyPSR4wpbENQ4AAAQLrC/xxI72+tPxWkl2TfBEcAQIECBCYk0Dbb7i1vb45bZNpCBAgQIAAAQJjCQi8GotNJwIECHRCwPVyJ7ZJkQQIECBAgAABAgQIECBAgAABAgQIECBAgAABAgQIECBAgAABAgQIECBAgAABAgQIEOicgO+rd27LFEyAAAECBFZewPnLyh8CAAgQIEBgAQLz/PwdJvCqEPxqkvOS/G7N4+okBya5bh2jrgRelfCuEvp0xYC93iLJqVXw1FrTy5KUwKv/NaDvNknem2SHqt2mntteSa7v068ZeDVsfWtDPTjJRUkeWP2gBEo9M8k1jbl+L0kJw9qq+vknq7X8+wjHfHOMi5OU0KvvNsboF3h1YpJyjPxwhPk0JUCAAIH2Cszz/GXqCgKvpk5qQAIECBCYksA7kzyvNtaf9i64DpvS2IYhQIAAgf4Cf5jk5MZb5WZXCbv6HDQCBAgQIDBHgbbfcGt7fXPcKlMRIECAAAECBEYWEHg1MpkOBAgQ6IyA6+XObJVCCRAgQIAAAQIECBAgQIAAAQIECBAgQIAAAQIECBAgQIAAAQIECBAgQIAAAQIECBAg0CkB31fv1HYplgABAgQIEEji/MVhQIAAAQIE5i8wz8/fYQOvisJuVejVWkBS+dkZSQ5Pclsfpq4EXn02yXN64V03DNjqOyc5Pslrau2GDW1qBj6NEnhVQqmen+Q7Qx6K/YK5Dk5ydq1/yfV4bbWetR+X/Xp9n/O/jaa9b5Lzkzy+avS1JHskubbRqV/g1XOTvHvINWlGgAABAu0XmOf5y9Q1BF5NndSABAgQIDAlgW/1LrzvVRurpA7/5ZTGNgwBAgQI/LzAy5OUcMH66z+T7JLkU8AIECBAgMCcBdp+w63t9c15u0xHgAABAgQIEBhJQODVSFwaEyBAoFMCrpc7tV2KJUCAAAECBAgQIECAAAECBAgQIECAAAECBAgQIECAAAECBAgQIECAAAECBAgQIECAQGcEfF+9M1ulUAIECBAgQKAScP7iUCBAgAABAvMXmOfn7yiBV5tXgUivqpHckuRFSS7ow9SVwKvzkhyapKxl0Ku5plcmOXVQpySTBF4dm6T8aR4XG017UJKzag3O7K2v7Ft5Pm95ldCytyTZv9Zm7yQXDrGWepNfTHJakhfUfliC0T7SGKdf4NWOSa4acT7NCRAgQKC9AvM8f5m6gsCrqZMakAABAgSmIPCkJB+vjXNTkntPYVxDECBAgEB/gZIY/9bGWz9Ksmvj9zE/AgQIECAwL4G233Bre33z2ifzECBAgAABAgTGEbhHkn9LUr54U1639u4/7JDk2nEG04cAAQIEWiXgerlV26EYAgQIECBAgAABAgQIECBAgAABAgQIECBAgAABAgQIECBAgAABAgQIECBAgAABAgQILI2A76svzVZaCAECBAgQWBkB5y8rs9UWSoAAAQItEpjn5+8ogVeF6H5J3pOk9Ft7XV0FJ32tYdiVwKuzkxyW5LYhjoHmmvZLcv4Q/SYJvBp2jnoZzeeif6zao+9Uje5b1f34WqczesFVXx9iLfUmv5Bkl8bxUJ4NXEzrr+b6y7Gyh+f0jKitOQECBNotMM/zl6lLCLyaOqkBCRAgQGAKAqcneWltnHMbacNTmMIQBAgQIFAJ/EGS8nu2+Xp6kj+jRIAAAQIEFiTQ9htuba9vQdtmWgIECBAgQIDAUAL/PclnGy2fkOSTQ/XWiAABAgTaLOB6uc27ozYCBAgQIECAAAECBAgQIECAAAECBAgQIECAAAECBAgQIECAAAECBAgQIECAAAECBAh0V8D31bu7dyonQIAAAQKrKuD8ZVV33roJECBAYJEC8/z8HTXwqrjsneRtSbaqIZWwpMMboVFdCbw6MUmp9YdDbPoiAq92SvLpIWqrNxm0r9smuTDJdiOOO0zzo5Mc32g4SuDXMHNoQ4AAAQLtE5jn+cvUVy/wauqkBiRAgACBKQj8c5U6vTbUM5NcMoVxDUGAAAECPyuwb5L39EEpae0fgEWAAAECBBYo0PYbbm2vb4FbZ2oCBAgQIECAwIYCv5Tk/Ume1Gj1kSQHJPkuPwIECBDotIDr5U5vn+IJECBAgAABAgQIECBAgAABAgQIECBAgAABAgQIECBAgAABAgQIECBAgAABAgQIECDQWgHfV2/t1iiMAAECBAgQWEfA+YtDgwABAgQIzF9gnp+/g4KR+q1+iyQnJ3lJ7c1bkuzfePZ2VwKv+gU0rbfriwi82rH3jJurRjwMf7t6Ns5Dqn6XJynP7r25+m+BVyOCak6AAAECAwXmef4ysJhRGwi8GlVMewIECBCYtcCjk3yuNsn3q9TpH816YuMTIEBgxQT2rG6iNZf9nCTvWzELyyVAgACB9gm0/YZb2+tr346qiAABAgQIECCQ3DlJ+fLRMetgvD7JH4MiQIAAgU4LuF7u9PYpngABAgQIECBAgAABAgQIECBAgAABAgQIECBAgAABAgQIECBAgAABAgQIECBAgAABAq0V8H311m6NwggQIECAAIF1BJy/ODQIECBAgMD8Beb5+TtO4FUR+a0k5yXZvsZTQpn2S/Iv1c8EXv0U5549s/N7zyvfufrRpiR7Jbm+z+FVgqneU/v5OIFXD01ycbVPZSiBV/P/e2xGAgQIrJrAPM9fpm4r8GrqpAYkQIAAgQkFykNNj6yN8f7qInLCYXUnQIAAgZrAbkk+3EfkeUneRYoAAQIECLRAoO033NpeXwu2UAkECBAgQIAAgZ8TeGaSDyZZ798nb0nyoiQXsCNAgACBzgq4Xu7s1imcAAECBAgQIECAAAECBAgQIECAAAECBAgQIECAAAECBAgQIECAAAECBAgQIECAAAECrRbwffVWb4/iCBAgQIAAgT4Czl8cFgQIECBAYP4C8/z8HTfwqqjsneRtSbaqEZ2S5LVJbk8i8OqnMJMEXu2U5NMjHoaD9nXbJBcm2a4ad6MArhGn7tt8lPVPYz5jECBAgMD8BeZ5/jL11Qm8mjqpAQkQIEBgQoFrkzykNsb+jWTkCYfXnQABAisvsEuSS/soHFTd8Fx5IAAECBAg0AqBtt9wa3t9rdhERRAgQIAAAQIEagLlSzoX9+71PqD2s2uSlC/x3K32s39IskeS8mUeLwIECBDonoDr5e7tmYoJECBAgAABAgQIECBAgAABAgQIECBAgAABAgQIECBAgAABAgQIECBAgAABAgQIECDQBQHfV+/CLqmRAAECBAgQqAs4f3E8ECBAgACB+QvM8/N3UDDSRqvfMsnJSQ6pNbqleubKxwVe/QzdKIFP+zaeY75fkvNHPAyflKTswdrrvCSHJin7U17l2TkXJHlE9d/l509O8vkR5xm2+SjrH3ZM7QgQIECgXQLzPH+Z+soFXk2d1IAECBAgMIHA/53ky43+v5TkuxOMqSsBAgQI/FTgCVXY1V0aKC9NcgYoAgQIECDQIoG233Bre30t2kqlECBAgAABAgRy9yTvSvL0msX/SfKQJL+W5L1J/mvtvRLUXUKvvs+OAAECBDon4Hq5c1umYAIECBAgQIAAAQIECBAgQIAAAQIECBAgQIAAAQIECBAgQIAAAQIECBAgQIAAAQIECHRCwPfVO7FNiiRAgAABAgRqAs5fHA4ECBAgQGD+AvP8/J0k8KrIPDDJO3vPiN2+xvTJJPsn+YMkx9V+fnSS49fh3KZ6dssO1fubkuyV5Poh+R9dBTxtNUT/ZqDURnU1pz+qsaZhw6hGCXxq1ndkkhOHdFhrdliSN9X6lP6l9h9WPyvP0SkhWE+ttRl2LSOW8uPmo6x/nPH1IUCAAIHFC8zz/GXqqxV4NXVSAxIgQIDABAJHNC4C/7xx8TbB0LoSIEBg5QXKzdDLkvyXhsSrk5yy8joACBAgQKBtAm2/4db2+tq2n+ohQIAAAQIEVleg/Ftk+cLUa2sEP0ry3CTvqX5WvmR1Zu/e8Oa1Niclec3qslk5AQIEOivgermzW6dwAgQIECBAgAABAgQIECBAgAABAgQIECBAgAABAgQIECBAgAABAgQIECBAgAABAgQItFrA99VbvT2KI0CAAAECBPoIOH9xWBAgQIAAgfkLzPPzd9LAq/JMlhLQVMKT6q83JCnPZvnj2g83CpZqBiJ9Ocmzk3x1SP4SjnVBre1GgVldC7wqtocmuWVIiy2TnJHkebX2zTCruyQpz8UpwVhrr9OTHN57Vs7tQ85TmpXgrLN7893o4fRuAAAgAElEQVSrF1B2XZJ/SPLR6v/WhxF4NQKqpgQIEOiowDzPX6ZOJPBq6qQGJECAAIEJBK7qJTqvpUGXYQ5J8tYJxtOVAAECBH4i8Mgq7OoeDZBx0uaZEiBAgACBeQi0/YZb2+ubxx6ZgwABAgQIECAwjMDuSc5PskWt8duTvKj233eqvuzz4trPyvnWbtUXcYaZRxsCBAgQaIeA6+V27IMqCBAgQIAAAQIECBAgQIAAAQIECBAgQIAAAQIECBAgQIAAAQIECBAgQIAAAQIECBAgsGwCvq++bDtqPQQIECBAYPkFnL8s/x5bIQECBAi0T2Cen7+TBl4VvRKwdGqSF9YoSzjTbUn+a+1nowRelW47Jfn0ENvTL7xpmQKvSpDUnr0/XxnCojR5VJIP94Ko7lO1X6//s5J8oDZmabd3kmuHnKc0e3KSi5NsVfW5McnTe3++2BhD4NUIqJoSIECgowLzPH+ZOpHAq6mTGpAAAQIExhTYppde/C+Nvr+e5OtjjqcbAQIECPxEYLskl9ZumK25HNv7H6+DRIAAAQIEWirQ9htuba+vpduqLAIECBAgQGDFBP5bks8k+eXauj+X5ElJbm1YlC9Z/VkV2r321v9K8tAk5Qs5XgQIECDQDQHXy93YJ1USIECAAAECBAgQIECAAAECBAgQIECAAAECBAgQIECAAAECBAgQIECAAAECBAgQIECgawK+r961HVMvAQIECBAg4PzFMUCAAAECBOYvMM/P32kEXhWhByZ5X/Xs2PXENgq8KoFJb0myf63zq6ograZHc/zyXJcLqhrW3lumwKuyplOSvDbJ7QMOx37hY6cnObxP3/sleU+Scgysvc6s2jafqdNv2vIsnrOT7F5788IkL0ryvUYHgVfz/z1iRgIECMxbYJ7nL1Nfm8CrqZMakAABAgTGFHhJkjfX+v5VkseNOZZuBAgQIPATgd9OclmSEipYf52Y5EhIBAgQIECgxQJtv+HW9vpavLVKI0CAAAECBFZE4K5JPp7ksbX1fivJU5J8YR2DR/UCrj6Y5Fdr71+ZZOfefYwfrIibZRIgQKDrAq6Xu76D6idAgAABAgQIECBAgAABAgQIECBAgAABAgQIECBAgAABAgQIECBAgAABAgQIECBAgEA7BXxfvZ37oioCBAgQIEBgfQHnL44OAgQIECAwf4F5fv5OK/Cq5ETsm+S8Dbg2Crwq/Uug0/G1/lcnOTDJdRuMWZ7vUoKydmu0WbbAq1uSHJLkvUl+tI7H5r2gqVcmeUPt/RuT7J3k0336FPOXJfnTxnuvS3Jykts2cO83V6mxBJZd0qefwKv5/x4xIwECBOYtMM/zl6mvTeDV1EkNSIAAAQJjCpRAlvLg0rVXSS9+45hj6UaAAAECyf+V5NLeTbX/1sAo6fKvBkSAAAECBFou0PYbbm2vr+XbqzwCBAgQIEBgBQTK/YfDkqz9W+R/Vl/UefuAtZcv+pQvCNX/DfOYJMetgJklEiBAYBkEXC8vwy5aAwECBAgQIECAAAECBAgQIECAAAECBAgQIECAAAECBAgQIECAAAECBAgQIECAAAECBNonMO/vqx/V+P9p2uhhz2tazQddl5/vl+T8DTi3SHJqkoNqbS6vHnR9c/u2QUUECBAgQIDACALzPn8ZoTRNCRAgQIDA0grM8/N3WoFXZTO2TvLmJAesszMbBV6VLqWW8vzZrWr9P57kNb1Aqy8lqbtsluR3k7w+ySP7zLdsgVdliSVQqjzn/LResNX3Gmu+T5I/rkKx6m+Ve0Mn9d67Y509+eUkZyfZvfH++6rwsa823Euz+/WeqXNsn30+M0l5FvutfeYSeLW0v64s7P9j717A7inn/Y+//0WhXSlFOSWHTUKORSgqKaSTdD7QSTqpSLFJIomKCkXtopPOyaGiEMohNmUjx2rv/CnUdkhKuf7z/bvHHtN6njXrWbNmzax5z3X9Lv2eNXPf3/t1zzOn3zIfBRRQ4B8CTV6/1M5u4FXtpDaogAIKKLAAgWWB8j+uP3lICvQCunETBRRQoDcCjwAiSPAppREfnx1v9+6NggNVQAEFFOiyQNsfuLW9vi7PvbUroIACCiigQPcFXgGcm31p5wGFoRydffnngApDWyx9IaoY1h3XXhtlX5L6bIXtXUUBBRRQYLoC3i9P19/eFVBAAQUUUEABBRRQQAEFFFBAAQUUUEABBRRQQAEFFFBAAQUUUEABBRRQQAEFFFBAAQUUUECBWRVo+vvqBl7N6p7kuBRQQAEFFGhOoOnrl+ZGZk8KKKCAAgq0V6DJ82+dgVch+jTgk8AqA3iHBV4NCtTOm7kiC7i6ErgbeDSwLvDEQh8RtvSXLAhq//SzWQq8eg+wUxZMFaFWsdyW3l/zgyyUatEU+BUexaCwWO+09J6c3wzZ1WOuTsnCxtYYsF4EjV2e3rke79NZO9mXV41gsj2yEKxfzNGXgVftPd5YmQIKKFCXQJPXL3XV/I92DLyqndQGFVBAAQUWILBjljB8amG77wHPWEA7bqKAAgooAJHyfgnwrBLGR4HdBVJAAQUUUKAjAm1/4Nb2+joyzZapgAIKKKCAAjMoEF9s+g6wXGFs8cWa7YFbK443nm2cB6xVWP9nwMbADyu24WoKKKCAAtMR8H55Ou72qoACCiiggAIKKKCAAgoooIACCiiggAIKKKCAAgoooIACCiiggAIKKKCAAgoooIACCiiggAIKzLpA099XN/Bq1vcox6eAAgoooMDkBZq+fpn8iOxBAQUUUECB9gs0ef6tO/Aq8iJ2AeLdseVlWOBVrP+E7H0vxwPrjzBNH8vCrg4C9gTembabpcCrFwFPBQ4fEGo1F1MEgMVzoQjHqrIsxD1vN97Jsxfw03k6MvCqyiy4jgIKKNBtgSavX2qXMvCqdlIbVEABBRRYgEC8vHTzwnaHAXEj7aKAAgooMJrA0ins6nmlzT6eUuVHa821FVBAAQUUmJ5A2x+4tb2+6c2cPSuggAIKKKBAnwWWAs4BXlpA+K/07PfbI8I8Mwu8+iIQzzry5XxgV+D2EdtydQUUUECB5gS8X27O2p4UUEABBRRQQAEFFFBAAQUUUEABBRRQQAEFFFBAAQUUUEABBRRQQAEFFFBAAQUUUEABBRRQQIE+CTT9fXUDr/q0dzlWBRRQQAEFJiPQ9PXLZEZhqwoooIACCnRLoMnzb92BVyG9DHAisEWJvUrgVWyyPHAA8PohAU8R5vQu4ATgzhTwNIuBVy/I3oPzdWCzNN4nzrM7/ziFfsX7be4acbdfAtgteyfOvsBKFbbN/SPc7I4h6xt4VQHUVRRQQIGOCzR5/VI7lYFXtZPaoAIKKKDAiAL3z26E/wgsXthudeCaEdtxdQUUUKDvAg8ALgXWLkGcBWzTdxzHr4ACCijQOYG2P3Bre32dm3ALVkABBRRQQIHOCyyafVnnYOCwwkjuTQFVpyxwdPE843Sg+O+Z8QWsw7MvSkXbLgoooIAC7RPwfrl9c2JFCiiggAIKKKCAAgoooIACCiiggAIKKKCAAgoooIACCiiggAIKKKCAAgoooIACCiiggAIKKKDALAg0/X11A69mYa9xDAoooIACCkxXoOnrl+mO1t4VUEABBRRoh0CT599JBF6F4rOB80rBSVUDr2L7eE9LhC69GlgHeA6wLHATcG32988CF2WhWLcWpqz4HCTW2RKIAKjysm16F0z+81HqKj9r2Q44o8JuM0rgU7m+CLy6KvUR7WwObASsWTD5JnAh8DngDxXqmW+VCL6K/WJj4KmZ89MLwWPfAK5Pc/vVEfoaZfxjlu/mCiiggAJTEmjy+qX2IRp4VTupDSqggAIKjCgQCceRXJwvP89uXB8/YhuuroACCvRdYBHgEmD9EkQcX1/VdxzHr4ACCijQSYG2P3Bre32dnHSLVkABBRRQQIFOC2yYvsy0WGEUx2Rfrtl/zFGdBOxcaOOv6VnHxWO26+YKKKCAApMR8H55Mq62qoACCiiggAIKKKCAAgoooIACCiiggAIKKKCAAgoooIACCiiggAIKKKCAAgoooIACCiiggAIK9F3A76v3fQ9w/AoooIACCnRPwOuX7s2ZFSuggAIKdF/A82/359ARKKCAAgoo0DeBTl+/GHjVt93V8SqggALtEzgF2KlQ1geA/dpXphUpoIACrRb4NPCKUoWfScnxrS7c4hRQQAEFFJhDoO0P3NpenzuWAgoooIACCijQpMDKwJeAlQqdfgN4MfCXMQtZHIi2nl5o55fAS4EfjNm2myuggAIK1C/g/XL9praogAIKKKCAAgoooIACCiiggAIKKKCAAgoooIACCiiggAIKKKCAAgoooIACCiiggAIKKKCAAgooAH5f3b1AAQUUUEABBbom4PVL12bMehVQQAEFZkHA8+8szKJjUEABBRRQoF8Cnb5+MfCqXzuro1VAAQXaKPBb4CGFwtYFvtjGQq1JAQUUaKnAecDmpdo+D2wI/K2lNVuWAgoooIACwwTa/sCt7fUN8/VzBRRQQAEFFFCgLoGlsjCqi1K4Vd7mH4DVgBtr6iTaugpYotBePEOO8O87a+rDZhRQQAEF6hHwfrkeR1tRQAEFFFBAAQUUUEABBRRQQAEFFFBAAQUUUEABBRRQQAEFFFBAAQUUUEABBRRQQAEFFFBAAQUU+GcBv6/uHqGAAgoooIACXRPw+qVrM2a9CiiggAKzIOD5dxZm0TEooIACCijQL4FOX78YeNWvndXRKqCAAm0TeAkQoSz5civwsLYVaT0KKKBAiwXOBLYu1XclsAHwlxbXbWkKKKCAAgoME2j7A7e21zfM188VUEABBRRQQIG6BN4LvAko/pvjVsDZdXWQ2tkdOA64f/p7hHwfnfquuSubU0ABBRQYQ8D75THw3FQBBRRQQAEFFFBAAQUUUEABBRRQQAEFFFBAAQUUUEABBRRQQAEFFFBAAQUUUEABBRRQQAEFFFBgTgG/r+7OoYACCiiggAJdE/D6pWszZr0KKKCAArMg4Pl3FmbRMSiggAIKKNAvgU5fvxh41a+d1dEqoIACbRM4Fti7UNTJwC5tK9J6FFBAgZYKnArsWKrt68CGwO9bWrNlKaCAAgooUFWg7Q/c2l5fVWfXU0ABBRRQQAEFxhGIEO4TgSULjZwE7DpOo/NsezywZ+HzO4DtgQsn1J/NKqCAAgqMLuD98uhmbqGAAgoooIACCiiggAIKKKCAAgoooIACCiiggAIKKKCAAgoooIACCiiggAIKKKCAAgoooIACCigwXMDvqw83cg0FFFBAAQUUaJeA1y/tmg+rUUABBRToh4Dn337Ms6NUQAEFFFBglgQ6ff1i4NUs7YqORQEFFOiewA3AYwplbwJ8qnvDsGIFFFCgcYF4mfRupV6/k8KuftN4NXaogAIKKKBA/QJtf+DW9vrqnxFbVEABBRRQQAEF/llg1RQ09YTCj68GXgzcPSGshwFnAusU2r8VeBZw84T6tFkFFFBAgdEEvF8ezcu1FVBAAQUUUEABBRRQQAEFFFBAAQUUUEABBRRQQAEFFFBAAQUUUEABBRRQQAEFFFBAAQUUUEABBaoJ+H31ak6upYACCiiggALtEfD6pT1zYSUKKKCAAv0R8Pzbn7l2pAoooIACCsyKQKevXwy8mpXd0HEooIAC3RN4HhAvQM2XPwNLAn/r3lCsWAEFFGhU4Dhgr1KP/wlsAPyy0UrsTAEFFFBAgckJtP2BW9vrm9zM2LICCiiggAIKKAD3Ay4H1i5g/BewGRCB3JNc4rny2cCjCp18FXgZ8KdJdmzbCiiggAKVBLxfrsTkSgoooIACCiiggAIKKKCAAgoooIACCiiggAIKKKCAAgoooIACCiiggAIKKKCAAgoooIACCiiggAIjCvh99RHBXF0BBRRQQAEFpi7g9cvUp8ACFFBAAQV6KOD5t4eT7pAVUEABBRTouECnr18MvOr43mf5CiigQIcF3g28pVB/vKR0qw6Px9IVUECBJgTeDxxQ6ugnwIbAL5oowD4UUEABBRRoSKDtD9zaXl9D02Q3CiiggAIKKNBTgfLziTuBfYCTGvLYHTgWWKzQ33uBtwL3NlSD3SiggAIKDBbwftk9QwEFFFBAAQUUUEABBRRQQAEFFFBAAQUUUEABBRRQQAEFFFBAAQUUUEABBRRQQAEFFFBAAQUUUGASAn5ffRKqtqmAAgoooIACkxTw+mWSuratgAIKKKDAYAHPv+4ZCiiggAIKKNA1gU5fvxh41bXdzXoVUECB2RG4DnhqYTjbA6fPzvAciQIKKFC7wOHAwaVWbwI2yAIDr6+9NxtUQAEFFFBgugJtf+DW9vqmO3v2roACCiigwGQE3gRcA3x5Ms3bakWBVwJnAw8orH8ysEvF7eta7RjgDYXG7gE2By6uqwPbUUABBRRYkID3ywticyMFFFBAAQUUUEABBRRQQAEFFFBAAQUUUEABBRRQQAEFFFBAAQUUUEABBRRQQAEFFFBAAQUUUECBIQJ+X91dRAEFFFBAAQW6JuD1S9dmzHoVUEABBWZBwPPvLMyiY1BAAQUUUKBfAp2+fjHwql87q6NVQAEF2iLwlOzlo98vFfNg4PdtKdA6FFBAgZYJvAM4pFTTr4ANgWtbVqvlKKCAAgooUIdA2x+4tb2+OubANhRQQAEFFGiLQNz7xn3x6sAFKdSoLbX1rY6HA98GViwM/ErgZcCfG8ZYBrgIWKvQ7y3AmsAvGq7F7hRQQAEF/lfA+2X3BgUUUEABBRRQQAEFFFBAAQUUUEABBRRQQAEFFFBAAQUUUEABBRRQQAEFFFBAAQUUUEABBRRQQIFJCPh99Umo2qYCCiiggAIKTFLA65dJ6tq2AgoooIACgwU8/7pnKKCAAgoooEDXBDp9/WLgVdd2N+tVQAEFZkPgYODwwlA+B7x8NobmKBRQQIHaBcrHzOjgdyns6prae7NBBRRQQAEF2iHQ9gduba+vHbNoFQoooIACCown8Ohs8wi6ek2pma2As8dr2q0XIHC/LEzq88CLC9venJ7rXreA9urY5MlZPRG4tVyhsSuAVwO31dGBbSiggAIKjCzg/fLIZG6ggAIKKKCAAgoooIACCiiggAIKKKCAAgoooIACCiiggAIKKKCAAgoooIACCiiggAIKKKCAAgooUEHA76tXQHIVBRRQQAEFFGiVgNcvrZoOi1FAAQUU6ImA59+eTLTDVEABBRRQYIYEOn39YuDVDO2JDkUBBRTokMBV2ctR1yzUuwdwQofqt1QFFFCgKYEDgPeXOvsTsAEQx1IXBRRQQAEFZlWg7Q/c2l7frO4XjksBBRRQoD8CcT/8b8CDBwz528Bz+kPRipHGvye+M81JXtBfge2Ac6Zc4bbA6aUajgTeAtw75drsXgEFFOijgPfLfZx1x6yAAgoooIACCiiggAIKKKCAAgoooIACCiiggAIKKKCAAgoooIACCiiggAIKKKCAAgoooIACCkxewO+rT97YHhRQQAEFFFCgXgGvX+r1tDUFFFBAAQWqCHj+raLkOgoooIACCijQJoFOX78YeNWmXclaFFBAgX4IrATcWBrqo4Cb+zF8RzmHwAOBFwIbA88DnpHW+y5wLXAW8FXgzgYFl0o1vQpYrVDTbcA1KWzoQuCHwN8arGu+rt6WXj68kHK+AfwO+GY2B5cB38teDHz3Qhpym9oE9gKOK7UWc7Ih8MXaerEhBRRQQAEF2inQ9gduba+vnbNqVQoooIACCgwXiIDnQ4DnzrHqSele+brhTblGjQIbAecD9y+0+UHgjVkI1j019rOQpuLfOj8C7F7YOJ4h7gKcuZAG3UYBBRRQYCwB75fH4nNjBRRQQAEFFFBAAQUUUEABBRRQQAEFFFBAAQUUUEABBRRQQAEFFFBAAQUUUEABBRRQQAEFFFBAgTkE/L66u4YCCiiggAIKdE3A65euzZj1KqCAAgrMgoDn31mYRceggAIKKKBAvwQ6ff1i4FW/dlZHq4ACCrRBoBzgEiFGa7WhMGuYikBci7wYOAJ4zpAKfpzCnOLlundNsNoI39oN2A+IgLZhy2eACJqKgKhpL+MEXpVrb8p72mZt7T/2wRMHFBdhV5e2tWjrUkABBRRQoEaBtj9wa3t9NU6FTSmggAIKKNCIwCOzXt4B7DxHb1emoKt4LuTSrMCTsud2nwUeW+j2a0CEYP1Ps6XM2dtiwNXAswpr/BzYFPh+S2q0DAUUUKAvAt4v92WmHacCCiiggAIKKKCAAgoooIACCiiggAIKKKCAAgoooIACCiiggAIKKKCAAgoooIACCiiggAIKKNCsgN9Xb9bb3hRQQAEFFFBgfAGvX8Y3tAUFFFBAAQVGFfD8O6qY6yuggAIKKKDAtAU6ff1i4NW0dx/7V0ABBfoncFn28tH1C8M+EHhf/xgcMXA/YEfgGGDJEUQ+CLwVuGOEbaquunxWy1HA9lU3SOvdBOyRgojKF4cjNjXW6nUGXuWFTNJ7rMHO8Mbxe3HqgPFtAnxqhsft0BRQQAEFFCgKtP2BW9vrc29SQAEFFFCgSwIROv6mLPh5xQFF35qeHR0L/LlLg5qRWpcGPg5sXBjPbcAawM9aNsanAJcDDyvU9ZX0LPqultVqOQoooMAsC3i/PMuz69gUUEABBRRQQAEFFFBAAQUUUEABBRRQQAEFFFBAAQUUUEABBRRQQAEFFFBAAQUUUEABBRRQQIHpCfh99enZ27MCCiiggAIKLEzA65eFubmVAgoooIAC4wh4/h1Hz20VUEABBRRQYBoCnb5+MfBqGruMfSqggAL9FVgW+F1p+KsA1/eXpNcj3wr4aCns6qwU9HMtcA/wuPRC3dcBsf/ky+HAIWmduhCXAI4EXl9o8I/AGcCFQF7TQ9OLcncGnlpYN0KvIqjoyroKWkA75cCr04H/rNjOo4FnZqFdzx2w/kEpCCzmxGWyAlsDZw7o4tXAuZPt2tYVUEABBRRolUDbH7i1vb5WTabFKKCAAgooMIfA+sDBwIvm+Pzfs+dBEXQVz2RcpiNwBPDmQtfxbGibFj+j2BX4EHD/VHNcs30Y2Gs6fPaqgAIK9FLA++VeTruDVkABBRRQQAEFFFBAAQUUUEABBRRQQAEFFFBAAQUUUEABBRRQQAEFFFBAAQUUUEABBRRQQAEFJi7g99UnTmwHCiiggAIKKFCzgNcvNYPanAIKKKCAAhUEPP9WQHIVBRRQQAEFFGiVQKevXwy8atW+ZDEKKKDAzAtEGNCphVF+D3jGzI/aAQ4SeAwQYUzPTx9GsNR+wMfnCLF6VnpZ7RqF9TcFrqiRd9tUU95kvEx5zyzc6uosXKt8wRfrRABXvPQ3XqSbLxenv99aY12jNFUOvNouBXZVbSOuDeN38j0p1Cvf7ldZMF0ElH2lakOutyCBzYHzBmw56jwuqHM36qVA/M6vBGwCrAusmY5ttwHXAF8EzgEi0G/QcbBJtAglPCYdY09M54w7myyg0NfiKSBxn8LPLgd2AOJ42eXlicDZWdDjamkQbwcO6/KArL3TAm1/4Nb2+jo9+RavgAIKKDDzAg8H4hlGBJwPWq4CPjDHPfLM47RogPEsN8Kj4n4sXz6SnpdN+x5xPqZTgJ0KK/w57WuntcjWUhRQQIFZFvB+eZZn17EpoIACCiiggAIKKKCAAgoooIACCiiggAIKKKCAAgoooIACCiiggAIKKKCAAgoooIACCiiggALTE/D76tOzt2cFFFBAAQUUWJiA1y8Lc3MrBRRQQAEFxhHw/DuOntsqoIACCiigwDQEOn39YuDVNHYZ+1RAAQX6KxBBLhHoki8RoBBBCi79Eojrjwi3Oqow7IPS3++Zh2KdFEi1YlrnWOBA4K4a+JYBTgYiRCuWCHeJl/peOaTtpYDjUshJvmrs4xfUUNNCmhg38CrvcwXgpCzw5uWFIur0XsjYZn2bVwCfHjDInYF/n/XBO76pCERoXxxDX58df5ccUsEnssCrQ7IXht84lUohzhtbAyekWqcdeLUqcG4WDLVKyWOax/8qU7M8sA0Q83n7HBv0KfBqkSzIMa4tHgREYKVL+wTa/sCt7fW1b0atSAEFFFBAgb8L7Jv+rDwA5E/A4elZS/y3y/QEnp3ueyK0Pl8iHP4FQNvn5oHAZcALC7XfnIKefzI9UntWQAEFeiPg/XJvptqBKqCAAgoooIACCiiggAIKKKCAAgoooIACCiiggAIKKKCAAgoooIACCiiggAIKKKCAAgoooIACjQr4ffVGue1MAQUUUEABBWoQ8PqlBkSbUEABBRRQYEQBz78jgrm6AgoooIACCkxdoNPXLwZeTX3/sQAFFFCgNwL3Ty9DXaww4tWzQJ1reiPgQHOB5YDTgA3SD76ZgkxuGEIUgSwfArZP612dgjsinGrc5fnAJYXQl3i5coS7zBfAlfcZ+/FFQB7E9WHgAOAv4xa1gO3rCryKrjcDzi/UUKf3AoY205usn/a/CF8pLnukgJ+ZHryDm4rASul4Wgy1G1bIj4HdsoCgrwxbcQKfrw18HIi6Y5l24NXuc/xungrsBdwxAYNxmlw8BY5GyGiElm0L/G6OBvsSeBUv7T80BVZuB5wxDrDbTkyg7Q/c2l7fxCbGhhVQQAEFFFigwHrA/sCGc2wf19MRtv3dBbbvZvUJLA1cmAXBv7jQ5C3p7z+qr5uJtrRGCux6VKGXq4C4v7x3oj3buAIKKKCA98vuAwoooIACCiiggAIKKKCAAgoooIACCiiggAIKKKCAAgoooIACCiiggAIKKKCAAgoooIACCiiggAKTEPD76pNQtU0FFFBAAQUUmKSA1y+T1LVtBRRQQAEFBgt4/nXPUEABBRRQQIGuCXT6+sXAq67tbtargAIKdFegHJ7zc+Dx3R2OlY8h8Czg04WAqGOycKiDgLuHtLkocBhwcFrv+8CrgevHqCXfdD/g6F5/6/QAACAASURBVEI7EUD0hYrtLg+cCcSLm2O5bEiYSMVmF7RanYFXD08BIC8qVPICIF4O7FKfQLxo+VLgAaUm3wB8sL5ubEmBfwjEMSsCozYtmESYVfws9sVbgQcCa6UwoJcW1osXm2+VBeJd16BnnDMi7DBeVp4v0wy8WgY4ueAXYYBrpsJ+BWwCfKtBn2FdxbHlCGDfiueoPgReRVBlhFwum0wMvBq2F03v87Y/cGt7fdObOXtWQAEFFFDgnwVWAN6cha7unT3XiWc75SUCruKa9RzhWiPwgcI9RBQVoe4R7hv3Ql1aXgNEMH3xmcuR6Tlk+VquS+OyVgUUUKDtAt4vt32GrE8BBRRQQAEFFFBAAQUUUEABBRRQQAEFFFBAAQUUUEABBRRQQAEFFFBAAQUUUEABBRRQQAEFFOimgN9X7+a8WbUCCiiggAJ9FvD6pc+z79gVUEABBaYl4Pl3WvL2q4ACCiiggAILFej09YuBVwuddrdTQAEFFBhV4BRgp8JG8eLUCBly6Z/AI4HnZKFXEWLyXODULPzs9AoM5cCrnwKvqiF4JV56e1QW8vL6VMO1wJZABMBUWSIYJkK7dl/g9lX6qLpOnYFXD0qBS7sUOt8YuLhqMa43VOB5KXRl6dKaBwLvG7q1KygwukDc/+0DxDk4Xz4L7AncNKC5OL7F/viOwmdxzI4Xnd8xevcjbRG1RiDcCUCEMBWXaQZePT/93i6ZHfcj4Gp/IALq8kCuA9I5oS0vTy+fo6YZyjjSDjDBlWMOv1Zo38CrCWKP2XTbH7i1vb4x+d1cAQUUUECBWgTiWUncgzx5QGt/A94OHJddV/+hlt5spA6BrVMAev7vh3HNE6FREVjWlvucquOMZ4kfAXYtbBBjeCXwmaqNuJ4CCiigwMgC3i+PTOYGCiiggAIKKKCAAgoooIACCiiggAIKKKCAAgoooIACCiiggAIKKKCAAgoooIACCiiggAIKKKCAAhUE/L56BSRXUUABBRRQQIFWCXj90qrpsBgFFFBAgZ4IeP7tyUQ7TAUUUEABBWZIoNPXLwZezdCe6FAUUECBlgv8NnuB7UMKNa4LfLHlNVteuwQiFOikFHIVlV0NbDNHSMsolUcYSLSzHrBcCnHZOXuR7+8qNhKhJx8Ctk/rz1fXtqVwr7pDW+oMvCqHpMTwtgLOHuIS20Xwy/op0Gw1YNm0zW1ABIp9Iws9i5CdbwL3zNHe6sBFwIrp84WE7ESo3tFp+wim2Sj7852K8zrp1SLw7ZJs31m+1FHM4bsm3bnt91Zg5Sw86qxCOFP8Dr4mC/n70TwiS6QAp/wF4fG7tAnwrQkqLp6Oy+8vHD+K3dV97Kw6lHhZ+iFA/J7GcjkQoYAHF0IP42c7pDCsqu1Ocj0Dr+6ra+DVJPe4ettu+wO3ttdX72zYmgIKKKCAAqMJvCgFJG02x2bnAu9t0T36aKOb3bUfk57bLFUY4jXZ/d/LsuDjeLbbxSWeSUV4e9wH5Mut6e8/6+KArFkBBRTogID3yx2YJEtUQAEFFFBAAQUUUEABBRRQQAEFFFBAAQUUUEABBRRQQAEFFFBAAQUUUEABBRRQQAEFFFBAAQU6KOD31Ts4aZasgAIKKKBAzwW8fun5DuDwFVBAAQWmIuD5dyrsdqqAAgoooIACYwh0+vrFwKsxZt5NFVBAAQUqC0TwzWWFtW8BVqi8tSsq8HeB2I/OAyJgKpZjgQOzoJG7pgy0EnAmsGaqI4KcIvzq9gF1dSnwahngNODlhXG8ALhqDu8IxdktG/e+QJhUWeKlyQcBX8pCZMoX1dHe8cBOqaGfprCz66o0DET9J2cvat40rb+QwKyKXY282lOyMLBLgUeUtjwMePvIrbmBAtUFysegA1KYVfn3r9ziS7Jj3OcLP9w/bVe95+prxgvWD02hUXNtNa3Aq/Lx/ph0DNuiFGa4OXBB9SFPdE0Dr+7La+DVRHe5Whtv+wO3ttdX62TYmAIKKKCAAhUFHpaeC+wDxH19eflx9oN3AJ+s2J6rNSfwIOArQAR058svU+Dxt5srYyI9PTE9z3pIofV4Vh33bndMpEcbVUABBfot4P1yv+ff0SuggAIKKKCAAgoooIACCiiggAIKKKCAAgoooIACCiiggAIKKKCAAgoooIACCiiggAIKKKCAApMS8Pvqk5K1XQUUUEABBRSYlIDXL5OStV0FFFBAAQXmFvD8696hgAIKKKCAAl0T6PT1i4FXXdvdrFcBBRTopkAEE+1dKP0kYNduDsWqpyCwCLBu9qLk9wGrpf5vSuFHbXjh7mbA+QWX9wBvy/7cO8CqS4FXT0sBY09I47gW2BKIl1OXl3ih9XFAhL6MusRc7ghcOWDDnYE4XuTLKCE7EWhySSEgbTvgjFGLm8D6/5rqemyp7fem4JwJdGmTCvx/gcWAI4D9ksevgI2yP9+p4FM+HkQgVfwZFpRVoel/rBIvHn9t+j1YtrDhH1PdGwAvTD+fVuBV+XifB1vFy9PPLpyj2hSwZ+DVffdCA69G+c2c7rptf+DW9vqmO3v2roACCijQR4EdgAi6KgYmFR0OB47M7kl+30ecDow5nru9sVDn37JnQFsD53Sg9iolxjOrCFqL54z5EmM+sMrGrqOAAgooMJKA98sjcbmyAgoooIACCiiggAIKKKCAAgoooIACCiiggAIKKKCAAgoooIACCiiggAIKKKCAAgoooIACCiigQEUBv69eEcrVFFBAAQUUUKA1Al6/tGYqLEQBBRRQoEcCnn97NNkOVQEFFFBAgRkR6PT1i4FXM7IXOgwFFFCg5QI3AI8p1LgJ8KmW12x50xWIa5QHp/CQ3dILdvOKIvzkdcBZNYetLGTEK6RAppenjaO2TbNQlivmaKwrgVf3S2E2bymMY64AlyXSC6tfX1g3QrFOSSFWPwfiJcnR5irAS9L8FQNtLgfixdgRwFNcVk7zvEb64YVAhGDdPmSyFs32jUNS8Fis+s20D8WxaJrLSsCl2QuWn1Qq4gOFEKJp1mffsy1w//Ti+WcCz0nH2Di+/qbCsMuBV/MF+1VobuAqERT4ztIncSx5AxDhhqcDL02fTyPwKo51xwM7pRqKIYCLp+NgvNw/ljiWxbXOtxaKUeN2Bl7dF9PAqxp3sAk31fYHbm2vb8LTY/MKKKCAAgr8QyDu2eNaeJs5TD6b/fwd6bpetnYKvAo4t1RaBHPHfdpf21nyyFXFs6JjgL0LW/45PaM6beTW3EABBRRQYD4B75fdPxRQQAEFFFBAAQUUUEABBRRQQAEFFFBAAQUUUEABBRRQQAEFFFBAAQUUUEABBRRQQAEFFFBAAQUmIeD31SehapsKKKCAAgooMEkBr18mqWvbCiiggAIKDBbw/OueoYACCiiggAJdE+j09YuBV13b3axXAQUU6J7A84CrC2XHi0SXTAE43RuNFU9aoBzMUe7vGuAg4EstCLuKAKcDgCMKRcbLgXevEMg0KcdyYMx2wBkjdhbBLRGC8+70u5pvvjlwwYC2NgbixcDxex1LhNntCfxynn4fCxwL5EFhser6wBdK2yw0RGZF4BPAeqm9eKFx7Dd3j2hR5+pR0yUpxK3Y7oeTV5192ZYCdQu8shRUuX96UXid/ZSPX/E7/G9ZyN1/Aw9Jx7KFBl6Vt4+6X5AF8F01wgBWTS+Aj+C+WOIYdiBwV/r7ZsD5hfYOS8GB947QR3HVuFePkLwIzloXWDPrM4ICI1jxeylQ8CLgu3NcUw0KEBtUSjk87IlZOOHZhWPV24EYSyzxgvj474PT3xcS7FVuv+xYrjHOtc8ANsgCA5+bzUHMQ7jEklt8P+2fXwXunMO73O980zJs31gEeHIKuIzwrAiQK87N17KfRahDhC3es8D5d7O/C7T9gVvb63M/UkABBRRQoEmBeE7zolKHN2fXqnE9GYHYLu0ViFDkeJbzyEKJMZ+vBn7b3rIXVNnS2f1V3Dc8tbD1z1JIegQtuyiggAIK1CPg/XI9jraigAIKKKCAAgoooIACCiiggAIKKKCAAgoooIACCiiggAIKKKCAAgoooIACCiiggAIKKKCAAgoo8M8Cfl/dPUIBBRRQQAEFuibg9UvXZsx6FVBAAQVmQcDz7yzMomNQQAEFFFCgXwKdvn4x8KpfO6ujVUABBaYhcHghGCH6jxCFraZRiH12QmCZFJ5UDELKC78JOBr4JHDrlEcT11BbAycUgp6ivh1TCMm0ylto4NViwEOBtYAdgDxUJh/HXEFeSwDHAzulFcPgVUCVlwSXw2HmCtCJoJcLC84xxgjjKl+EF82L4TwRiLIpcMW0JiWF9UTYVYSiFJeTgV2mWJddK1BFYKlsHz4uHRti/YWEHFXpJz9+RbDhW7Lj0RcLQU7TDryKY/5+2XHoqMJAyiGAD0+hXPlL/r8MbJsFCP7fKoMvrfP0FAwQx65hy2eAN2XXVteXVpxE4FV0sZBjcrG0nbMX6Z9U+EGEJl48YJAReBjniQjXKr6Mfj6PH6eQsThnlYOm6gq8irmJ0K9XDJuYLNSxTSGdFcpt5Sptf+DW9vpaOakWpYACCigwswIvS6Gf+QA/ALxzioHgMwtd88DiWdDHU8Bs3vTt6bo/wnVncYkQ469kz7OWKwwuntlEaPxtszhgx6SAAgpMQcD75Smg26UCCiiggAIKKKCAAgoooIACCiiggAIKKKCAAgoooIACCiiggAIKKKCAAgoooIACCiiggAIKKNADAb+v3oNJdogKKKCAAgrMmIDXLzM2oQ5HAQUUUKATAp5/OzFNFqmAAgoooIACBYFOX78YeOW+rIACCigwaYHrSkEF8fLQMybdqe13VqAcGDJoIPHy2XelsKk7pzTStdMLgVcq9H9QCkMph2w0WWLVgJNRavom8BrgRwM2KgeIHAscmAWU3FWhgycB5xSOD29PISLlTVcEPgGslz64PAXvROjOoCVCUo7MXlK8T/rwUmB74LcVaprEKv8CRA3PLzV+WiFAaBL92qYCdQgsn36n31hoLEKf3lrx93yUGvYEfg1EgFP5GDLtwKsIY4yAujyA6mpgm+zYGCF/+bJoFsR3CBDH4Xwph2IN84j78y2BDwHLDlu58HkEPe2WXtqe/7jq+eDEFOaVn0/Lx/XysTleCh/Hrw0qHpOLwyiHJM51PI/1Ithw3xEM8lUj5PB1wFmlYMRxA68WSYGtEf42ytxEPRGQdcyAEK4FDK93m7T9gVvb6+vdDuOAFVBAAQWmLnAKEM9J4hrya1OvxgKGCdwvXavG86x8ieubuNeJsPlZXnZNwc7xDClf3p/ChGd53I5NAQUUaErA++WmpO1HAQUUUEABBRRQQAEFFFBAAQUUUEABBRRQQAEFFFBAAQUUUEABBRRQQAEFFFBAAQUUUEABBRTol4DfV+/XfDtaBRRQQAEFZkHA65dZmEXHoIACCijQNQHPv12bMetVQAEFFFBAgU5fvxh45Q6sgAIKKDBJgacA3y918OAsWOH3k+zUtjstsALwzBSu9AdgKeBZwC7AS0sj+3AKYrmjwRHHtdOLgX9PL3HOu55GLYOGXTXgpCpZBM+8KQv5uH6ODZ4AbJFCqx4DHD9CoN2wUJW8yzDfL4WJxc8iPCRCZ66Yo6aVU9DJGunzA1LQSPmivarBOOstBlyShdCsU2rk7BScMk7bbqvApARiv30EsAmwe/b7FL+r+fKp9LNbJtX5HO1OO/BqXeDC7Di0ZKovAowOzcKt7i3VG8F28Tufr3dqFra3V3YcrXqe2gr4aGH7aD6uoyJs6/PArcAD03lob+A5hf7L4YQRthcvb39Aeol9BBfGEsfOCIS6Pf09QhrjfJsfI4cdm0c9JheJngacl50n4twRS5yzItiqeHyOl+7HcfuIwoYRdHlCFhz4hXR9EDVHANXjgAigjLEV99MIaIxz0w8KbUS7MS+xXbjFPOVLhIVdUPh7nGfuLvw9xrx1qiGf2/j4snTOizCHMIy5iWvfWDfOU8V12xCK2fCvbS3dtf2BW9vrq2USbEQBBRRQQIERBOI665oR1nfV6QrENXMExUZ4b75EIG7cL/Rh+Riwc3Zvl/87adwDxN9P78PgHaMCCigwYQHvlycMbPMKKKCAAgoooIACCiiggAIKKKCAAgoooIACCiiggAIKKKCAAgoooIACCiiggAIKKKCAAgoooEBPBfy+ek8n3mEroIACCijQYQGvXzo8eZaugAIKKNBZAc+/nZ06C1dAAQUUUKC3Ap2+fjHwqrf7rQNXQAEFGhE4GDi80NPnshffvryRnu1k1gQiqGLbLADraGDZwuDekP392FJYxqTGHtdNGwAfKYVdxd/fnIKYJtV31XbrCryKoKsPZUEiXwLuqtr5kPXCLwLvIpRkLWCzLHAkD6WKTd+eQlkGNROhZ58GVkwfvicFpZTDZuLj2E/ylxP/Ctgo+/OdmsYwajMRqBL7THG5KAWhjNqW6yswaYEIa4rgnkFLBABFsN+RQIQPNb2MG3g1Tr3x8vcIuIprmljmC91bJoVTRdhRLHEMiuCwb1UoIEID49gV85AvEfoU11HRZ3mJMKX3AnsUPjgKeGvpuB0hTMekoLJYNUKa4jj5uzlqGhZ4FZuVg6vmOybn3ZSDsuayeXYKxVopbRhBXhF6+Z/zGC6fgrN2LawTL+mPl/UPWsr7+nZDwhpjvJ8EVkmN3ZTCIM/Pzl1/G9BBjDXGcVzhPBfbhPtVFfYFV/lfgbY/cGt7fe5LCiiggAIKKKDAXAIRNh/PfvLnLLFePDuJa+W6ngO1XT/u376c7m/yWiNk+IXAT9pevPUpoIACLRfwfrnlE2R5CiiggAIKKKCAAgoooIACCiiggAIKKKCAAgoooIACCiiggAIKKKCAAgoooIACCiiggAIKKKBARwX8vnpHJ86yFVBAAQUU6LGA1y89nnyHroACCigwNQHPv1Ojt2MFFFBAAQUUWKBAp69fDLxa4Ky7mQIKKKBAJYGrs2CF5xXWjFCGEypt6UoK3Fcgrlu2TvtQBH3EEkEY8bMbJgy2CLBVCq8oBm61KewqCMqBVxGeMl9ISM52d1rvZuDGLMDrzjE8I5xshSy45fHAk4EIcYngj9VKYWXlLuYLvFoCOD6rbae0URxbtgEiQKS4lNc7FdgrCya5Y4zxLHTTCLbauLSxoX8L1XS7JgS2TKE+g/qKsJ/4HYxj7j1NFFPqY5qBVytnQX1nFYKLLgW2z44tvx3gUA51ilUiLOvQ7Pg8KKAvb2LQdhFSFeFV8x2P41h7UiFM9EfAFtmfHxRqm0TgVdVjcpGoHAZ2Xgqy+n1hpQgXOySdy+LHEfQV1p+qsM+tDsRxN39hf/gdBMT5rbyMEni1eAp62yc1EkFdO2Qvwb+iQthmBGTFvhPnv1imeU6qQNjKVdr+wK3t9bVyUi1KAQUUUEABBaYusFQKwn1uoZI/p3ueKs+Qpj6AGguIa/W4x4t7q3y5Jj3Pnu8ersYSbEoBBRSYSQHvl2dyWh2UAgoooIACCiiggAIKKKCAAgoooIACCiiggAIKKKCAAgoooIACCiiggAIKKKCAAgoooIACCigwdQG/rz71KbAABRRQQAEFFBhRwOuXEcFcXQEFFFBAgRoEPP/WgGgTCiiggAIKKNCoQKevXwy8anRfsTMFFFCgVwIrpeCc4qAfCfyyVwoOtm6BeCnvcSlsIm87gqjOrrujQnsRdrFvFvLyb0AetBUffzCFkUwjTGmu4ZYDr7YDzpigTd50XFNGKEwEgkQ4STEUrGr38wVeRRvbZiFaEeCVL5sDF5QafxoQISpPSD9vavzlMZ6TQmeKP49wlA2mFBZUdQ5cr98Cu1cIpfxMCiP6XsNU0wy8Kh97DgAiTKn8ICAnKR+HqgQzLgeclo4R0U6VbfL+NgPOL8xH+bg3icCr6K7c76BjcnE3iZCpSwrn0V2Ak0v7UdnhQmDn7Bx8e4X9bXngTGC9tO6JwH5zBIaNEni1KnBudp0R4VWxHJXO/XdVqKkcZBZhWRtlf75TYVtX+btA2x+4tb0+9yMFFFBAAQUUUGCQQIS3x/1f/u+DfwX2GHB93he9uOf7eBZWHAG8+RLP/N7QFwDHqYACCkxAwPvlCaDapAIKKKCAAgoooIACCiiggAIKKKCAAgoooIACCiiggAIKKKCAAgoooIACCiiggAIKKKCAAgoooEDr///nTpECCiiggAIKKFAW8P9v5z6hgAIKKKBA8wKef5s3t0cFFFBAAQUUGE+g09cvBl6NN/lurYACCigwt8BeKZgoX+OrwFqCKVCDwA7pRbR5U8OCksbpMgKu3g3sXWrkHcCRcwRpjNPfuNtOI/AqAsF2S07FQLC5xnIlEOFPP8yCLA7JglqemlYcNo8RqHVWFpiyRlr/WOBAoBg6EuEmR6fPRwmMGde9uH2EcsXLkotLHP82BNoUjlbnmG1rNgReBPwlC637eRrO44D1U+BfMcTuJmBHIH6Xm1qmFXi1BHB8FuC5UxpoBBZtAnxrnoGXt4lVh4VBPRf4fCEM6j0pWOzeCsBPTEFl/wNcA3wh/W++6aQCr6ock/Ma4sXxcbyPc1Qs1wJbAj8ujW8FIEIsV8sCwGL/uww4fJ5wseLmo+wjowRelYPg4ncijKsu5aCv1wERxuVSTaDtD9zaXl81ZddSQAEFFFBAgT4JREj5R4EHFAYdz1ci6L2vy/2BuAeLcOPiEiG/EcLrooACCigwuoD3y6ObuYUCCiiggAIKKKCAAgoooIACCiiggAIKKKCAAgoooIACCiiggAIKKKCAAgoooIACCiiggAIKKKDAcAG/rz7cyDUUUEABBRRQoF0CXr+0az6sRgEFFFCgHwKef/sxz45SAQUUUECBWRLo9PWLgVeztCs6FgUUUKBdAhFSEKEA+RLBNO9rV4lW01GBclBFBEdE0NGdNY/nEcAxwBaFdv8IvCWFi9xTc391NNd04NX90guBjxhQ/HdTqMl1wH8CPwN+XZinCGk5OwWbxObDAq8Wy17IHP3EXMdSDkxZBjg5+/mm6fOYu4Oy+bq7DtiKbUT/ry2tG8FbEXZ1e8U2XE2BtgmslI6F+e9W1HdV9ju9XRYEdWNDxY4SZlRnSU8DzgOekBo9DdgzO+7FuWC+ZWfgpMIKpwIRBDpX6F05yDFCn+L4WMcyqcCrqiFWMYYVgU8A66UBDQosXMhY/wV4fBaM9bwUKrZuoZH5rg2qBl6VzzvfB2JufzFCsY9N56Y83HEa56YRym3dqm1/4Nb2+lo3oRakgAIKKKCAAlMViGvnCO+N5yf5EoHkW2f3Ob+ZamXT7/xh6R5s7UIptwLrZM8FfzD98qxAAQUU6JyA98udmzILVkABBRRQQAEFFFBAAQUUUEABBRRQQAEFFFBAAQUUUEABBRRQQAEFFFBAAQUUUEABBRRQQAEFOiHg99U7MU0WqYACCiiggAIFAa9f3B0UUEABBRRoXsDzb/Pm9qiAAgoooIAC4wl0+vrFwKvxJt+tFVBAAQUGCywL/K700SrA9YIpUINAE4FXEcYU4UXRV77cBOyfBTRdCJQvAGsYVi1NNB14tRbwyRRmEgOIEJgI8/gIcMsQpycB5wB5CMiwwKtoP8JMwn/JpLVLmqf4a8zVJemzqCPCeeLFzU0tMebXlTr7HrBBsmiqDvtRYBIC8fLvCBDauND4Aen3vYnj4TQCr+JeOQL2jiqMuXjMmc95ZeCs7Ji0RlrpV8Am6eXyg7YrH7tfkELF6pjLSQVeDTsmF2t/CfD5wg8iEPULFQe3CBDz/6/Z+SbOG2H7DGBVIMLY5lrqCLxaOgWXvapirVVWqxqaVqWtPqzT9gduba+vD/uIY1RAAQUUUECBagLxHOVyYPXC6v8FbJk9t/hGtSZmfq1nZ/canwIeXhjpZcA2wG0zP3oHqIACCtQr4P1yvZ62poACCiiggAIKKKCAAgoooIACCiiggAIKKKCAAgoooIACCiiggAIKKKCAAgoooIACCiiggAIKKPB3Ab+v7p6ggAIKKKCAAl0T8PqlazNmvQoooIACsyDg+XcWZtExKKCAAgoo0C+BTl+/GHjVr53V0SqggAJNCewInFroLEJfIpzARYFFUxDR04H4s0QKCfrxCDTl4IxDgfhTV+hKhLOdUggqidKuzUKL9gC+PkKd01i1ycCrxYAjUiBMPtaDUjjMPRUGXw4uqxJ4tRwQYSERIhVLHGf2Av4MvBU4LP08XuK8AxAhM00sHwD2LXX0Q2BDIF4g7aLALAhESNF5hcC5zwLbZ/v+7Q0MbhqBV+XjzbjDjONTnKvuLTVUPpbG+SZeOj/KeXG+2iYZeLVMCh2MgMHiMfmOQkGLA0dmL4jfZ8Tj84rAa4DdhgRbzTX2OgKvyvvduPtAbB8vzN92QDBsHW3PYhttf+DW9vpmcZ9wTAoooIACCigwukA8i3tvFlIeocX5cld2Tbo38LHRm5vpLSLsNsLZi/92+q50L1flWddM4zg4BRRQYAQB75dHwHJVBRRQQAEFFFBAAQUUUEABBRRQQAEFFFBAAQUUUEABBRRQQAEFFFBAAQUUUEABBRRQQAEFFFBAgcoCfl+9MpUrKqCAAgoooEBLBLx+aclEWIYCCiigQK8EPP/2arodrAIKKKCAAjMh0OnrFwOvZmIfdBAKKKBA6wQiEGPzQlUR8hBhNi4KhEA5lCn2lQsq0sS1y34pVCnfZDvgjIrbD1ttUNjVVVlw0u7AD4Zt3ILPmwy8KgeBjBrSEqYnFMyqBF6V5/9H2bxskYWR3VIKwoqXOB9TYwjafFMbQS5vKq3w8xTK9bMW7BOWoEBdAssDZwLrpQZH/Z0fp45pBF6tC1xYCPgap/7Y9ptZiNXWwA2lhsqBVHW7TjLwqnxM/ikQL4i/rjDGlYGzCiGScZ569zzH50XSNeT7KgZdfRe4NDvmfiOFasW8xWLgvkoUJwAAIABJREFU1bh7bDu2b/sDt7bX145ZtAoFFFBAAQUUmLZABNSem4WER/BVvhxdCsCado1t6T/uRyLUPMLA8iWu+eLZZdwfuiiggAIKVBPwfrmak2spoIACCiiggAIKKKCAAgoooIACCiiggAIKKKCAAgoooIACCiiggAIKKKCAAgoooIACCiiggAIKjCbg99VH83JtBRRQQAEFFJi+gNcv058DK1BAAQUU6J+A59/+zbkjVkABBRRQoOsCnb5+MfCq67uf9SuggALtE1gse2HqH4H433xZHbimfaVa0ZQEXgl8qtD3qcBeWWjQHRXqeQxwOvD8tG4eeFRHGNXDUkDGxoU6PgvsCdxUobY2rDLNwKvLgW0yr99UgFgmWUdYVb5UCbyKdZ8GRKjeE9KGEXgWISsXZW2umIWT/QrYKPvznQp1jLtKhPn9W6mR/86CbTbsSEDauON3+34JlIOTYvQvACIUcNJL04FXcQ1zRApYrHNsuwAnlxp8QApxfH36eZcCr6LkVdPL8yMwMpb9U+BgPsxt03k7/h7H502Ab82BGs8nIhQswhCXLK3zYyDCreJPnPN/AcTx9k9pvVH2kbiG+Fqh/bmCM8ttXpadb2I8v6tzp7CteQXa/sCt7fW5eymggAIKKKCAAo9L4bDLFSi+lAKcbpdnoMBSQBg9s/DpjcnsPzRTQAEFFKgk4P1yJSZXUkABBRRQQAEFFFBAAQUUUEABBRRQQAEFFFBAAQUUUEABBRRQQAEFFFBAAQUUUEABBRRQQAEFFBhRwO+rjwjm6goooIACCigwdQGvX6Y+BRaggAIKKNBDAc+/PZx0h6yAAgoooEDHBTp9/WLgVcf3PstXQAEFWiiweQqjyUv7WSGYpoXlWtIUBCKU6BNZ2MR6qe8ISHsdcBZQvrAqlrcEcCSQh4LEZ0cBbwXuGnMc9wMOBd5SaOebWdDVa4AI1erKMs3Aq2FBJrlhWB+QwmSKrh9OP//LEOzYD44HdkrrHZPtE7cC70l/HyVAbZx5LVtHW1HHBimQZZy23VaBNgr0KfBq5XROWiNNRIRQRcDdqEFHL88Cmd5YmMzTUohinPeKS/l4UmeQWHnehoU2PRE4G1gtFTgsjLB8TI5Awgj2+j1Q/myu8ecW5b7j5x8F3psd8+MF83+b5xdjeeDMwrXFiSmw7M4B21QNvIpwxqg55jGWq1OwY1dCMNt4HBm1prY/cGt7faN6u74CCiiggAIKzJZABLieA6xTGNYtwLqGdA+d6CcD387uReJ+Kl8i6H1L4LahW7uCAgoooID3y+4DCiiggAIKKKCAAgoooIACCiiggAIKKKCAAgoooIACCiiggAIKKKCAAgoooIACCiiggAIKKKCAApMQ8Pvqk1C1TQUUUEABBRSYpIDXL5PUtW0FFFBAAQUGC3j+dc9QQAEFFFBAga4JdPr6xcCrru1u1quAAgq0X+CUQhBNVBthNPu3v2wrbFhgW+D0Qp8RHrEncMkcgRbLZqFWB5eCQ+oMpFo/BbUtmWqKenYErmzYZdzumgy8WiyFVu1XKPpjwEHzvPw3AkkOLM1jvvl84SRll82A89MPI5Dst8AL098jaOXkcSGHbP/mAYFd/5PCrmK/dFGgjQIrZS813wJYNQvxeRwQwUeHDwkaLI4jjo8fArZPP/w+8Grg+gYGGy9qPwN4aeprlOPFQsrbGTipsGFcy8Sx7e4RG3sW8Gkggh5jmSsYcHfghELbGwMXV+wrjsXvzvqJvuJ4+MMU/HR72n7SgVfRTfGYXBxj7GvnZgFaq1Q8Psf55OjCuCMIMc4Zd1SwKIdl1RF49YAUrJkHbUZQ2YbAVRXqcZV6BNr+wK3t9dUzC7aigAIKKKCAAl0UiLDxuN97U6n4bVK4bxfH1HTNW6X70EVK94YR4l6+Dmy6NvtTQAEF2i7g/XLbZ8j6FFBAAQUUUEABBRRQQAEFFFBAAQUUUEABBRRQQAEFFFBAAQUUUEABBRRQQAEFFFBAAQUUUECBbgr4ffVuzptVK6CAAgoo0GcBr1/6PPuOXQEFFFBgWgKef6clb78KKKCAAgoosFCBTl+/GHi10Gl3OwUUUECBuQQieCaCKfJlXeCLcilQElgCOBLIQyTyj88CTgWuBe4BHppChCIMJMIs8qVKIFU5/CLa3BL48YBaji8FtUWYxaXAXxcwc3cBnwR+PWDbctBX3aEtTQZexfDi9/vCLBAkDwqLn12TQnG+koXd/QGIlyxH2Ml6wHZAhO7EEqEoseRBMKNYrJxe0LxGyTjCprbOwspuWMC8Vd3kDSnIr7j+n1MISozZRYG2CpSPifG7G8FOeTDSsLrLv3dxjIzwqzjvT3ppMvAqzk/lc0KEIn5hAYMc1NZhwKHAvYX2np8CH/Nj6Xuyz+N4Xlxnru6XywLMTkvnylgn/jsCJCOcKZYmAq/iuH4msGbqM4JOIySsGOQ11zk4H1e5zlHDpV6S9f/5AlIdgVfRXDmEK15uH2PzBfcL+IVYwCZtf+DW9voWQO4mCiiggAIKKDAjAvH8KUJ8I8Q1XyLAeK8ZGV9Tw/gosGuhszuB12TPuc5uqgD7UUABBToq4P1yRyfOshVQQAEFFFBAAQUUUEABBRRQQAEFFFBAAQUUUEABBRRQQAEFFFBAAQUUUEABBRRQQAEFFFBAgZYL+P/zb/kEWZ4CCiiggAIKDBXowjughw7CFRRQQAEFFGi5gM8PWj5BlqeAAgoooIACQwU69fygC8X6QqSh+5wrKKCAAq0RiECIywrV3AKs0JrqLKRtAhHs8W5g7xELi8CqCB2KfW2+B0lVA6+eBXy6ELw0Yjn3WX2+UI9ZC7yKMKsI/zhiRLTPZGFib00hYxEmEsvlwDZZUMtvKrS1KBChMQeX1o0QkoOAuyu0sZBVIqAtXhBdXCKQZoNU/0LadBsFmhJYOr3w/FWpwwgU2hS4okIBcd+4D/CBwrqDgpsqNLWgVZoMvFoduKhwTohj0w6FkL5RB7AZcH5ho0HBfBH894kUDBirRuhiBATeWKGzcvBgHjaVb9pE4FUckw9JIV3R73kpKOrwFIoWPzsWODA7bkco5KClXOf3gVcD11cwWDxdT8T5KF/qCrwq7w+jzE3UEtfGH8n2oV8AN6cwzQsWGKhZgWLmVmn786C21zdzO4QDUkABBRQYSeAd2drxx6V/Ak9L9zQRWpwvEU4eAbURLu9SXeDBQDzDipDifInQ5/j7T6o345oKKKBA7wS8X+7dlDtgBRRQQAEFFFBAAQUUUEABBRRQQAEFFFBAAQUUUEABBRRQQAEFFFBAAQUUUEABBRRQQAEFFFCgEQFfWN0Is50ooIACCiigwAQFuvAO6AkO36YVUEABBRRoRMDnB40w24kCCiiggAIKTFCgU88PulCsL0Sa4N5q0woooEDNAscBexXaPAnYteY+bG62BCKkYnPg7UAEVA1bIhAkQjWqhIBUDbzaPQtmO2FYxyN83qfAq2CJOdwFeGcWaLLsEKcIK/sgcCpwZwpEOTpt8ytgo+zPdypal0NeRgnvqdjFP622cwoLKm/7CuCzC2nQbRSYgkB5P/5UFuQUx8AIqJxvWRv4OLBSWukmIIKzvt3QGJoKvIr74wjhO6owrnGDveIl82cBaxTajGPmyYW/D+r3bSlMcL4X0i8FxLVXBHLF8iNgi+zPDwptNxF4Fd3FC98vyewizPKnKYAqgg2fkGqJ4KcvzLO/lOuMVeP6IMKh5lvCbut0Ho++8yWOy9sDtw/YOGr9WuHnES52xhydLAEcnwIa81U+nMK77hhS28Oy4LQI3tq4sF6VMTX0a9WJbtr+PKjt9XViki1SAQUUUKB2gU1SQPTj0vVQMXy19s5ssHUCcV0dAfEvLFT2a2CddL/QuoI7UNBzU4BYXN/nyzeSaTzbclFAAQUUuK+A98vuFQoooIACCiiggAIKKKCAAgoooIACCiiggAIKKKCAAgoooIACCiiggAIKKKCAAgoooIACCiiggAKTEPCF1ZNQtU0FFFBAAQUUaFKgC++AbtLDvhRQQAEFFJiEgM8PJqFqmwoooIACCijQpECnnh90oVhfiNTk7mtfCiigwHgCN2RBNo8pNBEv+L94vCbduicC8ULeeBlv7DPPA56Rxh2hKhEgdSnwmSxY6eYs8Krqw6OqgVcRKhJhTXUtfQu8yt0eAbwSeBmwZiH8Kl4C/B/ZnEawzldT0FW+zerppcErph+MEiyzTAqM2TRte3kKfYngrLqXCE2JsLXyshlwYd2d2Z4CExR4KPCx9LuadxN/j2Ci3wzoN+4X48XoEQC1WuHzg9LP5gtjqnMYTQVexbEoftfXS8XH8SQCA741xmAWTUGNca7JlzhuRPhYMYwprp9OT8FRsV6E+B2ZnAe9RD3Cnd4CxFzky+Gpr+K8lIOkIhRrK+C6OcZUPndGIGUcm4ct5WNyhF7lYVdVj88RNpaHIEZ/EVq1JxDXAoOWCKPaI4VmFsOuYt14yf+2wO8GbFgOvBrkVtws1o9ArDzwLT6L0Kt3zPF7E5+vkOYvzh/5cm4KmBsUwjXMt6+ft/15UNvr6+t+47gVUECBvgpE0Go824gwz3yJINRnZteNd/cVpYfj/ki65sz/7e+vwOuAf++hRZ1D3jUFuMf9Vb5E+PC+IzynrLMe21JAAQXaLuD9cttnyPoUUEABBRRQQAEFFFBAAQUUUEABBRRQQAEFFFBAAQUUUEABBRRQQAEFFFBAAQUUUEABBRRQQIFuClR951A3R2fVCiiggAIKKNAHgS68A7oP8+AYFVBAAQVmW8DnB7M9v45OAQUUUECBPgh06vlBF4r1hUh9+LVxjAooMAsCEVJ0dWEgf85CGiJ84G+zMDjHoIACrRMoh6scABwzgRcNbwl8csDot57j562DsiAFSgJrAx8vhff8GDgxhQveCtwvBVztBMS+Xlwi6OdA4I55ZMtBglVDk+ZqctzAq/L20c8LgKtKHb4kC+z7fOFng4KpFrJDrZvC8fJQprmCtDbKgkNPLQQGRl8RFHhyFjz2FeAPWSDUUsBaKQjqOYViIlRw9ywA6pZSgXHPf0j6k38U831+au+XQAQx3ZU+XGjgVWxeDqzK+4v94d0Vjs+rplpWKYyhvG8uAjwuGUSYw1PTurelffJR6e/zBV49CTinsG1sEgbfSduG5fWFGiK0LF5kHwFXxWCtqO2UbF+KQK8bs4CJqO1fgQ1T0EQxICtCu3YErlzIDtTjbdr+PKjt9fV413HoCiigQO8E3jhHCGhAHJ+FgO7dO5F+Djju3+J+LQ9limuVuF6NsF2X8QUiCHr/QjMRJhbPjAxCH9/WFhRQYPYEvF+evTl1RAoooIACCiiggAIKKKCAAgoooIACCiiggAIKKKCAAgoooIACCiiggAIKKKCAAgoooIACCiigQBsE/L56G2bBGhRQQAEFFFBgFAGvX0bRcl0FFFBAAQXqEfD8W4+jrSiggAIKKKBAcwKdvn4x8Kq5HcWeFFBAgVkXODwLSzi4MMizs7CArWZ90I5PAQWmJlAMkInwmAiKycNK6ipqkzleXByhJZ+oqxPbUaBhgbgHjNCrE4AINxpliZenR3hRhAvNt3Qx8Gpx4MhsbPsUBhYvM48gvXGXckBftHcYcGjmeW+h8ZibTbNQq6NLgWTD+o/grniJfQQwDVpeCUSI06ClHAw1TuDVoMCqucK9BtUS44+Atdg3i8FSw8Z/DfAGYI1kF+t/H3h1Kbgqb2dp4CTgVXM0HEFaZ5Q+ixC41wFxvTtKbdFMzEtsG2FX5QdIw8bW98/b/sCt7fX1ff9x/AoooEAfBCKw9Z1ZcO1zBwz2duC4LEz12Czw6nd9wOj5GJ+cwnsfUXCI0NyXAn/puU1dw39YFnB7ZhZGvE6hwfjdenYKwK2rH9tRQAEFZkHA++VZmEXHoIACCiiggAIKKKCAAgoooIACCiiggAIKKKCAAgoooIACCiiggAIKKKCAAgoooIACCiiggAIKtE/A76u3b06sSAEFFFBAAQXmF/D6xT1EAQUUUECB5gU8/zZvbo8KKKCAAgooMJ5Ap69fDLwab/LdWgEFFFDgfwUiWOApBZBBYQF6KaCAAnUILJqFhhySgneivVOBvYA76mg8tfEy4LMD2ts1BaXU2JVNKTAVgcekwKUdKvQegT3xIv3zs3DLuyqs38XAq3LQ009TINJ1FcZbZZXdU5BTvu43U7jTDQM2fnoKxHrFkIb/CEQI2VHAb+ZZd4kU5vX6AetcC2xZCMsaJ/DqgSkgLMaaL6dlte0JRK1VlkWAzYB3VQhki+C1CCQLg/jvcrDXxsDFc3QaoW8fnyNY7O3Jv7xpPD95Rvq9GTY3+bYRjhjnqxurDN517iPQ9gduba/PXUoBBRRQYHYFHpquz4vXXcXRfjIFXX19dgkcWUEgwlm/Wgo+uwnYAohwWJf6BCLc6iKgGCx2eQrbjZA5FwUUUECBvwt4v+yeoIACCiiggAIKKKCAAgoooIACCiiggAIKKKCAAgoooIACCiiggAIKKKCAAgoooIACCiiggAIKKDAJAb+vPglV21RAAQUUUECBSQp4/TJJXdtWQAEFFFBgsIDnX/cMBRRQQAEFFOiaQKevXwy86truZr0KKKBAOwUi6CoCr4rL0sAf2lmuVSmgQMcFyoEsmwMX1DimdbMXRV+aBa7ES6OLS4RqfajGfmxKgWkLxP3gSsAm2QvSY79fM3sx/rKpqG8A3wIuBCKc6c4Riu1i4NXOpTC7uoP0VgXOBVYpOO4CnDyHawQ/PRnYFHh+FsD3nDQ3ERwV8/L57PNzgHiRffmhxKAmFwcipGmn0jzHui8ArkobjRN4FU1EWFUEo+XLfGOcb5d6CPBSIEKr1igEU303M4mQrs8Bl5WuNVfOQrLOSutH28PmMELf9gZenIKs8npOBPabZ5+fa25i+wiHixq/nGq8ueL8jPDr1atV2/7Are319WpncbAKKKBAjwT2AA4CHj1gzP+Rgq4i2NOlHwJxTxcBuHH9mi9x7xZht3E97FK/wGvTvWPx31cjsPdQ4J76u7NFBRRQoJMC3i93ctosWgEFFFBAAQUUUEABBRRQQAEFFFBAAQUUUEABBRRQQAEFFFBAAQUUUEABBRRQQAEFFFBAAQUUaL2A31dv/RRZoAIKKKCAAgqUBLx+cZdQQAEFFFCgeQHPv82b26MCCiiggAIKjCfQ6esXA6/Gm3y3VkABBRT4u8DBwOEFjAgheLk4CiigwAQEVgCOBLZPbV8M7Jq9zPnWmvp6YRaWcgmwRKm9/YFjaurDZhRQQAEFFFBguEDbH7i1vb7hwq6hgAIKKNAlgQinjWDZDQYUfS/wXuA44NddGpS1ji0QAbEXlVqJANcIvPrb2K3bwFwC7wPeWPjwr8CWKTBaNQUUUECB+4azd+E7Kc6bAgoooIACCiiggAIKKKCAAgoooIACCiiggAIKKKCAAgoooIACCiiggAIKKKCAAgoooIACCiigQPsF/P93t3+OrFABBRRQQAEF/lnA6xf3CAUUUEABBZoX8PzbvLk9KqCAAgoooMB4Ap2+funCy4U6DTzevuXWCiigQGcErgaeV6h2D+CEzlRvoQoo0FaBBwJvAeKa9Y/ASsDL0v/mNW8HnFHTANZIYVfLlNqLUL8jaurDZhRQQAEFFFCgmkDbnwe1vb5qyq6lgAIKKNB2gQcB7wT2Be43oNjzgWOBr7R9INZXu8DjsgC0bwDLFVr+KhAhWLfX3psNFgUWS/bPKPzwBuAlWUD7z6VSQAEFFMD7ZXcCBRRQQAEFFFBAAQUUUEABBRRQQAEFFFBAAQUUUEABBRRQQAEFFFBAAQUUUEABBRRQQAEFFFBAgUkI+H31SajapgIKKKCAAgpMUsDrl0nq2rYCCiiggAKDBTz/umcooIACCiigQNcEOn39YuBV13Y361VAAQXaJxABNDeWynok8Mv2lWpFCijQQYG3pZd7Dyr9w8CBwB01jOvpwKXAw0ptHTJP/zV0axMKKKCAAgooMIdA2x+4tb0+dywFFFBAge4LbJ+FPx8ArDZgKD8FjgRO6v4wHcECBCII7VPAeoVtfws8D/jZAtpzk9EFInDs28CDC5t+GdgI+NPozbmFAgooMFMC3i/P1HQ6GAUUUEABBRRQQAEFFFBAAQUUUEABBRRQQAEFFFBAAQUUUEABBRRQQAEFFFBAAQUUUEABBRRQoDUCfl+9NVNhIQoooIACCihQUcDrl4pQrqaAAgoooECNAp5/a8S0KQUUUEABBRRoRKDT1y8GXjWyj9iJAgooMNMCewHHFUb4VWCtmR6xg1NAgSYFdgdOGNDhucDewC01FPNk4BLg0aW23g38Ww3t24QCCiiggAIKjC7Q9gduba9vdHG3UEABBRRoi8DTgIOAreco6H3pWdx/t6Vg62hc4P0pDC3v+G/AFsAFjVfS7w53AE4F8n9rjevDeE6+b79ZHL0CCiiA98vuBAoooIACCiiggAIKKKCAAgoooIACCiiggAIKKKCAAgoooIACCiiggAIKKKCAAgoooIACCiiggAKTEPD76pNQtU0FFFBAAQUUmKSA1y+T1LVtBRRQQAEFBgt4/nXPUEABBRRQQIGuCXT6+sXAq67tbtargAIKtE/gMmD9QlkHAvHiXRcFFFCgDoEXAnFcWRO4P3AV8AngIuDOGjp4HHAp8PhSW/Hy6DfV0L5NKKCAAgoooMDCBNr+wK3t9S1M3a0UUEABBaYt8NYUlrP8gELi3jXuVa+YdpH2P1WBHYGPAA8sVPEB4I3AvVOtrJ+dnwjsVhj6n1JAewRhuSiggAJ9FfB+ua8z77gVUEABBRRQQAEFFFBAAQUUUEABBRRQQAEFFFBAAQUUUEABBRRQQAEFFFBAAQUUUEABBRRQQIHJCvh99cn62roCCiiggAIK1C/g9Uv9praogAIKKKDAMAHPv8OE/FwBBRRQQAEF2ibQ6esXA6/atjtZjwIKKNCswFJZcMxjge8tsNuHAL8tbbsKcP0C23MzBRRQoEmBRwGXAKuWOj02vWC8yVrsSwEFFFBAAQX+WaDtD9zaXp/7kwIKKKBAtwQ2BfYBXjSg7FuAQ1PIUbdGZbV1C6wOnAlEeHe+xHPdtYE/1N2Z7VUSWCzz/1IKas83uCF73r4JcF2lFlxJAQUUmD0B75dnb04dkQIKKKCAAgoooIACCiiggAIKKKCAAgoooIACCiiggAIKKKCAAgoooIACCiiggAIKKKCAAgoo0AYBv6/ehlmwBgUUUEABBRQYRcDrl1G0XFcBBRRQQIF6BDz/1uNoKwoooIACCijQnECnr18MvGpuR7EnBRRQoE0Cn00v4XxwKmpl4MYFFLgjcGphu+8Cz1xAO26igAIKNC3wUOBS4Bmljk8EXtd0MfangAIKKKCAAvcRaPsDt7bX5y6lgAIKKNANgQgu2h94/Rzlfhh4PxABOi71CCwPPAJ4ZPpT/u8IkNqmnq5qbWU54HTgpYVWfwM8H/hprT3Z2KgCa2Rh6ucCEayeL18DXgzcM2pjrq+AAgrMgID3yzMwiQ5BAQUUUEABBRRQQAEFFFBAAQUUUEABBRRQQAEFFFBAAQUUUEABBRRQQAEFFFBAAQUUUEABBRRooYDfV2/hpFiSAgoooIACCswr4PWLO4gCCiiggALNC3j+bd7cHhVQQAEFFFBgPIFOX78YeDXe5Lu1Agoo0FWBK4B1CsW/HPjcAgZzHrB5YbvDgLcvoB03UUABBZoUiLC/CLuKFxIXl1OA1zZZiH0poIACCiigwJwCbX/g1vb63LUUUEABBdovECFX+wL/OqDUrwOHApe1fxitqjAChyLIKg+xWhF4dOFnK1eo9rEtDRg7BnhDof67gD2AeJbhMn2B3YGYowcWSjk2/Y5PvzorUEABBZoV8H65WW97U0ABBRRQQAEFFFBAAQUUUEABBRRQQAEFFFBAAQUUUEABBRRQQAEFFFBAAQUUUEABBRRQQAEF+iLg99X7MtOOUwEFFFBAgdkR8PpldubSkSiggAIKdEfA82935spKFVBAAQUUUODvAp2+fjHwyt1YAQUU6KfA8cCehaEfABw9IsViwB+B+N98WR24ZsR2XF0BBRRoUuBBWdDVJcBapU7PALZrshD7UkABBRRQQIF5Bdr+wK3t9bl7KaCAAgq0V+BFwD7ApgNKvBN4G3BUe8ufWmWPL4VZFYOt4r8j3Grc5TDg7eM2MoHtd8rGd2LhOWxch3wMiJAll3YIxL+3nlQKUr8HeBXwqXaUaBUKKKBAYwLeLzdGbUcKKKCAAgoooIACCiiggAIKKKCAAgoooIACCiiggAIKKKCAAgoooIACCiiggAIKKKCAAgoooECvBPy+eq+m28EqoIACCigwEwJev8zENDoIBRRQQIGOCXj+7diEWa4CCiiggAIKGHg16X3AC8RJC9u+Agr0UWAv4LjCwONlnLuOCLE5cF5hm58BTxixDVdXQAEFmhRYFLgUWK/UaRzLtmiyEPtSQAEFFFBAgaECbX8e1Pb6hgK7ggIKKKBA4wLLA/umsKslB/R+OhCBSz9pvLLpdrh0Ft70iBRmVQ6xyn/+kAZK/BWwMnBXA32N0sUqwJeBhxY2uhZYG/j9KA257sQF/gX4dDZfEWqXL7cBzwRumnjvdqCAAgq0R8D75fbMhZUooIACCiiggAIKKKCAAgoooIACCiiggAIKKKCAAgoooIACCiiggAIKKKCAAgoooIACCiiggAKzJOD31WdpNh2LAgoooIAC/RDw+qUf8+woFVBAAQXaJeD5t13zYTUKKKCAAgooMFyg09cv/2f4+Ka+RqeBp65nAQoooMBggXWBywsfXZX9/QUjYp0K7FjY5hhg/xHbcHUFFFCgSYHPAC8vdXgxsHGTRdiXAgoooIACClQSaPvzoLbXVwnZlRTtW1mZAAAgAElEQVRQQAEFGhU4Fth7QI8/AN4GXNhoNc12tgHwWODhwKNSuFUeZrVEs6XM2durgPNbUktexv2Bq4FnF+q6BXgZ8B8tq9Vy/i6wanruvkIB5MoUvn6PSAoooEBPBLxf7slEO0wFFFBAAQUUUEABBRRQQAEFFFBAAQUUUEABBRRQQAEFFFBAAQUUUEABBRRQQAEFFFBAAQUUUKBhAb+v3jC43SmggAIKKKDA2AJev4xNaAMKKKCAAgqMLOD5d2QyN1BAAQUUUECBKQt0+vrFwKsp7z12r4ACCkxJIF4u+8tC338Clhyxlt8CDylssw7wpRHbcHUFFFCgKYELgE1LnV0GxEu3XRRQQAEFFFCgfQJtf+DW9vraN6NWpIACCijwUCBC5x9foHgn8C7grzPO83+BFRsYYzhGX/HcM/7cDIT7tqW+7wYWK/zsa8ALG6hv1C7KIWkRmLQTcMaoDbl+owKvBs4EFi30eiTw5karsDMFFFBgegLeL0/P3p4VUEABBRRQQAEFFFBAAQUUUEABBRRQQAEFFFBAAQUUUEABBRRQQAEFFFBAAQUUUEABBRRQQIFZFvD76rM8u45NAQUUUECB2RTw+mU259VRKaCAAgq0W8Dzb7vnx+oUUEABBRRQ4L4Cnb5+MfDKXVoBBRTor8AfgX8pDD9e/vqbihzrAxEUky+3ACtU3NbVFFBAgaYFzgK2KnUaAX0bAnc1XYz9KaCAAgoooEAlgbY/cGt7fZWQXUkBBRRQoHGB1wInAxcDbwOua7yC6XT4LeA5Y3b9+1KQVR5qVQy3imeb+Tn6ESnwali39wJPBX40bMWGP98cOK/U5/uBt/QgIK1h6tq7uz/wPmDfQssRxrYdcE7tvdmgAgoo0D4B75fbNydWpIACCiiggAIKKKCAAgoooIACCiiggAIKKKCAAgoooIACCiiggAIKKKCAAgoooIACCiiggAIKzIKA31efhVl0DAoooIACCvRLwOuXfs23o1VAAQUUaIeA5992zINVKKCAAgoooEB1gU5fvxh4VX2iXVMBBRSYNYFvAqsXBrU28JWKgzwO2Kuw7knZC2d3rbitqymggAJNCnwc2KHU4VUp7CqC/1wUUEABBRRQoJ0CbX/g1vb62jmrVqWAAgooEAI7AnGv2qflAmDTOQYcgVO3pDCrmwuhVsUgq/8G7hwBbDfgxIrrHw0cUHHdplZbFfgysFyhwwju3jpZNVWH/Sxc4MEp2O6FhSZuyELuNgO+t/Bm3VIBBRTohID3y52YJotUQAEFFFBAAQUUUEABBRRQQAEFFFBAAQUUUEABBRRQQAEFFFBAAQUUUEABBRRQQAEFFFBAAQU6J+D31Ts3ZRasgAIKKKBA7wW8fun9LiCAAgoooMAUBDz/TgHdLhVQQAEFFFBgLIFOX78YeDXW3LuxAgoo0GmBcgjM7sD/Y+9e4O+Z6v2Pvx6I/glHd3X643SjTpwiylEqEhG5hVw7hHLJJXLpn+R6KAq5Rcn9Vm7JXak4VCo6HUklnUQueVBSDj3+86m1/ec/zd579v7uPXtm79c8Hr9H+e41a9Z6rvl+9+zZs9b7pIo9+iWweK7sumkBz4q7W0wBBRSoReDzwLaFI30PWAN4qJYWeBAFFFBAAQUUGFag6Tfcmt6+Yd3dTwEFFFBAgXEI7AysCERw1b2FcKsIuRrVthRwe4/KbgWWzb1+H/AK4A+jasAI6nkOcB6waq6u3wDrALeMoH6rqE/gZUDch4rwq852WQpm/119zfBICiigQO0Cfl6undwDKqCAAgoooIACCiiggAIKKKCAAgoooIACCiiggAIKKKCAAgoooIACCiiggAIKKKCAAgoooIACMyHg8+ozMcx2UgEFFFBAgakS8PplqobTziiggAIKtETA99+WDJTNVEABBRRQQIGnBVp9/WLglWeyAgooMLsCewOH5rp/FLB7BY43ATfmyv0ReDZQfEOsUBWvBh4E7q9S2DIKKKDAAALHAjsWyt8GrAnEQtFuCiiggAIKKNBsgabfcGt6+5o9urZOAQUUUECB0Qt8BDiiR7VbAV8qvB4/O230TRm6xmcABwF75WqIa46NgfOHrtUdJymwGXBqNq7z5RpxGLDPJBvlsRVQQIExC/h5eczAVq+AAgoooIACCiiggAIKKKCAAgoooIACCiiggAIKKKCAAgoooIACCiiggAIKKKCAAgoooIACCsyogM+rz+jA220FFFBAAQVaLOD1S4sHz6YroIACCrRWwPff1g6dDVdAAQUUUGBmBVp9/WLg1cyet3ZcAQUUYF3gopzDFSkIph/NIYUFOc8FNum3U8nrL0/BWX8AVjaAZghBd1FAgW4CRwK7FV68A1gD+KVsCiiggAIKKNAKgabfcGt6+1oxyDZSAQUUUECBEQi8AfhOj3oiCCvuE/wQWCZXLvZZcQTHH2UVSwFXAv87V2m0fU/gL6M8kHXVJhDfw54EbJs74q+AdYBba2uFB1JAAQXqFfDzcr3eHk0BBRRQQAEFFFBAAQUUUEABBRRQQAEFFFBAAQUUUEABBRRQQAEFFFBAAQUUUEABBRRQQAEFFJgVAZ9Xn5WRtp8KKKCAAgpMj4DXL9MzlvZEAQUUUKA9Ar7/tmesbKkCCiiggAIK/E2g1dcvBl55GiuggAKzK/CqLKjqJ7nu3w0sUYHjR8A/58ptDpxZYb98kTjOfwAvSj+MRT7fDMT/uimggAJzETgU2LtQwV0p0C9Cr9wUUEABBRRQoB0CTb/h1vT2tWOUbaUCCiiggAJzEzggC4L6eI8qIkAq7gV8EDguVy7ex1/XwMChxYAjsnu2mwDzAN8G1gJ+Pzcm956wwMIpcC2CzJ4EvgbsBPxmwu3y8AoooMC4BPy8PC5Z61VAAQUUUEABBRRQQAEFFFBAAQUUUEABBRRQQAEFFFBAAQUUUEABBRRQQAEFFFBAAQUUUEABBWZbwOfVZ3v87b0CCiiggAJtFPD6pY2jZpsVUEABBdou4Ptv20fQ9iuggAIKKDB7Aq2+fjHwavZOWHusgAIK5AWKb2LPAh7vQRRBVxF4ld8WAR4dgPUf02Ktixf22Q84ZIB6LKqAAgoUBcoWuo7Fg9co+dulngIKKKCAAgo0W6DpN9ya3r5mj66tU0ABBRRQYG4Cbweu7VHF9sBJ6fV/ACIIO/63s50I7DC3Jox1739LgUibpsCusR7MymsReBUQ961uAI4FiteStTTCgyiggAI1Cfh5uSZoD6OAAgoooIACCiiggAIKKKCAAgoooIACCiiggAIKKKCAAgoooIACCiiggAIKKKCAAgoooIACCsyYgM+rz9iA210FFFBAAQWmQMDrlykYRLuggAIKKNA6Ad9/WzdkNlgBBRRQQIGZF2j19YuBVzN//gqggAIzLvBfwNI5g9cDP+hhsk8hlOprwFoDGL4I+A9gicI+nwe2G6AeiyqggAJFgQjNO6jwwwdT2NUtcimggAIKKKBA6wSafsOt6e1r3YDbYAUUUEABBSoIzAscAezWo+xLsvuMEX7d2SLcKn/f8WHgZUD8b5O3+P7OUKQmj5BtU0ABBRToJuDnZc8NBRRQQAEFFFBAAQUUUEABBRRQQAEFFFBAAQUUUEABBRRQQAEFFFBAAQUUUEABBRRQQAEFFFBAgXEI+Lz6OFStUwEFFFBAAQXGKeD1yzh1rVsBBRRQQIFyAd9/PTMUUEABBRRQoG0Crb5+MfCqbaeb7VVAAQVGK/BlYP1clZsBZ/U4xI3Am3KvfxA4oWKTng/E/i8vlD8d2MoFXCsqWkwBBcoEPpIWvM6/9iiwZvq7o5oCCvxN4H8BRwHbDwHye+CHwEPA9cBVwE+BJ4eoy10UmJTAMsA5KfB1V+Bor0HHMhRxr2lb4CTg7nStH383Bt2afsOt6e0b1NvyCiiggAIKNF1gXeCiHo18H3B24fW4/ovPMfnvwj4EHN/0zto+BRRQQAEFWizg5+UWD55NV0ABBRRQQAEFFFBAAQUUUEABBRRQQAEFFFBAAQUUUEABBRRQQAEFFFBAAQUUUEABBRRQQAEFGizg8+oNHhybpoACCiiggAKlAl6/eGIooIACCihQv4Dvv/Wbe0QFFFBAAQUUmJtAq69fDLya2+C7twIKKNB2gYOA/XKdiP/+P106tUS2WP1dhdf+EbinAkKEXX0zCxhYqlD23CwsIxaj/UuFOiyigAIKlAnsAny28MKfgTWAb0imgAL/n8BcAq/KKL8L7Atc53u5Z9qQAnF9uTZwCvD4kHVU3S2uR08E1gMuS4FM91Xd2XIDCyyavDcCLk5Be78dsJam33BrevsG5La4AgoooIACjRX4hxRyHYGaZVtc4+0JREhvcftOdu33htwPb82uTV5n6Gljx9qGKaCAAgpMh4Cfl6djHO2FAgoooIACCiiggAIKKKCAAgoooIACCiiggAIKKKCAAgoooIACCiiggAIKKKCAAgoooIACCijQNAGfV2/aiNgeBRRQQAEFFOgn4PVLPyFfV0ABBRRQYPQCvv+O3tQaFVBAAQUUUGC8Aq2+fjHwarwnh7UroIACTRfYHDg918gLgFiUvmzbCTgm90IEWK1SoYPPAW4oCbu6CNgwC9h6qkIdFlFAAQXKBLYHTii8EBfnawJXSqaAAn8nMOrAqzhALCp/IHAU8KTmClQUWBDYLjtnPgacD+w25sCreYHdgcPTObtFCmGq2FyLDSmwOhCfLxZKobqHDfh3ouk33JreviGHzd0UUEABBRRolEDx3mWxce8GvtqlxVsDXyy8tiIQIVhuCiiggAIKKDA+AT8vj8/WmhVQQAEFFFBAAQUUUEABBRRQQAEFFFBAAQUUUEABBRRQQAEFFFBAAQUUUEABBRRQQAEFFFBAgVkW8Hn1WR59+66AAgoooEA7Bbx+aee42WoFFFBAgXYL+P7b7vGz9QoooIACCsyiQKuvXwy8msVT1j4roIAC/09gOeB7OZAfZ4vS/3MXoAiPiUXrO9tewBF9MBcBvgW8tlAuwq4iWMtgDM9GBRQYVuD9wBdKdl4HuHTYSt1PgSkXKAu8Ohb4dcV+LwUsmwUFva5QPkKvdgDOBoofkCtWbbEZElg0BQ+sm/p8Yg2BV8un4KXFgdOAnbMArEdnyHxSXc3/zbkXiMCK6wZoTNNvuDW9fQNQW1QBBRRQQIHGCbw03XfcuEvL4p5k3JvstkXg5i+A5+UKnAFE8KmbAgoooIACCoxXwM/L4/W1dgUUUEABBRRQQAEFFFBAAQUUUEABBRRQQAEFFFBAAQUUUEABBRRQQAEFFFBAAQUUUEABBRRQYFYFfF59VkfefiuggAIKKNBeAa9f2jt2tlwBBRRQoL0Cvv+2d+xsuQIKKKCAArMq0OrrFwOvZvW0td8KKKDA3wQWAP6Uw3gq/Sz+N789F3iw8LOlgZ/0gHw2cD3w+kKZrwERcGDYlWehAgoMK7AZEAtVF7cI0rtg2ErdT4EZECgLvFoZuGGAvs+ThVmumhafj/CrznYrEIvR3zFAXRadTYG4rjwTeGfq/rgDrxYGjskCD7YEIpxtPeDa2aSfSK9XACLsdjHgfGB74OGKLWn6Dbemt68is8UUUEABBRRonMAHgeN6tOqt6Z5jr4Z/Jrvm+HCuQFwHvgx4oHG9tUEKKKCAAgpMn4Cfl6dvTO2RAgoooIACCiiggAIKKKCAAgoooIACCiiggAIKKKCAAgoooIACCiiggAIKKKCAAgoooIACCijQBAGfV2/CKNgGBRRQQAEFFBhEwOuXQbQsq4ACCiigwGgEfP8djaO1KKCAAgoooEB9Aq2+fjHwqr4TxSMpoIACTRX4FfDSXONeCdxZaOzWwBcLP+v1HvIs4DpgxcI+1wBrAU80FcN2KaBA4wU2TIEZxYZGCNZZjW+9DVRgsgKjCLzq9CCCL88G8qFXewBHAcUPyZPttUdvmkDdgVcRtHo6sBBwahbiuhPwWNNQprg9EbB7OLBL6uPmKfCsSpebfsOt6e2rYmwZBRRQQAEFmiTw6hSs+64ujfo4cGCFBi8F/GdWdt5c2T2BT1XY1yIKKKCAAgooMHcBPy/P3dAaFFBAAQUUUEABBRRQQAEFFFBAAQUUUEABBRRQQAEFFFBAAQUUUEABBRRQQAEFFFBAAQUUUEABBf5ewOfVPSsUUEABBRRQoG0CXr+0bcRsrwIKKKDANAj4/jsNo2gfFFBAAQUUmC2BVl+/GHg1WyervVVAAQXKBK4EVs+9EKEAlxQKfhlYP/ezT2ZhFvt34XwmcDWwcuH1bwLvBP7kMCiggAJDCqwDXFyy7/tTiMmQ1bqbAjMjMMrAq/gsuVsWIvTpnN4FwLbZzx+ZGVE7OoxAnYFXLwA+D8T7x++B9YBrh2m0+8xJ4C3AOcBiwNeBLYB7KtTY9BtuTW9fBWKLKKCAAjMvEIHtTxrM3ojzYC/g37u0JK7f4vXvV2zpt7N7k/+aK/tzIAJ7/6fi/hZTQAEFFFBAgbkJ+Hl5bn7urYACCiiggAIKKKCAAgoooIACCiiggAIKKKCAAgoooIACCiiggAIKKKCAAgoooIACCiiggAIKKFAu4PPqnhkKKKCAAgoo0DYBr1/aNmK2VwEFFFBgGgR8/52GUbQPCiiggAIKzJZAq69fDLyarZPV3iqggAJlAp8Fdsm9sHdhgdn5gT8XdnwD8L2SyiLs6jLg7YXXbgJWzRan/aNDoIACCgwpEIF5V5Tsu0MWoHHikHW6mwKzJjDKwKuwWwaIkKtXJMhbgY2BO2YN1v4OJFBn4NVmwBmpdRcC2wAPD9RaC49CYCHgcynoKuqLYLxTKlTc9BtuTW9fBWKLKKCAAjMtsCVwAHA8cPhMS0y28ysCR2ShpG/u0owI2f3MAE2MzyMRtJnf3gFcM0AdFlVAAQUUUECBuQn4eXlufu6tgAIKKKCAAgoooIACCiiggAIKKKCAAgoooIACCiiggAIKKKCAAgoooIACCiiggAIKKKCAAgooUC7g8+qeGQoooIACCijQNgGvX9o2YrZXAQUUUGAaBHz/nYZRtA8KKKCAAgrMlkCrr18MvJqtk9XeKqCAAmUCERYTi/t2tlOB9+f+e4MUZpHft+z9I4KxLi8Ju7oFeCvwB/kVUECBIQXelv6+LFDYP8L6jhmyTndTYBYFRh149XzgLGC1hHkv8O7sX7z3uynQTaCuwKtFU6jSeqkhBiRO9pyMsLGTUxMuAT4A3N+nSU2/4db09k12xD26Agoo0FyB16Wgq7huje0e4E1ZMOZ/N7fJU9uyA4GPdendRcBewJ0D9P5ZwM+yUOzFcvt8BYh7m24KKKCAAgooUJ+An5frs/ZICiiggAIKKKCAAgoooIACCiiggAIKKKCAAgoooIACCiiggAIKKKCAAgoooIACCiiggAIKKKDALAn4vPosjbZ9VUABBRRQYDoEvH6ZjnG0FwoooIAC7RLw/bdd42VrFVBAAQUUUABaff1i4JWnsAIKKKBAhFF9PcdwM/DG3H9HANZWuf8+Cti9wDYfcCmwRuHntwFvAR6RWQEFFBhS4F9T2NVChf33BD41ZJ3upsCsCow68KoYXPR7YPXseuCmPsDRjhVT2bjmWBZ4Ttrnd8CtqY7LgLguebJLfSsAsRB+Z0H7uGbZCXhsgAHeDTgylS8GdsXfn2+n16JNGwN3ZAEJ8Tl6ceC9wLuy66hVUpl47VvAF1K7/1JoR4T2xXXRZikMNOoIs++kfpwNPDRA26PoPMCrM7MIdYr2viFZRr0/TO3v55g/ZLc+R5mXAOukPq+UjhPjdWO6Doyx6BZgVHbudevqx4EIP5jrtmp2bl0IxPtHBCVsCMS1adXtBSnALQLdIhjjVblxvh24Po3b3fz9jaHiMf5PNlafLDmX+rWlajhYG87V8Ds3/b5HvyN4IgIoem1Nv+HW9Pb1O798XQEFFJg1gbh3dQCwb0nHjwY+PGsgE+xvXF8dkV1L/UuXNmybgksHbeIhwD65nf6cBfS+EvjVoBVZXgEFFFBAAQXmJODn5TnxubMCCiiggAIKKKCAAgoooIACCiiggAIKKKCAAgoooIACCiiggAIKKKCAAgoooIACCiiggAIKKKBAFwGfV/fUUEABBRRQQIG2CXj90rYRs70KKKCAAtMg4PvvNIyifVBAAQUUUGC2BFp9/WLg1WydrPZWAQUUKBN4IXBf7oU/pGCAzo+Kb3RvLwRkzZsWq48AhPwWQQArAxGE4KaAAgoMI7B8FsB3BRCBH/ltPyAWsnZTQIHBBEYdePVy4Jws7Gi51Ix8KFRZyxYEtkthAhH2VGX7LrB3uvYoXpNEfccCW6eKBg01WjQtpB9hUbEVA7PKQoR+k9qzc+F6qdiXCL2Kdj+QXojF/CPEae0enY7ArFigP4Kjin0t261KnZ39ejnm6y7rcwQE7AHs1afPcc13EHAC8HihwXUHXs0PHJaFrkagWWwXABGcUCWENcLXoq8f6tPfThdPy8Zr/+w8/GWPsZ1E4FWTztWgKf6+RrBIOEcQRbet6Tfcmt6+Kn9jLaOAAgrMisAmWUc/kQuwzPc7rluOycI8473pnlkBmVA/n5GCrrqFi52erg/y9ymrNvWfgJ8AcYzOFtdondDRqvVYTgEFFFBAAQXmLuDn5bkbWoMCCiiggAIKKKCAAgoooIACCiiggAIKKKCAAgoooIACCiiggAIKKKCAAgoooIACCiiggAIKKKDA3wv4vLpnhQIKKKCAAgq0TcDrl7aNmO1VQAEFFJgGAd9/p2EU7YMCCiiggAKzJdDq6xcDr2brZLW3CiigQDeB3wPPzr34YuBeYHXgysJO+feOeYBzgQ0LZSJwIgITOiEPyiuggAKDCiwDXA7E36P8dkD2H7FQuZsCCgwuMOrAq3cAV+WaEQF1WwAPljQtAjYjSGCjwZvN3cBWwPUl+24DnJz7+e7AURWPEdcq8XdmoVR+c+DM3L7F8KcIufpA6mOVQxyXFuyPQLCTugQsFOvp1ddO2bj+itCG8IxwpqpbXO9F6Fb4PNllp2Kfw/ffUvhT1eNE0FT8nc4HGdUdeBWBamdl5+dKqdH7AodW6MCw52mElUWY2ze7HKPuwKumnKtFjgggOzL9sF9AXhRr+g23prevwilvEQUUUGDqBV4DxGfIDbr09MIUdPWNqZeYfAcjZPYI4GVdmrIxcN4cmnkNsGpu/whtfWWfcM05HM5dFVBAAQUUUKCHgJ+XPT0UUEABBRRQQAEFFFBAAQUUUEABBRRQQAEFFFBAAQUUUEABBRRQQAEFFFBAAQUUUEABBRRQQAEFxiHg8+rjULVOBRRQQAEFFBingNcv49S1bgUUUEABBcoFfP/1zFBAAQUUUECBtgm0+vrFwKu2nW62VwEFFBiPwI1ZsNWbclXHArHXpSCFnXI/j0CJCHqILd5DTgc2KzTprhR2FYFZbgoooMAwAq8CIjhnicLOEaKyzzAVuo8CCvxVYJSBVwun64Qtc7YRphSBAk8VvBcEDi+EJkVA0BdTiNXPgb8A82VBmksDEaS1QyHMKRawj2MVry+WzIKkzs6Cq1ZMx4zQgghperjPmM+bhensn7U1gohiuxnYNAvWiuuYzpYPf4rj3ge8Lr0YgaAnAt8FHk8L90fYVwRzdQK0ImAqgp/em9oXYVanANHGqC8MI1w0QoDi715nOz97ffsufYjrr2jnCbnjxH7Rngjr+jbwaBrrf05lI1yg06You3f235/uEnqV73MEmP4IWD81LPoaYxaBEPen9r8lCzjdEXhDrv3R7zjmtbmfRbujvzHGi6b2dwIJos4Yhz+l8hGU9Yc5/s4Ww9jC+eo+dUbb4vyNcKzO9q00Zt9JfY6fvwBYI41RftxiXGPcygJf6wy8asq5WsZdDJlbF7ikx7g0/YZb09s3x18jd1dAAQVaLxDXentmIUtxLVrc/jMFXX2+9b1sfgeemz4LRIhq2dYJiX1sDl1ZJ7tOv7iw/3tKfjaHQ7irAgoooIACCgwg4OflAbAsqoACCiiggAIKKKCAAgoooIACCiiggAIKKKCAAgoooIACCiiggAIKKKCAAgoooIACCiiggAIKKFBZwOfVK1NZUAEFFFBAAQUaIuD1S0MGwmYooIACCsyUwKTff2NNw1emdSZXSetrdtYsjHUafwjE+puxfmSs6/jbbF3MYptnasDsrAIKKKCAAgr83bVAGzKknh62NjR20heInuMKKKDALAhE+EJ+4dkIufpcyQfezqL08f4R4VfFxWr/O4Vdxf+6KaCAAsMIRHjN5YXwl6jnSGCPYSp0HwUUeFpgVIFXEZ4UoUARnNTZImQnFpWPYKDiFtcPEZLZCV2KxegjJOmeHmPzTymEYK1cmbLQogXSAvq7pHK92pE/3GLAaVlA1Grph0el/jyRK5QPf+r8OL4k2A84KQvgi2Cm/BZfLsTfqQjnK26XpT5H6FVxi5CvCH3qhHZFH96d/bulpOwywDnpi4t4OeqLIIcvp9Cw4i5xzbZ8Cifr1B/7RGDpDSX1d+vzEenvcFkQQYzrv2dflnwwV9/RwF4lRlEkQg8inOudqXwEh0XoVwSHjWKLPscYRQBbbBHaFaFjP+lTeXwRdG4WSLZsKnd81qaPZmMaY162vSRdL8f53dm6BTjVGXjVacukz9Uys8WzL+DOAlZKLx6aws6KIXmdfZt+P6jp7RvF75N1KKCAAm0U2CAFJS/XpfFxXXNMFpLqvavxj24E1oZ3BIYWtx+n69j4/D+XLT4PRFDrS3OVRFhuBKC6KaCAAgoooMBkBPy8PBl3j6qAAgoooIACCiiggAIKKKCAAgoooIACCiiggAIKKKCAAgoooIACCiiggAIKKKCAAgoooIACCky7gM+rT/sI2z8FFFBAAQWmT8Drl+kbU3ukgAIKKNB8gUm9/8Y6OGun9QvfMADT2Wktx9sMvhpAzTmVSs8AACAASURBVKIKKKCAAgpMl8Ckrl9Gomjg1UgYrUQBBRRovUAEJRye68WxaTH6Gws9myd9+C0GZEWxCGeIkIS7Wq9hBxRQYFICLwauyIJbXltoQATwRRCfmwIKzE1gLoFXse+LgDWykKX3A8Wb6J9OIUPFEKgFgbiu2Do1PcKWNsxuxn+vQlfWT0FOnaK7AxFMVdxWzUKKLswFakW40MF9btivA0TwVmwRDLQecG2h4rLwp2797OwaoX3xpUEnXCp+fiuwKXB7jz5vn/mekHt98xQKld+lLNwrQgSi3cUbE8VDRahWtKsT5nRq+rtaDLAq6/MhWf37A0/2aH8xLOobKVTrNyX7jDvwKgK44n1ji3TsK1NbHupzzhXPiTW7hILlq1kBuAiIALXYugU4TSLwapLnajfqRVJobvwNiO0CYNss8OyRLjs0/YZb09tX4c+sRRRQQIGpEnhlClKM66iyLd6zI+jquqnqdTM7s0S6z7hRl+ZFWGo+PHcuvchfZ0U9/5PCYX8+l0rdVwEFFFBAAQXmJODn5TnxubMCCiiggAIKKKCAAgoooIACCiiggAIKKKCAAgoooIACCiiggAIKKKCAAgoooIACCiiggAIKKKBAFwGfV/fUUEABBRRQQIG2CXj90rYRs70KKKCAAtMgMIn331inM9b17qx/OKhjrIcZ+8f6gY8PurPlFVBAAQUUUKD1ApO4fhkZmoFXI6O0IgUUUKDVApEAfWmuBxGc8B1gn0Kv4n3jOOCDhZ8/kMKu7my1go1XQIFJCjwvhV0tV2jE54HtJtkwj63AFAmUBV6NonsRHBWBTb8tqawYhHQ0sFd2jVEMxiprx1LAebkQvI8DB5YUjLCh04DV0mvXABEEFWGcZVsxOCqC9uLLgQcLhYvhT3GdE0E9t/VAexbw2RTi0ykWbT4gC2B4qsd+xWPtm8KT8ru8Bjg/LeAfP+8XaJTfN67hdkv7xM/D5t3Zv1v69DlCuiKo4Md9TpTiuRUhXxtnQV93lOw37sCrxVNw60rp2Cemvvf78mYz4Iy0T3zpUyXwKgKcIlzrhcAP0r8vA08U+l134NWkz9Vup8v8wGFpPKJMnH+bAD/rskPTb7g1vX2j+PtuHQoooEBbBOLa6cPZPasXlDQ43mc+lQVUxjWB2/gFdgSOAOL6sLjdBOyZXbd/e0TNeGkWbBrXPXF939niwZ2Pjqh+q1FAAQUUUECB4QT8vDycm3spoIACCiiggAIKKKCAAgoooIACCiiggAIKKKCAAgoooIACCiiggAIKKKCAAgoooIACCiiggAIK9BbweXXPEAUUUEABBRRom4DXL20bMdurgAIKKDANAnW//8Y6hLG20boleLHezveBX6XX5gWWBVYEYs3E4rZ3Wi/yyWkYCPuggAIKKKCAApUF6r5+qdywKgUNvKqiZBkFFFBg+gVenhaI7fT0N8CLC93eHFge2LXw898BK2ehBhGI4KaAAgoMI7BwdsPtcqATTtKp40vA1sNU6D4KKFAqMI7Aqy8A+wH3dTF/RQpMei2wBHAscGbF8SmGZXULvCqGOUVY0XpABHiWbUsCZ6cb/fH6HsBRQPHDfTGE6oIUZPVIj/bHlwgRcJUPDV09Cwa9uk+fq4R7RajYCbl6qtSbP2z0J/7WLpR+uENJ8EOxz6cDEVoQpv22fKhTr8ClcQdeLQPEWMW5F1uEjcW/4vgW+/OO7H3oqtwPI3Axzu0Idp3rVnfg1aTP1V5eeYs4r+I8ji/jyram33Brevvmet66vwIKKNAGgQjwjGu5Vbo0NgJCjwHubkNnWt7GuN6PsKk1uvTjY8DBI+5jBI2un6szQl3jHucfR3wcq1NAAQUUUECBwQT8vDyYl6UVUEABBRRQQAEFFFBAAQUUUEABBRRQQAEFFFBAAQUUUEABBRRQQAEFFFBAAQUUUEABBRRQQAEFqgn4vHo1J0spoIACCiigQHMEvH5pzljYEgUUUECB2RGo8/031p7cCzgkxxvrdB8EnAI82oV9HuD12fqI+wNr58rE2nyxRmSsldlv7cTZGVF7qoACCiigwPQL1Hn9MnJNA69GTmqFCiigQGsF/gQs0KP1/w58tPB6BD68JVtc9rbW9tqGK6DApAXi784VwFsLDTkH2HTSjfP4CkyZwKgCr+JG+IUpfOlm4C8jcorPp/+Q3WCPoKu4vojF61fM1d0t8CqKLJf9uzQLcFoslT8UiGCdp0ratlm2EP4Z6eexKH4EJdxSUq4Y/hShWHsDT/Tpb9Xgp3w1/cK95gcOA3ZLO/0I2Ab4xQD2/5S++IgwgtjK+lPscy/H4qHz/Y7XIhD1hpL2jTvwqtiHfbNr3OhHv60YhBblIxwjzpVLgDB/vF8lXV6vO/BqkudqP6L871+U7RXc1vQbbk1vX7+x8HUFFFCgzQIRpBr3qOLhjLItPmNG2NU1be5ki9oe18jdrrci+HXPLJD21hH3Z9WS8Y3rjLNGfByrU0ABBRRQQIHBBfy8PLiZeyiggAIKKKCAAgoooIACCiiggAIKKKCAAgoooIACCiiggAIKKKCAAgoooIACCiiggAIKKKCAAgr0F/B59f5GllBAAQUUUECBZgl4/dKs8bA1CiiggAKzIVDn++9rgPOBpRNtrF24FXB9ReoFs7UtY63E+NfZvg5sAdxTsQ6LKaCAAgoooED7Beq8fhm5loFXIye1QgUUUKC1AhFa1QlAqNKJP6SAmrKAiCr7W0YBBRSIa9HLgXcWKL6SBYtsII8CCoxcoCzw6ljg1xWOFCFXd6SApbj53S/0qVeV82VhWS/KgoReDrwaiMCC5bMQrWWB5/TYsVfgVdysj75snfa/EXhfCizKV1ksdyqwU7YI/2Mlxy0GJ/U6fn73YcKN+gVeLQKcDGxYYayqFjkd2BGIse1sw/Y59m9K4NXGQIQmdrbNgTMroMR70i5Z6NpnupQNpwjwuhK4Kju/fgo8WaHeok2EPUQb4/ep31Y1HGzYcRvHudqvT8XAq17j0/Qbbk1vX7+x8HUFFFCgrQIfTu/ZEeZZ3CLM9EDg+LZ2rmXtXgk4HIhrkeIWnxci6OroMfTpGcBPgPw58G3gzWM4llUqoIACCiigwOACfl4e3Mw9FFBAAQUUUEABBRRQQAEFFFBAAQUUUEABBRRQQAEFFFBAAQUUUEABBRRQQAEFFFBAAQUUUEABBfoL+Lx6fyNLKKCAAgoooECzBLx+adZ42BoFFFBAgdkQqPP9d5u0RmRHdg/gKKDYhl7ysS5nrDO5Vq5Q1fUTZ2NE7aUCCiiggALTL1Dn9cvINQ28GjmpFSqggAKtFTgP2Khi6/8IrArcVLG8xRRQQIEygUuAdxdeuAxYWy4FFBiLQFng1copxGcsB8xVGp89l0zhBFv0Cbbq1pZ+gVPFIJ0IzosAvfy2DHBBFoD0ivTDXjfzmxQiVAw+GsV4RXBTmD2Uq2zYPkcVTQm8GiRQqegYgWj7pn/9jO8G4n0szrGbgcd77DBMsFRUN42BV+sAF+esDLzqd6b5ugIKKKBAR2D1dC2ZfzAjr3MMcGQWgPpLyWoROLjHNVNcH0XY1S/G1JKPAEfk6n4KeG0WKnr7mI5ntQoooIACCigwmECrH6AZrKuWVkABBRRQQAEFFFBAAQUUUEABBRRQQAEFFFBAAQUUUEABBRRQQAEFFFBAAQUUUEABBRRQQAEFFKhRwOfVa8T2UAoooIACCigwEgGvX0bCaCUKKKCAAgoMJFDX+++8wIHAPql196b1dW8ZqLV/K7x+tn7Ol3P7HQdEeNafhqjLXRRQQAEFFFCgfQJ1Xb+MRcbAq7GwWqkCCijQSoFPZAnQ+1doeXzYfSfwzQplLaKAAgp0Ezgf2LDw4tVZaMiaWWhKLFbtpoACoxeYVODVAsB2QCyKv1CFbl0PXAv8V7o2icXrY+sXeBWBWmcDK6byRwN7ZV8C/Dl3zN1SEEL8KEKKNgXu6tKmYcOfhgk3ehVwLrBsl74aeFXhxElF5hJ4FVXMA6wC7D5AAOOPsh3jWvqi7Dz9S0lThzknopppDLwq/l4ZeFX93LakAgooMKsCLwF2TWFX85cgxP2pg4D4POk2foG4J3h4FvoZQbLF7cF0/f3FMTZjMeBnWRuelTvG54CdxnhMq1ZAAQUUUECBwQRa/QDNYF21tAIKKKCAAgoooIACCiiggAIKKKCAAgoooIACCiiggAIKKKCAAgoooIACCiiggAIKKKCAAgoooECNAj6vXiO2h1JAAQUUUECBkQh4/TISRitRQAEFFFBgIIG63n+La3vGeoTvBX4yUGv/Vri4FuWVQKyp+NAQdbmLAgoooIACCrRPoK7rl7HIGHg1FlYrVUABBVopsEkKieg0/tEsEGLhkp7EwrZXtbKHNloBBZoicCbwvkJjYpHyNYDHm9JI26HAFApMIvBqPmAP4LASzx8AtwK3ZQF4/5kWrr8v93egXwhUscoIQIjjRKhVbFH3xlmo1R3pvxcFTsl+vl7676OAvYEnuox1kwOvxvUlxLB9DsJ8qFP898rADSW2VUOchv0VnGvgVee4cb/khVnI69uBjYBV+wS2/R7YIV1PF28UGXj1/0ZzHeDi3OAaeDXsme5+CiigwGwIbJOCrsrClR5JgagRcuo2foFnpqCrnbsc6kvAnsADY27KGelhnM5hHgZeBsT/uimggAIKKKBAMwRa/QBNMwhthQIKKKCAAgoooIACCiiggAIKKKCAAgoooIACCiiggAIKKKCAAgoooIACCiiggAIKKKCAAgoooECJgM+re1oooIACCiigQNsEvH5p24jZXgUUUECBaRCo6/23uPZl2K0OXD0EYqyTeToQ6zTGeuD3p3Uy7ynUVVxPdJA1Kauu7ZlfjzK/nmeszbh4CvV6F7BKalus9fkt4AvAzdmaUH8ptHkB4C1pzaC3pjpi3cbvABeltRsN9hripHEXBRRQQIGpEqjr+mUsaAZejYXVShVQQIFWCvwLEMET3bYns9fXBb7Wyt7ZaAUUaIrAF4GtC425KYVdxYLlbgooMD6BSQRexc3lc4DFUrfi5nIETR0P/BYofqDO934p4DzgtemHHwcO7MMToUQX5oKJtk0hV7Fb3Dy/PL0W7Yjgq2t71Dds+NMw4Ub9vgDofAmxVmrvjSk48O4Rny7D9jma0ZTAq0EClQbhiy+VIkwhviiJY4TVQoUKYjw2BL5X+Pkw50RUEV/qnJWFza6U6jsxBboVwyGHHbdh2tXvXO1nOkggWdNvuDW9ff3GwtcVUECBJgvEe98uKby0rJ0RYnoI8Ismd2KK2hbXN4cDS5b06S5gL+CCmvob1z1xTfSadLztgM/XdGwPo4ACCiiggALVBPy8XM3JUgoooIACCiiggAIKKKCAAgoooIACCiiggAIKKKCAAgoooIACCiiggAIKKKCAAgoooIACCiiggAKDCfi8+mBellZAAQUUUECByQt4/TL5MbAFCiiggAKzJ1Dn++/2wAk54ouB+FmsszmObVKBV79JAVw7l6y/mO9nhF7tDTyQfhhrncf6oWv3wIjArH1S+FWvtUnH4WmdCiiggAIKNEWgzuuXkffZwKuRk1qhAgoo0FqBSDz+U5fWP5UW74/kYzcFFFBgWIG4ERc33/Lb97MU9jVTgvyw9bqfAgpUE6g78CoCgg5LAT2dFsYN6E8DEaTZbxsmxOd5WSjR6SlEL+o/FdgpW4T/j8B+ucCsa7KAhC2zv0n39mjEMMeP6sYRIvTM5Pah1N4I7Iq/nTf0Qxzw9WH7XOx3/PfKXdr3XOBM4J2pbd1CnAZs+tPFi33YFzh02Mp67LcwsAHwUSBCoDrb7inULb/rMOdE7F8Ml5rGwKvVs/Cwq7s4N/2GW9PbN4bT3ioVUECBWgQ+kcKuIvCzuEWoZISgRoip2/gFnp+Croqh1Z0jHwvs2eN+4jhb+EHgPblrynEey7oVUEABBRRQYDABPy8P5mVpBRRQQAEFFFBAAQUUUEABBRRQQAEFFFBAAQUUUEABBRRQQAEFFFBAAQUUUEABBRRQQAEFFFBAgWoCPq9ezclSCiiggAIKKNAcAa9fmjMWtkQBBRRQYHYE6nz/fQ1wPrB0jverac2e/6i45uYgIzOJwKsIufoAsEXFhh6Xrf25F7AccFJhncZuVdwNbAVcX/EYFlNAAQUUUGDaBOq8fhm5nYFXIye1QgUUUKDVAr8AlizpwfuyD4hnt7pnNl4BBSYtcDQQN6ry249TKM2vJ904j6/AjAjUHXhVDDa6FdgYuKOidwTkRVBeZ4twgwP77BufcXdL4VBR9HZgI+C3hSCsPVIoUfEDfb76YcOfhgk3KgYblfU1+nVkroFV+lCR+uliw/Y5Ksj3O/57UoFXSwHnAa9NvToAiH+9xnqhFCC2PBD/bkkBaU9UAIzApguycy7qiC2+ZImxyQfJVrUpHu4dwFW5H05D4FXeIoLbwu+mLs5Nv+HW9PZVOH0tooACCjRW4JLs/fjdudb9Twq6ijBVt3oE3p8enIlA2eJ2W3qo5Mp6muJRFFBAAQUUUKBlAn5ebtmA2VwFFFBAAQUUUEABBRRQQAEFFFBAAQUUUEABBRRQQAEFFFBAAQUUUEABBRRQQAEFFFBAAQUUUKAlAj6v3pKBspkKKKCAAgoo8LSA1y+eDAoooIACCtQvUOf777zA7mmdnmJPY83NCMO6FPgR8PgIKOoOvLoXuA94XWp7rDcU6yF+N/XnZSkIK8KqOmsxxvqCnwDeC6wIRJjVKcCFQNS3cFp/MNbWjDU4O1tYxfqjD4/AySoUUEABBRRom0Cd1y8jtzHwauSkVqiAAgq0WuAy4F2FHsQCt6e2ulc2XgEFJi1wBPCRQiPuTOEiP5904zy+AjMkMOnAq2uACNF8oIL5oulmdoRVdbYqgVdRdpkUQPSKtOPmQPzNuSirc7F0ozsCFCLUqNc2bPjTuAKvVsj1Idp9AxB9+2UFzygSwULHAxFwGkGDV2RWX8mCnSJAorMN2+fYv2qoUzEIrVuIU8Vu/V2xFwNnAm9Nr5ycfXHx4SyU4Y89KlwEiHIbpjJxrm6ZzpV+7SiGlZUFXhXDymIsru5TcXyBtX9y7RRte+DVM1MY3YdSh+J3cJPsPP5ZF4um33Brevv6nbu+roACCjRZYDkgQq/iff2cFHYV13Nu4xf4p/QAzQZdDnUosO/4m+ERFFBAAQUUUKDFAn5ebvHg2XQFFFBAAQUUUEABBRRQQAEFFFBAAQUUUEABBRRQQAEFFFBAAQUUUEABBRRQQAEFFFBAAQUUUKDBAj6v3uDBsWkKKKCAAgooUCrg9YsnhgIKKKCAAvUL1P3+u2Bar6ezvl63Hl8PXAtcl615+J/AI0PQ1B141WlihFjtl60HdRLw50K75wP2AA4r6U+sc75jCr0qvrw08MUUihWvRRhWlTVCh2BzFwUUUEABBRovUPf1y0hBDLwaKaeVKaCAAq0XODL7wBsL8ne27YDPt75XdkABBSYpcHDJYti/AtYAbp9kwzy2AjMoMOnAq7iJ/J4sXPM7fey73bQuCxIqqypu+h+bBUFtnV48CrgfiMX5Y4sgz52Ax/q0Y9jwp3EFXhX7Fc0Pk70q9OWFKUBs3VyfI8QgAq/y27B9jjqaEnj1LOCzWajXtqljVYLW4t5IXAN/OoexRQrOKt70KZ42EV51QbbvQumF3YE45/LbOsDFuR/EceJLm+IXNvl9IrgtAj7iy5jO1vbAqwiyOx1YK3Uo3GKcun3h1vQbbk1v3wy+zdllBRSYMoFdgf8Gvjxl/Wpyd3ZJD88sUNLICFuN684bm9wB26aAAgoooIACjRDw83IjhsFGKKCAAgoooIACCiiggAIKKKCAAgoooIACCiiggAIKKKCAAgoooIACCiiggAIKKKCAAgoooIACUyfg8+pTN6R2SAEFFFBAgakX8Ppl6ofYDiqggAIKNFBgEu+/sc7nDsDHgOdUNIkArK8BlwJ3AH+psN+kAq/6rZ24JHB2LrwqunJr1q9N+6w7vD1wQq7fm6f1HytQWEQBBRRQQIGpEpjE9cvIAA28GhmlFSmggAJTIfCBlJYcndk5hUVMRcfshAIKTERg/+yonygc+T5gzSz05ocTaZEHVWC2BeoOvJofOKwQphlBmnsDv+syFM9PC+l/pOT1bmE/ZVWtnwtHiHC9B4E3p4IRsHNKhVNh2PCncQVeRZOjTWcCi+faH6FX8bf2gS59elEKLogAp852PhA3+B8u7DNsn6OaYQOvvg5E2+6pMCZVi+wDHJIK3wlsCNzWZ+diwNTdmemO2Rcnl/f4AmipFK4VoVexxT5xrO8VjvUaIMw74VW/T19KxRczZTeVlgeOKXxpE1W2PfDq5SnEa7nkcwAQ/7qFijX9hlvT21f198VyCiiggAIKLJuuFzvXNEWRfXPhsWopoIACCiiggAL9BPy83E/I1xVQQAEFFFBAAQUUUEABBRRQQAEFFFBAAQUUUEABBRRQQAEFFFBAAQUUUEABBRRQQAEFFFBAAQWGEfB59WHU3EcBBRRQQAEFJing9csk9T22AgoooMCsCkzy/XcJYNe0tmLV4KsYp28BnwSu6xN8NYnAqyprOT4rrckY63x2tgPTOoNP9TgRi2tfus7RrP7W2m8FFFBAgUlev8xZ38CrORNagQIKKDBVAiunD7l7Ap+aqp7ZGQUUqFsgAm0OLRw0Am4i7Oo7dTfG4ymgwF8F6g68imOuClwILJQbg+8CnwO+CTwKzJeCgFYDNs+FOd2b9lks/e8ggVdLAhEmtGJh7G8GNgXuqnBODBv+NM7Aq3mzkKoPZ22PgKu86R2Z2xeBa4BfZl9YzAO8Mv3NzZtGtyOUaSvg+hKDYfscVVUNvCr7QiLOiUuBJ4AIKIv/3y0EqcLQ8Q7gqlzBdYFL+uwYtrunsId80QiqOgP4PvB4sn0Z/PUY2xTCx8IgQt6eLBxrAeBgYI/czyP06kspAOqnqd4Im9gMWC+Nb5yvEUq2Rp/fgWHHbZznahn3oOPS9BtuTW9fld8VyyiggAIKKLBfdj1+UBeGK1IY7Y9kUkABBRRQQAEFBhDw8/IAWBZVQAEFFFBAAQUUUEABBRRQQAEFFFBAAQUUUEABBRRQQAEFFFBAAQUUUEABBRRQQAEFFFBAAQUUqCzg8+qVqSyogAIKKKCAAg0R8PqlIQNhMxRQQAEFZkqgCe+/se5nrIO5OrB+ti7mqyqOwBeAWA/ovi7lJxF4dQEQQVaP9OhDrOMYAVf75MpE36/u0++lgPOA16ZyH0/1VOSymAIKKKCAAlMj0ITrl6ExDbwams4dFVBAgakUeB6wY0pAnsoO2ikFFKhFIAJDPl040mMpsOPbtbTAgyigQJnAJAKvIswqQn4iBGiQ7avpZvvW2c3t3dKOEeb0vuxa5YEKFZXd9I7djgIikC+ClfptTQ0RCtMdgEMKoVf9+hOvRzBW7BthV2WBUsP2OequGngVZWNMj+zS4EGCzbr1+cXAmcBbU4EIYIz2PdUHacEUePWhKpiFMsdngVgfzc73CLIq214OnJp98RLGVbYYq+2AVbIwrE+mHbrZDDtudQZexf2n+AItvoyK7cb0+xwBbN22pt9wa3r7qpxnllFAAQUUmF2BCL0/HHhTCUGEfO4FHDu7PPZcAQUUUEABBeYg4OflOeC5qwIKKKCAAgoooIACCiiggAIKKKCAAgoooIACCiiggAIKKKCAAgoooIACCiiggAIKKKCAAgoooEBXAZ9X9+RQQAEFFFBAgbYJeP3SthGzvQoooIAC0yDQtPffWIPvOcByaW3ENYDX9YC+LK0NXrZG3yQCr6qu35lf1/BOYMMs7Ou2PidUBIGdCyybyhl4NQ2/gfZBAQUUUGAYgaZdvwzUBwOvBuKysAIKKKCAAgoooEAfgQjNKy6K/T/AmsC16imgwEQFJhF4FR1eANg2hfbEzfZeW4T8fDYFA8VC+/lgpHuBd2f/bqmouGp28/rCXChUBBGtN8DfoiaHCMVn+fii4gBg7Yoep2UhV/sDv+xRftg+R5WDBF69EIjwpnVL2nIlsBnwUMV+lRWLwLPoa7QptiuALYAHK9QZvycRCvax9OVQv13iy6B/B74A/LlP4ZcCBwFb9ikXgW97Aj8puLY58GoR4OT05VN0v8qXV02/4db09vU7d31dAQUUUGB2BSKMNoI6y7bzU9hVr2vG2ZWz5woooIACCihQRcDPy1WULKOAAgoooIACCiiggAIKKKCAAgoooIACCiiggAIKKKCAAgoooIACCiiggAIKKKCAAgoooIACCigwqIDPqw8qZnkFFFBAAQUUmLSA1y+THgGPr4ACCigwiwJNf//tBGDFuo8f6LKW5HFpDaDHCgM4icCrqiFU+bUobwU2BmJt0V6bgVez+BtqnxVQQAEFygSafv3Sc9QMvPKkVkABBRRQQAEFFBiVQNwsO6mksncBl4/qINajgAJDC0wq8KrT4JcA6wDxN2GlXJjQTdnPv58FOF0MfCtbfD+CrjrbCsBFWTjSYukHB6aQp6cqKCwKnJJCrqL4NSloKIKzqmzDhj/VebN9HuDVqY/R3jfkXOMG/w+AbwBfy0LHfp2FQBVvYBQdhu1z1DNI4FWUXzCNxwZZ+2KcF0qNqfoFRb8xzJ87EXYWwYs39Nsp9/rCwDvT+bpUFpr1xtxr+XM26ix+GdTrMJ0xiy9hVsvVG2MV5/95WVtvzgK3nkyV5F3bHHi1HHBp+l2uGj7X9BtuTW/fAKe7RRVQQAEFZkQgrocOB/65pL/3p4dcvjQjFnZTAQUUUEABBcYn4Ofl8dlaswIKKKCAAgoooIACCiiggAIKKKCAAgoooIACCiiggAIKKKCAAgoooIACCiiggAIKKKCAAgooMMsCPq8+y6Nv3xVQQAEFFGingNcv7Rw3W62AAgoo0G6BNr3/H9HpewAAIABJREFURj7E69L6mmvn2Lut1WfgVbvPTVuvgAIKKKBAN4E2Xb/8XR8MvPLEVkABBRRQQAEFFBiFwFbAqSUVrZfCakZxDOtQQAEFBhEoBl7tARxVIfRpkGNYtrkCEah1LLB1amIERx3s+E9kwOLe025ZqNmn09EvBLYBHu7TmqbfcGt6+yYy2B5UAQUUUKCRAs/KwkaPAD7UpXVfSGFXDzWy9TZKAQUUUEABBdom4Oflto2Y7VVAAQUUUEABBRRQQAEFFFBAAQUUUEABBRRQQAEFFFBAAQUUUEABBRRQQAEFFFBAAQUUUEABBdohUOfz6rE+wSdzLDFHfnvggSGpigtS3wpsDNwxZH3u1n6BVwHnAsumrnwcOLD93Xq6By8BTgfeltaa2A/4c3o11qDYFjgJuBuIdauun6K+2xUFFFAgL1Dn9YvyCiiggAIKKPA3gTa+/y4EHJk+K3XGMdbN3Bt4IjewBl55liuggAIKKDCdAm28fnl6JAy8ms6T0l4poIACCiiggAJ1CmwCnF1ywHiw5rw6G+KxFFBAgZzAqtmDXfHQYNzAvxd4d/bvFoVmSmB94Mupx9cAW6ZzYaYQGtDZYvjc5sCZFdrV9BtuTW9fBWKLKKCAAgrMgMB7gcOBxUv6+vMUdPWVGXBoUxf/Ffh2rsHDTFxaAHgLsBnw1sL4rwzc0CYQ26qAAgoo0DoBPy+3bshssAIKKKCAAgoooIACCiiggAIKKKCAAgoooIACCiiggAIKKKCAAgoooIACCiiggAIKKKCAAgoo0AqBOp9XLwZeBdCuwNElC2dXwTPwqorSbJWZ5sCrON9jbutOQMyR3DQLeLu9MLyxDsWJwEbAxSlQ7rezdQrYWwUUmBGBOq9fZoTUbiqggAIKKNBXoI7332cDHwVWAOIz0GNArK/3UN/WdS8QdV2UfVZaLBW5DNgCeDi3i4FXcwB2VwUUUEABBRosUMf1y9i6b+DV2GitWAEFFFBAAQUUmAmBfJhIvsNxY+yMmRCwkwoo0ESBebOHBPcH4iHC2E5ND0LFlwFusyNQDFraADDQof7xz4fPDRI81vQbbk1vX/0j7REVUEABBZok8ELgiPTQSlm7PpvCrp5oUqNty18F5hp4tVQa+7W7eBp45YmmgAIKKDBuAT8vj1vY+hVQQAEFFFBAAQUUUEABBRRQQAEFFFBAAQUUUEABBRRQQAEFFFBAAQUUUEABBRRQQAEFFFBAgdkUqPN59bLAq7uBDYHvDcFv4NUQaFO+yzQHXm0CnAQs1CcobnXgglQufucOA56c8nG3ewooMHsCdV6/zJ6uPVZAAQUUUKBcoI7330WAk9N9gmhFhP1unAX+3jGHQXk+cBawWqrjSmCzQojWXAKvlgMuzQVqfRw4sKS9xbVvupUr7pq/l1LVY5o/G8/hVHBXBRRQQIEZFKjj+mVsrAZejY3WihVQQAEFFFBAgakXWAv4akkvtwVOmfre20EFFGiyQPHmtUFHTR6t8bZtXeD09IDbadmXNjsDj473kNaeE1gQOBbYOv1sc+DMikJNv+HW9PZVZLaYAgoooMAUCmwDHA48p6RvP0xBV1dPYb+npUtzCbx6E3A8sGwPDAOvpuVMsR8KKKBAcwX8vNzcsbFlCiiggAIKKKCAAgoooIACCiiggAIKKKCAAgoooIACCiiggAIKKKCAAgoooIACCiiggAIKKKBAmwXqfF69LPAq7M4HtgceHhDSwKsBwWag+LQu6r0EcAYQcyW/DmwB3NNlPPO/F/cCsR7FdTMw9nZRAQVmS6DO65fZkrW3CiiggAIKdBeo4/13/hTau1uuGXNd7/K5aY2+d6Y6Rx14VTXIqmq54ggYeOVvpQIKKKCAAsML1HH9Mnzr+uxp4NXYaK1YAQUUUEABBRSYaoF3AJdniezzFnr5obS48lR33s4poECjBV6UFviPh55iuyR7+OkDwP2NbrWNG5fAwsAxwJbA74H1gGvHdTDr/TuBFYCLgMWGeHi36Tfcmt4+T0cFFFBAgdkTeDlwBPCeLl0/CIgHQ9yaLTBs4NULs2uuE4EIfM1vcQ0cQWePpx/uC9zSbAJbp4ACCijQcgE/L7d8AG2+AgoooIACCiiggAIKKKCAAgoooIACCiiggAIKKKCAAgoooIACCiiggAIKKKCAAgoooIACCijQUIE6n1fvFngVNLsCRwPF9vRiM/CqoSfVBJs1jYFX8wEHADGPMbZtgVP6GM9lTYoJDp+HVkABBSoL1Hn9UrlRFlRAAQUUUGDKBep6/90sBf52OIcNye7s/5q0Vt/S6QcnZ4HbHwb+mBuvudxfiADvE3J1fTxbT/jAknPBwKsp/wWxewoooIACjRSo6/plLJ038GosrFaqgAIKKKCAAgpMtcBbgCuAuNmV3yJd/jNT3XM7p4ACTROIv0PxoFN8to2F3BcH3pX+t9PWzYEzm9Zw21OrQHxxEudAnB+nATsDj9bagtk8WP5LsXuB+F28bgCKpt9wa3r7BqC2qAIKKKDAFAjEBJnDgWeU9OVb2YMrewE3TUE/Z6ELwwRexeehmPhxUg4oPh99Mv3Ma99ZOHPsowIKKNAcAT8vN2csbIkCCiiggAIKKKCAAgoooIACCiiggAIKKKCAAgoooIACCiiggAIKKKCAAgoooIACCiiggAIKKDBNAnU+r94r8Op2YBPgtgFw57Ig9QCHsWiLBKYx8Gp54IK0tsc1wJZArDXRa1sgzY/dJRVyjZgWncQ2VQEFKgnUef1SqUEWUkABBRRQYAYE6nr/XRI4G1gxZ7o38GngyQGdI0A49s0HUJWFCM8PHAbE2r+x3QlsWOEexYLAscDWuXYZeDXgIFlcAQUUUECBMQrUdf0yli4YeDUWVitVQAEFFFBAAQWmVuCNKexqkUIPP5oeHpjajtsxBRRorECvBwWPS4v7P9bY1tuwOgTiS5w90hc0sfD/FsDFdRx4xo8RAZnnAIsBhwD7D/gFXNNvuDW9fTN++tl9BRRQYGYEXgccAazapcd+Vm/fqTBM4NUSwBlA7NvZ4nNSPKA06ANQ7ROzxQoooIACTRPw83LTRsT2KKCAAgoooIACCiiggAIKKKCAAgoooIACCiiggAIKKKCAAgoooIACCiiggAIKKKCAAgoooIAC0yFQ5/PqvdaxCM3TgJ2BRyvSGnhVEWqGik1b4FXxHC9bmL3b8ObXpvh6WhPknhk6F+yqAgpMt0Cd1y/TLWnvFFBAAQUUqC5Q1/tvZDtEeO9nck2LdQ5jLaAjgarrX84DvA+IdTMXSnXdAEQg8C9Luh1hV1F/Z9sVODpb56/Y7/yuq6eA4k798ZqBV9XPKUsqoIACCigwboG6rl/G0g8Dr8bCaqUKKKCAAgoooMBUCrw+S4+/PLsR9oJC7+IhnYOmssd2SgEF2iCwPXBCSUPPTw8I/rYNnbCNYxd4YRa8dCKwLnAJ8AHg/rEfdXYPsGjy3gi4DIiHEe8bkKPpN9ya3r4BuS2ugAIKKNBCgV4TZr6Wgl9/3MJ+zXqThwm82gY4OQfX66GlWfe1/woooIAC4xfw8/L4jT2CAgoooIACCiiggAIKKKCAAgoooIACCiiggAIKKKCAAgoooIACCiiggAIKKKCAAgoooIACCigwiwJ1Pq9enL8Xi0fH2hZL5+C3S/O6ei0o3Slu4NUsnrG9+zxtgVf50KqbgU2BuyoOeyy4/rkUdBW7DBKWVfEQFlNAAQUmJlDn9cvEOumBFVBAAQUUaJhAne+/z0/r7a1XMPhuCsKK9Xsf7uIzX7rP8BFgy1yZCM3aATi7S4jVqsCFuXCsu7PPX1sB15ccJ8K01kyfuRYvvG7gVcNOXJujgAIKKDDTAnVev4wc2sCrkZNaoQIKKKCAAgooMJUCrwGuyB60+cdC7yLoKh7ScVNAAQUmJfDmtJj/SsAzgFjc/TTgIuDxSTXK4zZSYHngAiC+cIkHSo/u8kVOIxvfokbFvabNgNOBXl+C9etS02+4Nb19/Xx9XQEFFKgq8F7gJcBRVXew3NgF4qH/I4AVSo70GLAncPzYW+EBxiUwaOBVhJJ/Hlgn1yCvdcc1OtargAIKKFBFwM/LVZQso4ACCiiggAIKKKCAAgoooIACCiiggAIKKKCAAgoooIACCiiggAIKKKCAAgoooIACCiiggAIKKDCoQJ3PqxcDr1YGXg2clGv07cAmwG0VOmLgVQWkGSsyTYFXCwCHA7ukMTw0rUf11ABjuk0KkItdLgE+ANw/wP4WVUABBZoqUOf1S1MNbJcCCiiggAJ1C9T9/vsK4Fhg9S4dvSlbF+b7wK/S6/MDsSbismlNxOJun0ifsbqto7loCtnaKLfj74DPApcBvwTiPsQbsmP+G7B2KheBWH/JgrHelv7bwKu6z0yPp4ACCiigQHeBuq9fRjoWBl6NlNPKFFBAAQUUUECBqRSIG2iRDP+yQu/iQYOPTmWP7ZQCCiiggAIKTFqg6Tfcmt6+SY+fx1dAgfYLvDZ7QCEeStgQ+DXw9izQ8M72d6v1PYjP4RFoVbadm4JgOw+3tL6zM9qBQQOv1ge+nLO6GdgUuGtG/ey2AgoooMDkBfy8PPkxsAUKKKCAAgoooIACCiiggAIKKKCAAgoooIACCiiggAIKKKCAAgoooIACCiiggAIKKKCAAgoooMA0CtT5vHpZ4NV/lSwo/Xlgt2ze32N9wOcaeLUw8E7gXWlB7Nel490B/AC4Bri0T0DQO4Crcu3cHTiqT7tjncr9gANz5VbJ5px+s89+y6X2LJbKbQ6cOcKTcr5sLaQVgbWyvkcY2b8ACwG/B36YLd4di3hHaFLYPFnhuPl5fbcCGwM/BZYBPpzVsy7wnFTv17Lws/OAu4HiORmHekHWhvcA7868V0r7RdmY+3chEPs/Cswl8GoU50OHpXhudhY8XxDYMpuruFWyjj58AzgL+Fa25lR+4fXXAOcDS6dKY5H3qyu454sUPTbI/L8yYB0WV0ABBZooUOf1SxP7b5sUUEABBRSYhMAk3n9fBBycAqaG7XN8po3P4BG2/ec+lcTn2FPSZ8sqx7sB2BnYPv2LfQy8qiJnGQUUUEABBeoRmMT1y8h6ZuDVyCitSAEFFFBAAQUUmEqB/w1ckXugoNPJSG/fdSp7bKcUUEABBRRQoAkCTb/h1vT2NWEMbYMCCrRTIB7yj4cR4uGHeXJdOD09mN7OXrW/1THp4oiSz+bRs/tSCNYZ7e+mPcgmcQwSeBUTRo4Fts7JxcShA4CnemgWJ4/EA09rAvFw0iDbounhp/XSThGKFyF58b8RzrZTrrI4xnbAORUOEN9dbpsewOoUj/13yB60Ojs3Cei5aZJTTNSKrTORKCZpVdmG3T8m8MRkqOh3TAzrTIaqcsxh2lm1XsspoIACTRHw83JTRsJ2KKCAAgoooIACCiiggAIKKKCAAgoooIACCiiggAIKKKCAAgoooIACCiiggAIKKKCAAgoooIAC0yVQ5/PqZYFXMf9qeeACYPEc7RZpnlNZ+FGn2LCBV7FfzKv6WApO6jWiMQfruDS363clBaPNEVYUIUyxxbzRHVNIVLd6FwFOTvPGOmWqBGXFAtonpB0GnffVq48x7/XtwCHAGyqc3hHM9Engumzu7F96lC8LvIq5Y5/r4n5qmj+XDzqL+X4xh67fWMX8t1iz6a5szui5KcAsmtZtofF8s0d5PnQ7N6Mdsbj6McBGJWZxnsXcumtzr0Xo25Hpv2/MwsLelwLBKgzR00WK8yWPBvaqsMj7IMewrAIKKDAJgTqvXybRP4+pgAIKKKBAEwUm9f4bn1kjJDo+N689AEx8zop7DbG20E+6hCuXVRfrncQ6M/2O9YW0ltQjKfg6PrP3+hxaXPumyufVqC9/L6XqvYC5hEEPQGxRBRRQQAEFGi8wqeuXkcAYeDUSRitRQAEFFFBAAQWmUiBS4i9PC/fmO3g88KGp7LGdUkABBRRQQIGmCDT9hlvT29eUcbQdCijQLoFNswce9s8CZeJBgOL2o+yh8H2yCQCXtatLrW/tQmlySUxIKdtiokg8sP9w63tqBzoCgwRerZpNZrkQiPMktnuB9wDf6cNZnBwVxeOhoYMHeOgp9om2xn2jzvHzk3RekSY8RTBUZ4sJXZtnAV2/7NO+ZVIw1tK5chHsFef647mfDRtY1ali0P3jO9W3AYdVnAzVrZtVH8ryt0IBBRRoq4Cfl9s6crZbAQUUUEABBRRQQAEFFFBAAQUUUEABBRRQQAEFFFBAAQUUUEABBRRQQAEFFFBAAQUUUEABBRRotkCdz6t3C7yKOUa7AJ/JUcV8oZifeXsPvmECr16SFqIuCx3qNVIxj2ubrE0RrJTf5k9zoyKcKLYqwUQx1ysW3Y75Yp0t5jV+OJvv9ccujSgGF5WFQw1zpkW9+6Z/g+wfC4cfBHy2R3hSMfDq88CehWCz/DE3AL6S+8ELewRElbU12hSBYGsAr00F+i0gPurzodOu4rkZwVXP7LG2VMxpjPOrM6+1GIoWoWt7AH8aZJBS2XxwlvPwhgB0FwUUaKRAndcvjQSwUQoooIACCkxAYNLvv3HvID4nvjULC35zFj79yvS5Oh+efVMKt7oyhTTfP6TTfNnaL7G2y3vTsSK8Obao/5oUtPxfKQS6+Pmv2+dQA6+GHAx3U0ABBRRQYA4Ck75+mUPTwcCrOfG5swIKKKCAAgooMLUCz0mLFq9Q6OEpwLZT22s7poACCiiggAJNEWj6Dbemt68p42g7FFCgHQL/koKuIiinuD2VJl4cDfyqHd2ZmlZuAhwB/GNJj+5MkyUunpre2pGOQNXAq4XTBJgtc3SDTPxZP5sI8+XcvlcAWwAPVhyK+H5xP+DAXPkIszoz999xDp+UC8SKlw5Jf2+e7HKcsn59PbXtnsI+gwZWFQ85yP7R35h0FpOIOgFfFan+rpgTbYaVcz8FFGiLgJ+X2zJStlMBBRRQQAEFFFBAAQUUUEABBRRQQAEFFFBAAQUUUEABBRRQQAEFFFBAAQUUUEABBRRQQAEFFGiXQJ3Pq3cLvAqxRYETgXwQVQQkRVjPY11IBw28ioWx4xjr5ur7XZrf9DXgp2mx6pcCq6QAok5wUuxyM/D+khCuzYAzcnWuDlzd4zTYPh0zX6RfUNar0oLay6addkh9mcvZFgt4R4jSYYVKYmHwmNP2beBRIOanvSV5xKLi+W3vbG7Yp4GyuW3FeX2d/WIu2KeS0TOANwBvT/PqOouRRxDX4YWAqAi0+hJwejY37udZ4FZnAfIPAGt3gegVeDWu8yGaUjw38807Po1/zO1bAlgrnXvn5AoVQ9HmMt4xDpfn5vDF+X/JXE4c91VAAQUaIFDn9UsDumsTFFBAAQUUaISA77+NGAYboYACCiiggAIDCLT6+sXAqwFG2qIKKKCAAgoooMCMCMSDFLHQ8cqF/sYDK7H4sZsCCiiggAIKKDBugabfcGt6+8Y9PtavgALTIbBACp75CBAP2he3y4AIurpqOrrbml68OE1uiIkjZdtRwF5dJlW0ppM2tKtA1cCrYphUTICJezZVQ9CWBM7OJn+smFoS+68HXFtxbBYDTssmAq2WyscEqAiEuiu3f/yNOThNJOr8+F4ggrGuKzlOfGe5SwrZq1J+kMCqsm4Nsv/ywAXA4oWK7k6Tv2LiUgQElm0RKh9jE2axGXhV8SSzmAIKtFbAz8utHTobroACCiiggAIKKKCAAgoooIACCiiggAIKKKCAAgoooIACCiiggAIKKKCAAgoooIACCiiggAIKNFqgzufVewVeBVLMA4ugpfx8o5hDFD8rtjPKDxJ4FeFIBwD75kYjgpNiXuF9XUYo1graM80Z7RQ5Nu3zeG6f1wDnZ4FUS6efRT9jDliVNucPHSFb3+zSlnVy89zuBDYEbpvjmVWcTxfhXzE39izgzyV1x9y2mMcW8zEXSq/3moNXFnjVLTSseLhiiFjst3MWbPW9EtcY2yh/ZDZ/N+ad5bdugVfjPB/Kzs1Om3oFhOXbXex/r3Oj32kQv08xpiulgodm8/biHO02d69ffb6ugAIKNEGgzuuXJvTXNiiggAIKKNAEAd9/mzAKtkEBBRRQQAEFBhFo9fWLgVeDDLVlFVBAAQUUUECB6ReIRc4vB1YtdPU8YOPp7749VEABBRRQQIGGCDT9hlvT29eQYbQZCijQYIGYOPHRbGJCTE4obhFY85kUdtXgLkxl0z4AHJFNolikpHffTxNOyoKCphJjRjtVJfAqJhN9MRdWFVQRPhWTYB6t6DY/cBiwW678gWkiVJXJH3Hf6MLcZJ8Ix4sJU8XJQUsAEaAe/epssd/2wAOFtpaFSvWaFDNIYFUZS9X9Y3LT4SmMq1NPBF2Fd9xDe7KP+auyCWDnZl7LpnIGXlU8SS2mgAKtFfDzcmuHzoYroIACCiiggAIKKKCAAgoooIACCiiggAIKKKCAAgoooIACCiiggAIKKKCAAgoooIACCiiggAKNFqjzefV+gVfzZnO5dk/zjjpovQKSBgm8WgG4CFgsVXxyOlYENvXaIhgp5mPFPLHYovx6wLW5nSL86XNAzDGN7QJg22ye2SMlFefDh36U6usEEUXfI0yquBXnrfWqv+rJFg4xf261XL92AM7uEtTVqTfW2NwUOCE3D+4SIOZx3l84eFng1QbAV/o0sti2mHe2FXB9j/3K2hXFuwVejfN8iOMWz834WcwB3AZ4uE//4/cgzrd9Urm5zp2LubVxvkdIWr/zs+r5YzkFFFBg0gJ1Xr9Muq8eXwEFFFBAgaYI+P7blJGwHQoooIACCihQVaDV1y8GXlUdZsspoIACCiiggAKzIfA1YM1CVy8G3jMb3beXCiiggAIKKNAQgabfcGt6+xoyjDZDAQUaKBCBMvv1+Ix3XAq6uqOBbZ/mJkUgTgTqrNOlk5/MJl7sP80A9u1pgW6BVz/PJta8KE0w2jGbjBPnTGfrNRGqF20xtOoaYMssjOrePuMRk1DifIxJW51t9SzU6uou+60LnJ6bFBTFdk1/azrXVM/PJmCdmPrXqaZbMFbn9aqBVd26U3X//MSsTl0xoevMPhOiOmUNvPIXXAEFZk3Az8uzNuL2VwEFFFBAAQUUUEABBRRQQAEFFFBAAQUUUEABBRRQQAEFFFBAAQUUUEABBRRQQAEFFFBAAQUUqEegzufV+wVeRY/L5kTFHM29gMcKJFUDr4pztyJAKcJ/vleReMkUBLViKh+hVBGC9URu/92AI9N/35nqv62k/ncAV6WfH5aFGv05N88x5oJFPY8X9ntxmnf11vTzbsFYFbvz12Ix7zLWPups3Y5dVueCKZgrQq46W8x3i+Cr/Fac13cj8D4g/HtteaMod0gyerLPfgsDx6T5fJ2iZYFXdZwPZYFXVcetGFB1JbAZ8NAgA5wrWwxMuwXYBPjZkPW5mwIKKNAEgTqvX5rQX9uggAIKKKBAEwR8/23CKNgGBRRQQAEFFBhEoNXXLwZeDTLUllVAAQUUUEABBaZbIBYSLgZbXQ68a7q7be8UUEABBRRQoIECTb/h1vT2NXBIbZICCkxYIB7Kj4fddwbi4fPi9g3gM4WH/ifc5Jk5fDz4fwQwT0mPr88mtuwJfHdmNOxocWJMP5GYMPThbNLGT/oVLHl9MeA0YLX02u9T4NS1feoqTjrqF5S1AHAwsEeu3tvTRJOYCBWTbuL3IELfOluViVhVA6u6dafq/m9ME7MWShXF38uYdPObiuYGXlWEspgCCkyNgJ+Xp2Yo7YgCCiiggAIKKKCAAgoooIACCiiggAIKKKCAAgoooIACCiiggAIKKKCAAgoooIACCiiggAIKKNAogTqfV68SeBU4MR/sTGDxJBVztHZIoVP59lYNvCrO3Tod2DGbmxX1VtmKxymbC7UCcBEQ88ti2zz1IV9/rE+5Xzb368D0wwiJiq0TPNUtECo8Yq2imIsVbV4TuKFKw7uUibln0YZ9cr7rAf3mwOWrK4ZSHQrE+D6VK1Sc13dymrf3xx5tLxoN2t+Yo3ZGrv6ywKs6zoeywKtVgG9WGLdi+6q49as2/7sXpqsDN/XbydcVUECBBgvUef3SYAabpoACCiigQK0Cvv/Wyu3BFFBAAQUUUGAEAq2+fjHwagRngFUooIACCiiggAJTIHAu8N5CP67LvvBfI3sA5X+moH92QQEFFFBAAQXaJdD0G25Nb1+7RtvWKqDAuAXeD+wKLFNyoHjYO4JojgYeH3dDrP//E1g+Bfy8rcQl3mf2Aj6l2cwJVA28ikCo+N09KwtFe2xIpeKEmqgmJv8cUJisU6x+nUI4XpV9XgLE5Kr8+X5sOs9fX5jUFcfbIv2seM2Vb0vVwKpuPFX3L47JlSnw6qGK7gZeVYSymAIKTI2An5enZijtiAIKKKCAAgoooIACCiiggAIKKKCAAgoooIACCiiggAIKKKCAAgoooIACCiiggAIKKKCAAgoo0CiBOp9Xrxp4FYFMu6e5gh2sm9P8qDtzelUDr5YDLs2FUR0CHDngKER79k373Au8O/t3S66O56W5XrGmUGxHAXtn+zyRK7MIEOFFGwK3AhsDCwAXZPO+XtElzKo4X+2K5PDggO3PF180tXWt9MOyAK9+1UcYWczDWykVvCy16+HcjsU5ZDHHLv71mt8WoV6fS3VFVYO2Leb8djxj/7LAqzrOh+K5+aO0BtVP+sFmwW7FuXPHZefGHtn59KcK+3YrUgwCi8Crq+dQn7sqoIACkxao8/pl0n31+AoooIACCjRFwPffpoyE7VBAAQUUUECBqgKtvn4x8KrqMFtOAQUUUEABBRSYXoFYcHjzQve+ncKuhl00eXq17JkCCiiggAIK1CHQ9BtuTW9fHWPkMRRQoPkCb0wPhseEgrLtNOAzwA+a35Wpa+H+WY8+0aVXX80CjPYEqkwGmDoYO0TVwKtudsbxAAAgAElEQVSg+h1wEHDCHALrVgAuyk2A6jepZn7gMGC3NFYx4ek9wHcqjF1MLIkJODGRJ7YI3Ns5+xu0bjbpab3c/jGpJQLf+t2TqhpY1a1pVfcvTgq6Bngf8ECFPkcRA68qQllMAQWmRsDPy1MzlHZEAQUUUEABBRRQQAEFFFBAAQUUUEABBRRQQAEFFFBAAQUUUEABBRRQQAEFFFBAAQUUUEABBRRolECdz6tXDbwKoBdm87NOTPOkOmDHpjlSj6cfVA28Wge4eMTqxcCgCOk6ENgnHadsTlk+jCnWJdoxm8s2XyF8aofU705z8yFZ8bM4RoRGPTWH/hTDqjptiblpVbdiu25M88PuzlVQnNcXoWERBNZre34K0lotFYq5c9tmc+8eqdiw4v5lgVd1nA/Fc7PMp1uXYh7zVbk5g2V9qMjxdLFi4FWsiXXmoJVYXgEFFGiQQJ3XLw3qtk1RQAEFFFBgogK+/06U34MroIACCiigwBACrb5+MfBqiBF3FwUUUEABBRRQYIoETga2KfQnFileMy2cPEVdtSsKKKCAAgoo0CKBpt9wa3r7WjTUNlUBBcYgEA/fR1jMLsCzS+r/MXBwFsJy9hiObZW9Bd4GHA4sX1Ls0TRuMbHFbXYFihNjfgRslzjeke7hxCSd/BaTdPYYIIApv29xsk68VpzAlC+/ZPrbsWL64YWpTQ9XGLKY0BQTlPbtUfZm4P3A7RXqqxpY1a2qqvsXJ0UNEvIVxzbwqsJgWkQBBaZKwM/LUzWcdkYBBRRQQAEFFFBAAQUUUEABBRRQQAEFFFBAAQUUUEABBRRQQAEFFFBAAQUUUEABBRRQQAEFFGiMQJ3Pqw8SeBVAqwBfAjpzvyKQKeaFnZP0qgZeFcN+RoFfFhgUc9UiqCi2aGvMKbspd7B8OzrhT8WgrJgLuRvQCfXKh2RFVb3mqVXtV3FuVvGYVeqpYl+c11clZGmubVu0ECBWFhZVx/lQ9LkSiOM+VAG36DaKwKtiyFeVsajQVIsooIACExOo8/plYp30wAoooIACCjRMwPffhg2IzVFAAQUUUECBvgKtvn4x8Krv+FpAAQUUUEABBRSYWoHjgA8Wendr9gDKGsB9U9trO6aAAgoooIACbRBo+g23prevDWNsGxVQYDwCW2cPke8MvL5L9QcCn634oPl4Wjibtc6Tgq4ilKhsi/CxPYF7ZpPHXucEihM84j7NxsAdqcxLgKOAjQpqFwPbZ/d5fjuEZux3Qm6/Q4GYkPVUSV3rA1/O/bwzWanqYaP9EdAV4W/FrTiJq1+dVQOrutVTdf/5gfjbGUGCnS28d6z4O2vgVb+R9HUFFJg2AT8vT9uI2h8FFFBAAQUUUEABBRRQQAEFFFBAAQUUUEABBRRQQAEFFFBAAQUUUEABBRRQQAEFFFBAAQUUUKAZAnU+rz5o4NV8WXBUzB88LEd1M7BFFh50J1AldCl2rSPgKI4TwVxnZaFXK6X27gBEmFRsMZ8q+hFhVjHna03ghvRazHXrhHh9I7X3N+m1/Dy14mvDnkFzDZWK41axn0TgVbFdBl797SwZZiyGPb/cTwEFFKhDoM7rlzr64zEUUEABBRRog4Dvv20YJduowP9l717gbxnr/v+/k19k/+UmYhNyl0r9ooND3OUUcghhiy1byrGIHHPoRyg2QiE53snGJiSUczkUUumgu3QutkMHcsvP8Zb+89a1/C6XWWvNrMOsWbNe83js+853zVzzuZ7XrO93Ztaa640AAggggEAsMNbnLwRecTAjgAACCCCAAAKTKeDJkT+RdP2u8CWTuyeThF4jgAACCCCAQI0E6n7Dre711WgoKQUBBCoS8EMFe4RgnLxdXpk9ZHBk9FBBRWWxG0mbhLArP1iRLg64coiOHwxhQcAC3QKvvM6i4eGhTRMyB5v7eHqsJOWbJV0kabmwXbuHieYJx7J/13jxg1bTJN1Zcn9rSzo368PUZDv/jjpU0jMF20sDqwpu1na1NFwsXnH58CBWy8ivOYTsy5Kul/T77AGuRyQ9m9M6gVf9jgzbI4DAuAlwvTxuI0a9CCCAAAIIIIAAAggggAACCCCAAAIIIIAAAggggAACCCCAAAIIIIAAAggggAACCCCAAAIIIIDAeAhU+X31soFXFlxM0pmSNoo4j5N0sKS5JHmuH4dCeWn3LFMaeLWtpPOGMDxp2JLDrhxw9YSkxcM+15R0q6RtJLXmIvJzVhdnry+bhGGl7bmvB0h6us/amxx4Nb+kL4ZQNDMVCbwaxvGQjt01IcjsoQJjlz4PmdeHAs28YBU/k3tZ9JNh9LlsTayPAAII9CNQ5flLP3WyLQIIIIAAAk0S4O9vk0aTviCAAAIIIDAZAmN9/kLg1WQcpPQSAQQQQAABBBCIBY4OEyDHP/PEvOuHyYrRQgABBBBAAAEERi1Q9xtuda9v1OPH/hFAoDoBB77sGcKuFsjZ7Z/DwxBnVVcSewoCHo9jJO3cRuT0LJhoP0l/RwyBSKBI4JVXd/CSw5ZWibZ9VNKukmZnwVHpuUon5CmSTpa0fbSSw7QuTzZKHw46W9LuPQRs+QEYP6j10aT9DbP+XFXiaKgy8Mqfp07PHjo7NavdDxL1s3QK1uqnXbZFAAEE6iLA9XJdRoI6EEAAAQQQQAABBBBAAAEEEEAAAQQQQAABBBBAAAEEEEAAAQQQQAABBBBAAAEEEEAAAQQQQACBZglU+X31XgKvrL22pHMlTQ30fuZrhqRrCwZebSXpgmjY9g7bDWMk43CtONjKz7j5OS8/RxUHYbkGPzfpUK9poSA/z+Z1lgnPtbWed8t7Pq2XPiwt6fzMb7Ww8SxJu4WwraLtLSjJ27WCyG4MgU73Rw2kz/UVCVlaJNS2TmjHQWA7ZsFhjxQsLH0+Li8sqorjoZ/Aq3dIuiI63gcReFVV6FvBYWI1BBBAoG+BKs9f+i6WBhBAAAEEEGiIAH9/GzKQdAMBBBBAAIEJEhjr8xcCryboSKWrCCCAAAIIIICApCMkfSqRuFfSBtmXSf4LIQQQQAABBBBAoCYCdb/hVvf6ajKMlIEAAkMW8Bfm95C0Upv9fEnSkdkX5H3Nx1KtgL9Q77CrxXN2+8sQQu0v8bMgkAoUDbxqF8DkMCUHM91VknZzSZdE25wg6QBJT0c/G9SDIutJ8sM7aXDUDeHhrfsK1l5l4JVLmlvSB8LvVT8o1etC4FWvcmyHAALjIsD18riMFHUigAACCCCAAAIIIIAAAggggAACCCCAAAIIIIAAAggggAACCCCAAAIIIIAAAggggAACCCCAAALjJVDl99V7DbzyM0h+Lsvz+7SWWyTtHJ4H3SX8sN0zRu8M4VitZ6/SwKlBjtjy4TmvZUOjfu7ruiywaS9Jx4eftQKtWvt9aejbgeEHp2ThU/tI8raXhZ/dHp5x+8MAik0DtvLCqrrtJg3Nygum6iXwymP0xfBMnGuIQ8O61eTXXxfCzRwa5SUvLKqK46GfwKs3SLpQ0grJ8fBkEYA266TPMbaOyz6aZFMEEEBgpAJVnr+MtKPsHAEEEEAAgRoJ8Pe3RoNBKQgggAACCCBQSGCsz18IvCo0xqyEAAIIIIAAAgg0QsBBV/EXYtypv4Swqx81ood0AgEEEEAAAQSaIlD3G251r68pxwH9QACBfIFVJH1ckr+0nbd8PwQd+8EClmoFXh2Crhw4lLccJ2k/SenfkWqrZG91FigaeOU+TJHkYKqdkg75ODtY0lMlOrqMpNmS/PvFS/pwjfd1sqTtw+u9PnS0hKRZktZqU5tD+g7Nfoc9U6D2NPDqgdD23wps61X8II4DrJYL6xcNovJ+/R6fJmmNgvuKVyu6nx6aZhMEEECgFgJcL9diGCgCAQQQQAABBBBAAAEEEEAAAQQQQAABBBBAAAEEEEAAAQQQQAABBBBAAAEEEEAAAQQQQAABBBBonECV31fvNfDK6ItJOlPSRtEInBGeZ9o2/KzdM0ZpOFOvz3EVGfw0TMp9PjE8RzZDkp/X2jj7d0fS2CZRuJUDqLaT9NHsebZWCNYgQ7rSgK1HJW0m6VtFOhjWiev1j46S5L7+I2qjl8Arz+Hp5/jiuZzKhDOtG8LNWmXkBV5VcTz0E3i1iKTzJa0TOuHjfk9Jj5cYn3TV+L3n8bbp9/poj00RQACBUQtUef4y6r6yfwQQQAABBOoiwN/fuowEdSCAAAIIIIBAUYGxPn8h8KroMLMeAggggAACCCAw3gL7Z198OTrpwiPZB/rr86H+eA8s1SOAAAIIINBQgbrfcKt7fQ09LOgWAghEApdJ8pfs48VfrnfQ8UykRiKwawi7mj9n7z/IvqDv63I/vMGCQCeBMoFXbmd5SRdEoU3+mR/icBjTtSWoXxZ+d+wVbbNF1v7Xwn+/WdJF0X784JKP6TKhWnNLOkzSQdE+5oTgroXCz1y7H4by77huSxp4VTZIqp/t/fnq6pL2lfS+qNC7s2B5P0TmWloPPLlv7tPUsF7ZOrs58DoCCCBQNwGul+s2ItSDAAIIIIAAAggggAACCCCAAAIIIIAAAggggAACCCCAAAIIIIAAAggggAACCCCAAAIIIIAAAgg0Q6DK76v3E3hlbYf0XCwp73lDv97uGaN5wnOKe0RD9okQRJX2P29UXyHppCyE6PWSHsqeQ/2RpLOzUKrftzkE/DzZ8eE11/u57DkoB1atIOnq8FzUg8m2fqbN6y4bnmVziJcDrzyHkRf/93kDPOTSwKoygVotD4dytZZNJV2e1NdL4JWb8HZXReNctLa8cc4LvKrieOgn8MrH9xfDcWKP6yVtI+mvPY7/vJnlcZI+FrZ32NrW2TH12x7bYzMEEECgDgJVnr/Uob/UgAACCCCAQB0E+Ptbh1GgBgQQQAABBBAoIzDW5y8EXpUZatZFAAEEEEAAAQTGU2BPSZ9PSn8im4B3A0k3jWeXqBoBBBBAAAEEGi5Q9xtuda+v4YcH3UMAgezL9G+XdHMIijGIHw44OPsi+K/RqVxgufAASRx6Exfx6RDyU3lh7HAsBcoGXvlzPj+8lN73uVTSLiUfDFk3Cck6QdIBWUDV05J2kHRmJOoHrq4rKZw+pPWApO0lrSzpiKitW8JDTX/s0n4/gVVuutftHdz1IUn2iR84c5jXsZIeS+p+QxYUdmF4yMsvEXhV8sBhdQQQGDsBrpfHbsgoGAEEEEAAAQQQQAABBBBAAAEEEEAAAQQQQAABBBBAAAEEEEAAAQQQQAABBBBAAAEEEEAAAQQQGAuBKr+v3m/glZ9B8vNGB7WR7fSM0XuyZ5H8fFjr2aW7w/NM3eYI8rNm0yWdGm3rdvxs2MNt6ogDm34j6SuSPhPWPUqSHf6RbLtAeNZsWvj5lZLeHfZ5l6Qts38/H+ARNVXSOZLWCW0+KmlXSbMldQoBy/NwIJPDr/xsW7z0GniVBmoVrS0vEC0v8Mo1Dvt46CfwysaHhn+u9WeSPpCFVP2yx/FfUNIsSRuF7f3s9I6SHumxPTZDAAEE6iBQ5flLHfpLDQgggAACCNRBgL+/dRgFakAAAQQQQACBMgJjff5C4FWZoWZdBBBAAAEEEEBg/AQ+KumUpOxnJa3fw8TE49d7KkYAAQQQQACBcRWo+w23utc3ruNO3QggUE7AQTQ7h6ArfzGfpXqB/ULYVd6evy1pf0l3VF8WexxjgbKBV+7qYuEBodZDHK3u+/eDQ6o6PbQTU6UP/tyahehtI+kvIdzJAVpe2j3U04n9NZLOze5FuX+txQ87zZS0aHgIZa3otePC77anOjTaa2BVq8lets97yMnt+d6b3+9p2JVfI/BqjN+QlI4AAj0JcL3cExsbIYAAAggggAACCCCAAAIIIIAAAggggAACCCCAAAIIIIAAAggggAACCCCAAAIIIIAAAggggAACCHQRqPL76v0GXrkrS+Q8N9XqYqfAKwcQHSNp98jjV5L2kXSVJM8blC5zZWFDW0g6VtLS4UWHL82QdFkH1/SZMgdB+WdeNpV0ec62L5V0hKQDc15zWNFuWa3e9yCXrSWdHgV5/U3SvpLOz+rIewZtHknbhufiWsFhrsnP3F2QU1ivgVduau3w7FzLzQFlfvb0kpyx8vNpnvPpS9E4tcppF3g17OOhn8Ar175VYuowr+t6HPzXhbbeEbZ3aJz/FX1GssfdshkCCCAwVIEqz1+G2hEaRwABBBBAYIwE+Ps7RoNFqQgggAACCCDwnMBYn78QeMVRjAACCCCAAAIINFfgI5LOyunexpK+0dxu0zMEEEAAAQQQaIBA3W+41b2+BhwCdAEBBAoIzBe+7P5kgXVZZbACK4cHRtbIafYfIfjm+MHuktYmRKCXwCvT+OEhPwzUevjGP+v00FMepz8zPDg8bNR63Q+X3CPpQkkrhB/6YSQ/JOJjvcjih4M+Gx6oaq1/Q3hY6r7wg7T+Ig9T9RJYFdfby/bLZQ8SfTl7MGyVqKG0L6kJgVdFjhLWQQCBJglwvdyk0aQvCCCAAAIIIIAAAggggAACCCCAAAIIIIAAAggggAACCCCAAAIIIIAAAggggAACCCCAAAIIIIBAfQSq/L76IAKvLOfnsy5Onvvyz7s9++Xgn7Oz4CA/bxYvF4VwpR9JekLSKyS9S9IHJL0vWfeU8KzjYx2GsF14Vbf6NmkTpLVrFph12hAOmbnD82kzk7avkXSepO9K+nvk8UFJ703WPSAbh+MkPZNTXz+BV+1qmx3G0JYOKXuzpA9nY79ZzvHgktoFXvm1YR4P/QZeLR+O8WWD694haKyXw2BdSddGG7YLXeulbbZBAAEERiVQ5fnLqPrIfhFAAAEEEKibAH9/6zYi1IMAAggggAAC3QTG+vyFwKtuw8vrCCCAAAIIIIDAeApsGyY6TqvfQtLXxrNLVI0AAggggAACEyRQ9xtuda9vgg4VuooAAghULnB4FvTjh1XylsvCAyC/rrwqdtgUgV4Dr6aEh0B2SiD8AI5DrJ4qCOQwt69nDxVNDev7WP9Z+Jl/9ICk90v6fsH2vFqRMCs/FHOMpN2jdm+R5Ptbf2yzr14Cq+Kmym6fV6ODuaYlD9Gk5RJ4VeJgYVUEEGiEANfLjRhGOoEAAggggAACCCCAAAIIIIAAAggggAACCCCAAAIIIIAAAggggAACCCCAAAIIIIAAAggggAACCNROoMrvqw8q8GoeSZ8NYU0xaLdAKa/rAKGTQ2hW2cE4KTxX5uefui154VWzJO2W1d1u+zTkyPvws2cbZ//u6LbDHl/3M3QHhX9lmnAf/Oyan7VzSFje0k/gldvzs2f7Z//j0yUKOzELDXubpHeHbToFXg3zeOg38Gp+SV+UNCP0o9ux047Ic6L6Wcgjwgq3StomCwm7u4QpqyKAAAJ1FKjy/KWO/acmBBBAAAEERiHA399RqLNPBBBAAAEEEOhHYKzPXwi86mfo2RYBBBBAAAEEEKinwAckXZhT2nRJF9SzZKpCAAEEEEAAAQReIFD3G251r4/DCQEEEEBg8ALvkXRseIAgbf2/w8MIZwx+t7Q4YQK9Bl6ZaUVJF0taOjLzQ0IOjfp2QccFJZ0labOw/qWS5kjaI/rvHSQ9XLC910g6V5L71Vr8kJUf3kkfDlpO0mxJKxRY16uUDaxKSy67fRrc5faKBIoReFXwYGE1BBBojADXy40ZSjqCAAIIIIAAAggggAACCCCAAAIIIIAAAggggAACCCCAAAIIIIAAAggggAACCCCAAAIIIIAAAgjUSqDK76sPKvDKgHnPWBUJvPK2DnnaWdKnJC1UYDR+JelwSZdIeqrA+l7Fz6OdL2m1aP29JZ3QYfsFJJ0paVq0jp9t21HSIwX328tqc0laW9KRklYq0MB3goefr3u2w/r9Bl65ade2uaTPZM/J+ZmydosDuA4Lc0PZ8L1hxW6BV8M6HvoNvHJdfubQffFS9NhOfdJjysffAVnA2dMFxplVEEAAgToLVHn+UmcHakMAAQQQQKBKAf7+VqnNvhBAAAEEEEBgEAJjff5C4NUgDgHaQAABBBBAAAEE6iPgyXe/nlPO9pK+Up8yqQQBBBBAAAEEEOgoUPcbbnWvj8MLAQQQQGBwAnOHoKtPtGnSYT4O73GwEAsC/Qr0E3j10nAs+mGdeLkoOz53KRFS5XVPbdORbg8qxZvNI+mzkvaJfni7pA9LuiunfX9m6QeaTo9e88M7fiArL8C9bGBVussy2y8haZaktZK+zJD0my6DTuBVv+8KtkcAgXET4Hp53EaMehFAAAEEEEAAAQQQQAABBBBAAAEEEEAAAQQQQAABBBBAAAEEEEAAAQQQQAABBBBAAAEEEEAAgfEQqPL76oMMvLKu5wPy80nzB+qyoUCvCMFIG0paQdLbQjt+/uonkr6bBVZdK8nPbz1RcjjTwCO3uYGkWzq042fZjshCtQ6M1vFzZA4pSsepZDmFVvdzn6tI2kjSu7K5lt4abF3797PnwG7KnC6V9IsuQVetnQ0i8KrVlkPK1gxhYKuG8KtWXR4jPyt3j6T0+bYigVetfQzyeBhE4NUyWT9nhzFxjdtKOq/QSP6/ld4h6QpJU7NnEu21maRvlWyD1RFAAIE6ClR5/lLH/lMTAggggAACoxDg7+8o1NknAggggAACCPQjMNbnLwRe9TP0bIsAAggggAACCNRLwF8WuTKnJE8MfEa9SqUaBBBAAAEEEECgo0Ddb7jVvT4OLwQQQACBwQi8P4RdvS6nuTkhXCgviGcwe6eVSRToJ/DKXnnBTP657w2dWfBhoTdLckjWcskAONhpmqQ7Cw7M1iG8qvUQljdzQJQfVGn30JIftDlJ0nbRPvyQVV6wVJnAqrySi27vh58Ok3RQ1IgfmNk1PITT7QEsAq8KHjCshgACjRHgerkxQ0lHEEAAAQQQQAABBBBAAAEEEEAAAQQQQAABBBBAAAEEEEAAAQQQQAABBBBAAAEEEEAAAQQQQACBWgnwffVaDQfFIPC8gAPQDpXkoDgvp0naq0T4mudD9frHhe0dVraDpIcxRgABBBogwPlLAwaRLiCAAAIIjJ0Af3/HbsgoGAEEEEAAgYkXGOvzFwKvJv74BQABBBBAAAEEGiKwtqSrJf2vpD8fl3RyQ/pINxBAAAEEEEBgcgTqfsOt7vVNzpFCTxFAAIHhCCwYgq78hfi85Ush7Or/Dmf3tDrBAv0GXpnug5LOTQzbhUblUU8J95K2T148W9Lukh4rMD7LSpolaZVo3XMk+T7V37tsv6KkiyUtHa3ne1v7Jw+4FA2sare7otv7nps9p0YNOVjeD9AUsSDwqsABwyoIINAoAa6XGzWcdAYBBBBAAAEEEEAAAQQQQAABBBBAAAEEEEAAAQQQQAABBBBAAAEEEEAAAQQQQAABBBBAAAEEEKiNAN9Xr81QUAgCLxJYWdLXw3N4d0naMvv384JOfqb3LEmbhfW3lXRewW1ZDQEEEKi7AOcvdR8h6kMAAQQQaKIAf3+bOKr0CQEEEEAAgWYLjPX5C4FXzT446R0CCCCAAAIITIbAu0LYlSckjpd9JB0/GQT0EgEEEEAAAQQaJlD3G251r69hhwPdQQABBCoVmBHCrhbN2esvQujONyutiJ1NksAgAq9eIekkSdslcEdKOlTSMwVA80Kzij4k8nJJx4RwrNau7pY0TdIPC+z7pVko1t6hjdbqj0raWdIF0fZFA6va7bLI9otkD9icFj0o47b8sM3Wku4s0BevQuBVQShWQwCBxghwvdyYoaQjCCCAAAIIIIAAAggggAACCCCAAAIIIIAAAggggAACCCCAAAIIIIAAAggggAACCCCAAAIIIIBArQT4vnqthoNiEHiBwDzhmcA9wk8979UJ2TON6fs2j+09ki6VNL+k68OzkQ/giwACCDREgPOXhgwk3UAAAQQQGCsB/v6O1XBRLAIIIIAAAgjk3Ecdhwyp5wduHIrlBJH3GQIIIIAAAggg0F5gZUlXSVooWeVASTOBQwABBBBAAAEExlSg7veD6l7fmA47ZSOAAAIjFVgqBF19oE0VDvD55EgrZOeTIDCIwCs7uZ3zJC0dofkBDwc13VwAcpksqGl2ds9plbDu7ZKmS/pDgW29j9PDwyWt1T+R3bs6seDDKd5mMUlnStoo2p9r+HAInPKPiwRWdSq32/b+DNUP13w+aaRsXwi8KnDQsAoCCDRKgOvlRg0nnUEAAQQQQAABBBBAAAEEEEAAAQQQQAABBBBAAAEEEEAAAQQQQAABBBBAAAEEEEAAAQQQQAABBGojwPfVazMUFIJArsCKki4OzzXeIGmGpPu6WE2RdLKk7cN624ZnIyFGAAEEmiLA+UtTRpJ+IIAAAgiMkwB/f8dptKgVAQQQQAABBCww1ucvBF5xECOAAAIIIIAAAuMrsIKkq8MkwHEvPi3psPHtFpUjgAACCCCAAAK1v+E21jcEOb4QQAABBF4k8LEQdjVfjo1DdvYvGBIELQJNEUgDrxxW5ffBU03pIP1AAAEEEBiaANfLQ6OlYQQQQAABBBBAAAEEEEAAAQQQQAABBBBAAAEEEEAAAQQQQAABBBBAAAEEEEAAAQQQQAABBBBAYKIF+L76RA8/nR8DgbnDnFcHhVp3lHRWl7pXlvR1SVMlXSRpF0kPj0FfKREBBBAoKsD5S1Ep1kMAAQQQQGBwAnX6++v8h0UlrSnp3ZKWk+R5hBcK3X1U0k8k/UzSd7L1bpT055zQi246/0fS4WGln0raStKvum3E6yMReEN2HFwYjgMXcIikI0ZSSfU7XULSLElrSTpO0sHMZVT9IAxhj8tLuiD8fjsgjO0zQ9gPTSLQdIE6nb+UtibwqjQZGyCAAAIIIIAAArUQ8I2qqyQtnVRzZLhor0WRFIEAAggggAACCPQoUPcbbnWvr0d2NkMAAQQmTuDNIehqgzY995c5PjNxKnQYAWlzSZdEEOtJug4YBBjvz74AACAASURBVBBAAAEECghwvVwAiVUQQAABBBBAAAEEEEAAAQQQQAABBBBAAAEEEEAAAQQQQAABBBBAAAEEEEAAAQQQQAABBBBAAAEESgvwffXSZGyAQOUCy4bJq1eRdIOkGZLua1PFyyWdEEKuHpC0raRvV14xO0QAAQSGK8D5y3B9aR0BBBBAAIE8gTr8/Z1H0jqSPhmCrsqM1DckHZ+FAt2UhSE9W3BDAq8KQtVgtUkNvPI9gGMk7S7JoWzTs2C2u2owHpTQv4BzbvaQ9HlJd0v6UPj91X/LtIDAZAnU4fylZ3ECr3qmY0MEEEAAAQQQQGBkAv8u6WpJ/oA/XpxQve/IqmLHCCCAAAIIIIDA4ATqfsOt7vUNbiRoCQEEEGiugL8QMrNN966XtJ+knzS3+/QMgbYCUySdLGn7sIbfD9tlD434gREWBBBAAAEEuglwvdxNiNcRQAABBBBAAAEEEEAAAQQQQAABBBBAAAEEEEAAAQQQQAABBBBAAAEEEEAAAQQQQAABBBBAAAEEehHg++q9qLENAtUKeG5TT1p9qqT5JX1C0omS0vevq1pd0gWSpko6MlvnUEnPVFsue0MAAQSGLsD5y9CJ2QECCCCAAAIvEhjl319fE71N0mGS3tfn2PynpIMl/alAOwReFUCqySqTGni1taTTC9wrqMkwUUZJgSVCAPpakr4paceCv7tK7obVEWi0wCjPX/qGJfCqb0IaQAABBBBAAAEEKhV4taSrJP3vZK8nhUTjSothZwgggAACCCCAwJAE6n7Dre71DWlYaBYBBBBohMA7JR0r6V05vfmfEHT1hUb0lE4g0JvAypK+Hh4ScQv7SDqhzQMlve2BrRBAAAEEmizA9XKTR5e+IYAAAggggAACCCCAAAIIIIAAAggggAACCCCAAAIIIIAAAggggAACCCCAAAIIIIAAAggggAACoxPg++qjs2fPCJQRmCLpGEkfk/RTSVtlIVi/ShpYMHuG8TRJWzIRchla1kUAgTEU4PxlDAeNkhFAAAEExl5gVH9/55b0QUnHZ8G/C+Uo/k3SD7IgrB9mc7k8Gl53UPCK2XXRSm22uUXSDjnXVGnzBF6Nz2E7iYFXr5F0rqT/kHSDpBmS7hufIaPSggL+/edx9uLfSTMJNi8ox2oI/EtgVOcvA/En8GogjDSCAAIIlBJYSpIn1l1B0hslLSNpMUn/lp2IzRtaelLSf4ck0j9I+mX44O57ku4ptTdWRgCBJgm8KoRdvT3plFOqd2lSR+kLAggggAACCEy8QN1vuNW9vok/gABAAAEE2gh8RtLBbV67NIRd/Q49BCZYIH6QxAx3hQdGfj7BJnQdAQQQQKCcANfL5bxYGwEEEEAAAQQQQAABBBBAAAEEEEAAAQQQQAABBBBAAAEEEEAAAQQQQAABBBBAAAEEEEAAAQQQQKCYAN9XL+bEWgjUQSCezPq48GzvU6Ewz3/qSZBnSbpb0ock3VSHoqkBAQQQGIIA5y9DQKVJBBBAAAEEugiM4u+vw658bXOCJIdYtRYHW10cfu45XJ5pU/vLwlzl+2WBWO9L1rkszDf8Z0YegTEU8HvjMEkHhdp3lHTWGPaDkrsLONzcY7tZuN8zLQT8dd+SNRBAwAKjOH8ZmDyBVwOjpCEEEECgo8DqkjaVtIGk5fq08gXqVZJ8wXlzn22xOQIIjI/AAtkNqKvDTai46rOzC7kPj083qBQBBBBAAAEEECgkUPcbbnWvrxAyKyGAwMAEFpJ0uKQDJP3fgbVKQ4MUWFfSsSGAPm33byHo6j8HuUPaQmAMBJaQ9Ej4vTVX9nDIa7MvRn1K0nZR7emDJGPQLUpEAAEEEBixANfLIx4Ado8AAggggAACCCCAAAIIIIAAAggggAACCCCAAAIIIIAAAggggAACCCCAAAIIIIAAAggggAACCDRUgO+rN3Rg6RYCCCCAAAINFuD8pcGDS9cQQAABBGorMIq/v2tLOlfS1EjlFkmfkHRHTohFOzyHAzkg+HhJntOqtbidE0u0U9vBobCJE1gxhL4tLen6MK/RAxOnMDkd3lzSJaG7p2VzW+0l6YnJ6T49RaAvgVGcv/RVcLwxgVcDo6QhBBBA4EUCDqfZOQTR9Bty1Y7X4VdflnR6mJyUYUAAgWYKvDwE3a2RdO/8cDOqmb2mVwgggAACCCAwyQJ1v+FW9/om+dih7whULbBTCLtaTNJh2c4/XXUB7K+jwDySjpG0R5u1zglhV3/BEYEJFHCw1Vc69Nv3nreWdOcE2tBlBBBAAIHeBbhe7t2OLRFAAAEEEEAAAQQQQAABBBBAAAEEEEAAAQQQQAABBBBAAAEEEEAAAQQQQAABBBBAAAEEEEAAAQTaC/B9dY4OBBBAAAEEEBg3Ac5fxm3EqBcBBBBAoAkCVf/9XULSLElrRXiXSdpN0n09gDozYrqkUyXNH7a/PfzsDz20xyYIjErAc2mfIGmXUMCOks4aVTHstxKBV0k6Q9Imkh6VNE3StZXsmZ0gMP4CVZ+/DFSMwKuBctIYAggg8JyAg672DwmiPrGuYnFSqU/gPYHvI1XskH0ggEBlAnNJulrSuskenVjsCzcWBBBAAAEEEECgiQJ1v+FW9/qaeEzQJwTqJrByCLp6b1TY3yT557+rW7ETWs/mko6V9O85/b87BF1dNKE2dBsBC/iLAf6CVN7iLwzsKmm2pPS8Bz0EEEAAAQQ6CXC9zPGBAAIIIIAAAggggAACCCCAAAIIIIAAAggggAACCCCAAAIIIIAAAggggAACCCCAAAIIIIAAAgggMAwBvq8+DFXaRAABBBBAAIFhCnD+Mkxd2kYAAQQQQCBfoMq/v8532CsLpjouKsXhVB+WdFcfA5QGBbkpwoL6AGXTkQisLukCSVMlEdo2kiEYyU4dcObAPi9nS9o9m+vtsZFUwk4RGC+BKs9fBi5D4NXASWkQAQQmXODjkg6TtGAnh9VXX10rr7yyll9+eb3uda/Tq1/9ar3yla/Uy1/+r3ysJ554Qg899JDuvfde/fa3v9Wdd96p73//+7r55pu78T6cTUB6qKSTuq3I6wggMDYCV0h6X1Ktf+ZJiVkQQAABBBBAAIGmCtT9hlvd62vqcUG/EKiDwDwh6Mph53mLP2j7aB0KneAaFg6h8P7iR97yxRB25QB5FgQmWeA/JH03B8BhVweFLw48M8lA9B0BBBBAoCcBrpd7YmMjBBBAAAEEEEAAAQQQQAABBBBAAAEEEEAAAQQQQAABBBBAAAEEEEAAAQQQQAABBBBAAAEEEEAAgS4CfF+dQwQBBBBAAAEExk2A85dxGzHqRQABBBBogkCVf3+XkTRb0ioR3LaSzhsA5MqSvh7CgtwcwTEDQKWJygQ8T9sxkvYIezxK0v/J/v2jsgrY0agE3izpIknLSXpA0taSuoYqjKpY9otAjQSqPH8ZeLcJvBo4KQ0igMCECiwv6YTs5Gntdv2fPn26Nt98c2244Yaab775emJ6/PHHdeWVV+prX/uaZs/29Wzb5dsh4fnOnnbERgggUBeBSyRtnhRzraT1s3C79CS0LjVTBwIIIIAAAgggMAiBut9wq3t9gxgD2kAAgRcLbBOCxl+fg/OIpBPDvwfBG5nAhyQdK2mRnAr+KwRdXT2y6tgxAvUSWEzSPpI2zr489QZJd0u6XNJZ2f0o31fm3lO9xotqEEAAgXER4Hp5XEaKOhFAAAEEEEAAAQQQQAABBBBAAAEEEEAAAQQQQAABBBBAAAEEEEAAAQQQQAABBBBAAAEEEEAAgfES4Pvq4zVeVIsAAggggAACL35eexzmgGbcEEAAAQQQGHeBKu8ffFDSuRHYpZJ2kPTwABAXCHNZ3SPJ8yX9JJs76bE27TpI6PDw2k8lbSXpV+G/PWf6xVkI17Lhvz1H1v6SnipYo89fDpZ0RFjfATbvl/T9Dtu/XNK7JW2azWXz9qz+d4Z1PbeN67shhHn5v4cxv81/SPpuVN+7JN0iyX15o6QdJa0l6W1hne9Juj7U9GNJz3axcf88D/0uYb1Dgs8USdtJ8hxYDkFz/26UdL6k70h6Iszxc6GkFZJtuw2Ha1862L9H0mrZ8bFQNnfQo+HYuKlE/fG+4nZt4rq8Hy92+VHmdFlUf7c6W6/HoUf+2XqSruuycTxu6XG8RFbLJtlxt2HU979l7d4q6YrQ978ULS5az2PpsXJ9Pk7df7t6cfuuww7flHS7pGd67EPL+QOhD2uEdvw+9bHxn6H99NhzcNjqkvy7Zs0wNh5zv/8ciOeAgodK9nsuSW/K+rZZNiY2Xyk5lvzeKdrfvF2n74+yv3NKdofVEWiMQJXnLwNHG4ebHWMNPPARo0EEEKijwE5Z2vFp4aLlBfUtvvji2n333bXTTjtp4YUXHmjtDz74oM444wydfPLJuv/++/Pa9u9PX/icMdAd0xgCCFQl4ItGpxDHi29UbCDpyaqKYD8IIIAAAggggMCIBOp+P6ju9Y1o2NgtAo0V8Idz/sA9DSRudfii8OWA+EPuxmLUtGPLSDpG0rQ29c3MvmRxYE1rpywEEEAAAQQQQKBJAlwvN2k06QsCCCCAAAIIIIAAAggggAACCCCAAAIIIIAAAggggAACCCCAAAIIIIAAAggggAACCCCAAAIIIFAfAb6vXp+xoBIEEEAAAQQQKCbA+UsxJ9ZCAAEEEEBgkAJV/f1NQ13ch13DHOWD7E+RtjoFXjmE6WRJ24eG0iChbu1PlXROFiC1TljR4VkOjHokZ8O5JW2ZhVgdGoKdurXtdj+VhYTN6bZiydfzAq/uzOZyPiALB/q4pPk7tPeNLFhsv2w+6F92WCcv8Op0SSeF/qebOqDI4ULf6jHw6q1ZCJdDtdxGt6VI/a02lpT0mRDS1a1dBzMdJslzrXULfXJbe0k6PjTqUKptQgBYp/3kBV458G2fENLWadwcTuW+nBqCxbr1x++LnbNwuj2jgK9u2/wgHEMObGsX1JbXBwcHFDn2HHrl9f4aCvG4e96793UozOPiedUcflUkPK5Im63dFelvu9Ic/HdmeNFBYdOzILg/dAPmdQQmXKCq85ehMBN4NRRWGkUAgQkSOE7S3ml/5513Xh1yyCE64IAD9JKXDPdX7T//+U/NnDlThx9+uJ58MjcDxyf3PjFnQQCB8RE4OyRyxxX7At1hV38fn25QKQIIIIAAAggg0LNA3W+41b2+nuHZEAEEXiTgD3r3bfMh9c9C0FXrgzX4RiPgLxE47GrenN3fFr5AcMtoSmOvCCCAAAIIIIDAxAlwvTxxQ06HEUAAAQQQQAABBBBAAAEEEEAAAQQQQAABBBBAAAEEEEAAAQQQQAABBBBAAAEEEEAAAQQQQACBSgT4vnolzOwEAQQQQAABBAYowPnLADFpCgEEEEAAgYICVf39XVrS+ZJWC3X9RtI0SQ5WqnrpFHjlWj4o6dyoKAdWnVWwyPdIujSaf6vdtg4j+mwIlCrY9HOrObDHwUM3l9moy7pp4NX6kjaR9LGC++hWUxp45bnfPfdVu/bt5wCgh0sGXnlS+60kfTGb52yhgrUXMXW7a4RwqDeUaNerfkHSwdmcXo912G6BEHbk94OXU8Lc+LkT50ftpGFRNvtIiXFzUzOz//PpLATqqQ71LdohnKwbx91hvvCb2qyY9sFzo+0kaUa3hiOr/SW9Q5JD1IqMT7ea3PRcWYjb1qHfZY4lh7U5dOuEgkFnrW66/iuyAEAH5nnZVtJ5BQ1YDYFJFajq/GUovsNNYRlMyWMNPBgCWkEAgZoK+CTJ6bAvWKZPn66jjz5aSy7pkNrqljlz5uiTn/ykZs+enbdTXwD74pIFAQTqL+ALSl+MxssdknyD5MH6l0+FCCCAAAIIIIDAQATqfj+o7vUNZBBoBIEJF/AH1AdJWqWNw+dC2NWcCXcaZfeXD0FX721ThD8YP3KUBbJvBBBAAAEEEEBgAgW4Xp7AQafLCCCAAAIIIIAAAggggAACCCCAAAIIIIAAAggggAACCCCAAAIIIIAAAggggAACCCCAAAIIIIBABQJ8X70CZHaBAAIIIIAAAgMV4PxloJw0hgACCCCAQCGBqv7+vjMLu7o2CoL6Zgi1cahR1Uu3wKtlsuAcT1jemkvr7Gx+4927hBa5Dy8NYTcHhg79NAQwORAqXqaEeaDiwCcH5Xjudoc9ebtnsuCjV0laOYQ/vTtqoEhgTxnTNPDq1iiYzPtyAJPDeP4SavJ8z7sk4UK3S/pw1t+7cnacBl7Fq3wpBEndJ+k1kjbK5q//taQLwkoOMLowc1kh/PchwTivfw4o8hzVDhNrLT8LYWU+9ly/a1krBI2tFK3XqX6HXX1FkkPbWssPsv/+sqQbQ7tzZ3UuJ+n94biOQ5Ls51CmdqFXnhfs4mz8lw2N75oFH51WYADjcXOAnPu6edgure8VklaXtJukuN8+7jaT9K02+8s7Vn08u+8OsfqdpGcltfq/riTXH/f/eknbZcfMAzn7iPvg1/8k6W1hvWuCg/vyhKTXBtsPRWPs+h3Y9YHwfvXx6nA6v4/cnvu9nqS9kuP1onAM5/3+cQ7N9HBcxseS6/F79LuS/h6Opf8d1rVhvO4B2X8fVyL0auGsf7PCXOruvgOz3MbTBY4DVkFgUgWqOn8Zii+BV0NhpVEEEJgAgUuiE97nu3vqqadql118fTK65bTTTtOuu/o8+EXL17IT9S1GVxl7RgCBAgInhZs+8aq+wN4gC8HyzQoWBBBAAAEEEEBgUgTqfsOt7vVNynFCPxEYhoA/hPWHwB9p0/g3QtDVdcPYOW0WFnAY2WfbrO0P4/fL7t3dWbg1VkQAAQQQQAABBBAYlADXy4OSpB0EEEAAAQQQQAABBBBAAAEEEEAAAQQQQAABBBBAAAEEEEAAAQQQQAABBBBAAAEEEEAAAQQQQACBWIDvq3M8IIAAAggggMC4CXD+Mm4jRr0IIIAAAk0QqOrv7wclnRuBOdDHITQOsql66RZ4lQZXOUxoWoH5mdKgrBND0NFTUQedcbFjCGZq/djzP+0p6ZdtIOaRtG0IwWmF6jjQx5O6/3UAeGngVatJh5I5IMkhQumyWAjtmhG9cE4IknIYULy0C7wqEgpUNPDKYVk+vtyX1jJT0pGSHIqULnY8WtJHoxccUHSwpHi8lghBRA7J8uK2vI6DteL14vb/Pcy55vCu1jY7RyFeaS3pe8MBWzcXGNe8cXN9x2ZBT8e3CdjK63fecdra/aah/63j7rJwTHSa8zvtv9ty6FTeHHTt+tDO2MFa+0jy2KZLp+PVYWQO6WqF2DkMa+Ps3x057TiAzIFr3saLj3/Pz+Z8BYd7pYvf0ytK8hzprfa9jcf1lgLj6FVeFvrk34leHKTm7e8vuD2rITCJAlWdvwzFlsCrobDSKAIINFzAyaPbxH187Wtfq1mzZmnVVVetRddvu+02zZgxQ7/7nUNhX7CcH07ualEnRSCAwAsEfCNg78TEKdxO+v4DVggggAACCCCAwIQJ1P2GW93rm7DDhe4iMDABX5P5g/Klclr0B2X+UNAfwrGMTsAf6B4jabWcEp4MX4hgjEY3PuwZAQQQQAABBBDgepljAAEEEEAAAQQQQAABBBBAAAEEEEAAAQQQQAABBBBAAAEEEEAAAQQQQAABBBBAAAEEEEAAAQQQQGAYAnxffRiqtIkAAggggAACwxTg/GWYurSNAAIIIIBAvkBVf38d5OIQntZyiKQjRjQo3QKvXNZ7JDlUqhX047m2TuhS7+YhFKe1msOCLk+2SUOxHNKzaxaCdW+Xtp2N4QCcWdF6Ds46awCGeaFDDjZyoNafO7S/qCQHl7mfXhy2tJmkbyXb5AVe2XaHbP6yh7vUXyTwyjY+vjxPdWvxWDk0qVOgmkO7zpTUCqa6S9KW2b+fh0by2t0+jEFe8FHclbTt6yVtl5k6aCle0nC1n0raStKvCoxr3rg54OtQSc902D41bReuNEXSyZLcZy8OcXLw2w8L1Ja+F9q9f/L6kBc8Fu8yfQ/5NbtNz+w8hu0WH8+nRi86RM65CfHicDnP17ZH+KHHy+PmYzr9XZnuxwFZs7PfGyuEF86WtHub4LG8GuPfkZ0CuQrwswoCEyFQ1fnLUDAJvBoKK40igECDBV4USLPSSivpkksu0ZJLLlmrbs+ZM0dbbLGFfvCDH6R1+WLYya0sCCBQH4GjJDmJO17+KGmDDonk9ameShBAAAEEEEAAgcEL1P2GW93rG/yI0CICzRbwh/H7hsDhvJ6eIunEgh+aNltqtL3Lu3ZuVXRJ9kHofgRGj3aA2DsCCCCAAAIIIJDzpbZx+E4KA4cAAggggAACCCCAAAIIIIAAAggggAACCCCAAAIIIIAAAggggAACCCCAAAIIIIAAAggggAACCCBQfwGe767/GFEhAggggAACCLxQgPMXjggEEEAAAQSqF6jq728cMuVe1j3wasEQJuUAJy/dAprSUKd2AUcOeXLIkhcHRM2Q5HCpIkta08VZUJZDrx4psnGHddLQIYftOAzo2wXaXU+S62gFgzloyvNFPx1tmxd4VSRAzE0UCbxaOIRQrR/2eXsIP/pDgfrTYKY4BGmqpHMkrRPauSiEgHUL6WrttkgA2gLheHCQlJdrQrDZQwVqT8ctDexq10Q6Hu1CtlJ7zym3v6SnCtT2RklfzQLg3hLWbfd+T/vwmxCqdWeHfcwn6Qvh2G+t5vC8wyT9o8RxfpAkz9EWL2+W5HF2eJWXbuFb8bZpQFrZ0KpNkt8FW2d1XFjAmlUQmFSBqs5fhuI7DpMLjTXwUEaNRhFAYFQCO0k6Pd65w66uvPJKLbywrwPqtzz44IPacMMN80KvdpZ0Rv0qpiIEJlLg0yEtOu78/SHsqtMF6URi0WkEEEAAAQQQmBiBut8Pqnt9E3Og0FEE+hTwDR1/mLynpLlz2vqepJklPkDvsxw2byPgD96PiT7sjVf7a/jQ+Gz0EEAAAQQQQAABBGohwPVyLYaBIhBAAAEEEEAAAQQQQAABBBBAAAEEEEAAAQQQQAABBBBAAAEEEEAAAQQQQAABBBBAAAEEEEAAgcYJVPl99XTSak8CvYskP9PYy1J04t1e2mYbBNoJxMdxu8me0fuXwBJhMvG12kz+vLykC8IE0X423RNEPwMeAgggUECgyvOXAuWwCgIIIIAAAhMhUNXf334Cr/ICk4oMThxeFK9f5PovL7zm/ZK+32bHaVCO9/HZbP7k2NehUF8MIVdu5sYQbuQ5lYssrulgSQ738VIkHKhIu2no0Kzsns5uIZCr2/ZpCFden/LGbw1JN3drvGDg1TslXRuFbjnEyP6dwo9au3ao06mS/lvSDyRdF/6/X183tNtad1dJpxWoOW7bgUUrhB/k1bW4pPOyY2HNsI7D0Dy/2+MF9tPPuMXvgXbH0bKStgzzmL1G0smh1gKlFQoqcztpH4qEuL00vAcOjApx8JrHrtNSJITL9zN9PLSWIu3G+3R/roqOxTLHTGqRF8hVxJ51EJgUgarOX4biSeDVUFhpFAEEGijgD5t+kiWbPv9787Wvfa1uuOEGLbnkkrXu7pw5c7TWWmvpd7/7XVyn/3i9VRJhOrUePYqbAAFfbPmGTbw4ddqTef9wAvpPFxFAAAEEEEAAgXYCdb/hVvf6OLIQQKC7wEck7RF9eBpv8T/hA94TJT3RvSnWGJKAP9g/NnxZIG8XXw5hVw8Oaf80iwACCCCAAAIIIFBegOvl8mZsgQACCCCAAAIIIIAAAggggAACCCCAAAIIIIAAAggggAACCCCAAAIIIIAAAggggAACCCCAAAIIINBdoMrvq6eTVru6T0jyc6dpHd0rlwi8KqLEOoMWKDLh+aD3Oar25pG0haRfSbqjZBF+fx4jaXdJDgabLumupA3PPejn0j8v6W5JH5J0U8n9sDoCCEymQJXnL5MpTK8RQAABBBB4sUBVf38dTnNktPtDouCmbuMyisAr11QkxKpV+w6SHFbk5YFsXva8cKylJZ2fhSitFtbzfFC+Fn2yG0D0+uaSTo/+e1NJl5fYPm/VNGhnb0knFGzT13+Hhn/e5FFJDgn6XrR9On4/k/QBSb8ssA8HUsWhUXnHzXaSvhK1tXXYpkDzHVfZS9Lx0RobRGFYRdp2GJjDk94TVs4Lc0r7d0pmuE/BYyIdtzJBX+m9vHdlAV+3FOlUm3V8HPxbCChbPZvD38fpKgXe72kffNw5OPvpLrUUCexKm+h2LL1M0kxJHncvPk79vv59CZd/l3RWCAnzZkX743XT+jyenoedBQEE8gWqOn8Zij+BV0NhpVEEEGigwLeylNy1437deuutWnXVVceiq7fddptWW6117fd8yd+OLhDGoh8UiUDDBHzB/bmkT76R4Qv+fi6KG8ZEdxBAAAEEEEBgQgXqfsOt7vVN6GFDtxEoJOAPDfcMXzbO28AfBh8t6ceFWmOlYQlsGb4c/pqcHfgD0/2zD0EvGdbOaRcBBBBAAAEEEECgZwGul3umY0MEEEAAAQQQQAABBBBAAAEEEEAAAQQQQAABBBBAAAEEEEAAAQQQQAABBBBAAAEEEEAAAQQQQACBDgJVfl89L/DKITfTJP2wh1Ei8KoHNDbpW2ASAq88l+rbJB2WvTffJ6mXCa09cbgnV5+/S7DdEpJmZUFXa0n6pqQdJf2p71GiAQQQaLpAlecvTbekfwgggAACCBQVqOrv7wclnRsVVSbYZ1SBV1MknSxp+1D39Vn4jcOVHGgVL74++qKkGeGHvhbaLYQ/xeu9Q9IVkqYWHZwC6+2atXdagfU6rZKGDjmw6roSbaZjm4ZwpeN3q6RtQkByt910Cyny9oMOb3KbafhRtzqLvH6jJFvdH638ziwA7dpwje0flwmCS8etzLa9ms2dhXgtlr2XXyfpTZI839mKklbIgu8X6oDQrrZe+9DLPZxux9ICIbTOogpjgQAAIABJREFU9zMHtbT7XZDXflqf39d+f7MggEC+QFXnL0PxJ/BqKKw0igACDRP4eHaCeWLcp1NPPVW77LLLWHXztNNO0667vuicbg9JJ41VRygWgWYIvOj3SkhbXl/SDc3oIr1AAAEEEEAAAQT6Eqj7Dbe619cXPhsj0FCBebMPzB087LCrRXL6+NvwQe8FDe3/uHTrVZKODV+EyKvZ9+gcdvXUuHSIOhFAAAEEEEAAgQkT4Hp5wgac7iKAAAIIIIAAAggggAACCCCAAAIIIIAAAggggAACCCCAAAIIIIAAAggggAACCCCAAAIIIIAAAhUJVPl99bzAK3fzomwSaE889nDJPhN4VRKM1Qci0MtkyQPZcYWNeNLm/4wm0i4beOWJrD1BvSek9rxfnsz9vg71x5Oe23empGcq7C+7QgCB8ROo8vxl/HSoGAEEEEAAgeEIVPX3d/UsEPemqAsXh2DcRwp0y+FDW2TXM0t1Wdf72DBaZ1tJ5+VsU+b6b3NJl4Q2HpW0maRvJW2uLOnrUZCVA3/PytlvGu5ToOtdVykTctSusbSusteKaeBV6p7e57kmBD891LV3UreQojSY6qeStpL0qwJtd1ql15C1Tm3m1dZr4JP308+2ZQKvnMuyjCTPy+/7AJ2Crdr1fxwCr14Zfl+8t89jJ968zLG+tKTzswC01UIDBF4NcCBoqpECVZ2/DAWPwKuhsNIoAgg0SMBJpH+QtGCrT9OnT9f55/tcafyWbbbZRrNnz44L9wfnPsEucjE8fh2mYgTqKbBzm7TwDSRdXc+SqQoBBBBAAAEEEKhcoO433OpeX+UDxg4RqLmAP1T3h4trtqnTAUv+QvHfat6Pppf3EUnHZOHs/qA0XfzhtoOurm06Av1DAAEEEEAAAQTGXIDr5TEfQMpHAAEEEEAAAQQQQAABBBBAAAEEEEAAAQQQQAABBBBAAAEEEEAAAQQQQAABBBBAAAEEEEAAAQRqKlDl99XbBV6Z5hPZRLgnSkrr6cRG4FVND6qGl1VmwvNxpUgnIS8zifnckg6TdFDofLsJ3GMbz0XoSd797Prdkhy49cNxxaNuBBCoRKDK85dKOsROEEAAAQQQGAOBqv7+psFFgwomionT+xODCLzyPOSenHyVsKOjJHk//wj/7cyKvbJg4ePCf3fq1zgEXvUyLqMMvBrWPSQCr/51QM8jyfOCfzYKz+70a82hdg6E+0V2L/DQLCzuLWFlAq+6/zFIA7cIvOpuxhqTLVDV+ctQlAm8GgorjSKAQIMEfPLZ+jBK8847r379619rySWXHMsuzpkzR69//ev15JNPxvUfKengsewQRSMwfgLbS/pyTtmbSrp8/LpDxQgggAACCCCAwNAE6n7Dre71DW1gaBiBMRN4vaQ9JX2sTd3fDh+23zpm/Wpaua+V5NAxf7k7b/H9uU81rdP0BwEEEEAAAQQQaKgA18sNHVi6hQACCCCAAAIIIIAAAggggAACCCCAAAIIIIAAAggggAACCCCAAAIIIIAAAggggAACCCCAAAIIjFigyu+rdwq8ukvS1pLuLOExrMmKS5TAqhMoQOBV50FfUdLF2XxgS0u6XtJ2kh4ocJxsnk1wfUlYz5M1eyL4JwpsxyoIIDCZAlWev0ymML1GAAEEEEDgxQJV/f2dX9IXJc2ISthC0tcGOCjDCLx6aQjucdtePPfWNiHU1/+9sKRZktYPrzv0e39JT+X0Kw28ahcCNECSQk3Fdfk6b+Ps3x2FtvzXSqMMvJo3hI215kzrJbArr6tV3Zvq55joZ9v0vZIXiO3g630kzcwB+nE2/5mtfb/vvyT9VtKfouv9NOBuHAOvrgnH9kMl3gv9rOr7LedLWi00QuBVP5psOwkCVZ2/DMWSwKuhsNIoAgg0RGCB8OGTT8ifW4488kgdeOCBY929o446Sgcd9HyGl/viD8qmZh+aPTLWHaN4BOov4Bs45+WUuWX44Lv+PaBCBBBAAAEEEECgOoG633Cre33VjRR7QqDeAmtKuiGnRN8Dcfi3vzDAMloBB5Idk912e1lOGd8NX3a4bbQlsncEEEAAAQQQQACBEgJcL5fAYlUEEEAAAQQQQAABBBBAAAEEEEAAAQQQQAABBBBAAAEEEEAAAQQQQAABBBBAAAEEEEAAAQQQQACBwgJVfl+9U+CVCz5H0scl/b1g9VVNKlywHFabEAECr9oPdPqe3FHSWQWPi1dJOkPSJtlE2Y9mE2FPyyZvvrbgtqyGAAKTJ1Dl+cvk6dJjBBBAAAEE8gWq/Pu7i6RTozLK3i/oNobDCLzyPt8j6dIsWMmhXV42lXR5+N/pa+tJuq5Noe8M10Otdk6QdICkp7t1bMivp8FJeeFHnUpwIPJXohVSg/SaskyQUJHgpCLhTWUJ0yCtXoLAiuzzHZKuCHPde/0yIWjDDrxaXdIFUW2+pvcx+yVJf86C4NLfHXF/3yjpq1kA9lvCD8ch8GrBEF63Uag5DbcrMp79rJMe6wRe9aPJtpMgUOX5y8A9CbwaOCkNIoBAgwT2CxPuPtelxRdfXPfee69e8pJx+NXZfhT++c9/6tWvfrXuv//+eCUnJR/boLGjKwjUTcAp6xfnFLVtmxCsutVPPQgggAACCCCAQNUCdb/hVvf6qh4v9odAnQUcavWxqMAvhw9B761z0RNQ21vDvah12vTVX1w4egIc6CICCCCAAAIIINA0Aa6Xmzai9AcBBBBAAAEEEEAAAQQQQAABBBBAAAEEEEAAAQQQQAABBBBAAAEEEEAAAQQQQAABBBBAAAEEEKiHQJXfV08nFv6EJE9ivVxEsbOkM7tMhttancCrehxDk1YFgVftRzye5Pp2SdMl/aHEARJPan+2pN0lPVZie1ZFAIHJEajy/GVyVOkpAggggAACnQWq/PubBro4QGeGpMsGNEjDCrxyEI5DfzcLdZ4oyXOTP5Pd5zhUkvfr5XpJDn9yOFLe8roQIOSQIy9Xh/4/OKD+99pMGpxUZu7nl0o6QtKBYee/CUHHd0bFDDvwKg1SiwPJupm8TNJns9Apj8ldkn4h6XxJD4c+HRk1UMal235br6fviVOysOh9siC0Jws0MMzAK7vMlLRXVIfnODsuHPfdyitaW9H10v31cg+nW3haGnLm308bSLqlW2cH9Hpa31FZGN5BA2qbZhBookCV5y8D9xuH1JaxBh74iNEgAghUKeAT8uc/YD7yyCN14IGta40qyxj8vo466igddNALzu98AfKmwe+JFhFAQNLGUVJ5DPIRSZ5onQUBBBBAAAEEEEDgxQJ1vx9U9/o4phBA4P8J+H7HjeFD84MlfQOckQt8Knyon1fIVeHLD/818iopAAEEEEAAAQQQQKAXAa6Xe1FjGwQQQAABBBBAAAEEEEAAAQQQQAABBBBAAAEEEEAAAQQQQAABBBBAAAEEEEAAAQQQQAABBBBAAIFuAlV+Xz2dUPpdYX6u06MiPWfX1pLiCY/b9YHAq26jy+vDEOhlsuRh1DHMNj8o6dxoB36vdpu4eR5Jx0jaI2znCZdt9Y8Shb5Z0kVhjkJP/O7fBTeX2J5VEUBgcgSqPH+ZHFV6igACCCCAQGeBKv/+OhzJQVFxiJBDdT8cwob6HathBV65Lgf/HB8KvFXSNpL+R9J52Xxda4afe/8OT0pNW/1aIISBTws/8PXR+yV9v9+O97l9GjpU5rpvYUmzJK0fasgL8Rp24JXr9zxc8/dw3ZrW777sloVOOexokySMrRV09lSf3vHmi4SArXXCDx0Wv2f2Pnm8wD56DYty03n38uL7A68Mx/Z7Qx0/zd6jW2UB2L8qUJdXSUPIDmkzh1qvfejlHk63wKv0fe7/dvjYCR3e0wU5Cq2WWjgMwe9FFgQQyBeo8vxl4GNA4NXASWkQAQQaIrC6pJvivvz1r3/Vwgv7nH38lwcffFCLLOLz/xcsa/CB2fiPLT2oncB6IWE8Pef6qKRTa1ctBSGAAAIIIIAAAvURqPsNt7rXV5+RpBIE6iFwqKTD6lHKRFfxbknHZh+mr5Kj4A+k95N0ykQL0XkEEEAAAQQQQGD8BbheHv8xpAcIIIAAAggggAACCCCAAAIIIIAAAggggAACCCCAAAIIIIAAAggggAACCCCAAAIIIIAAAggggEAdBar8vnreJLm/kHSapC0jnDPCBNGPdQHrN/DqFZI8Ie+GklbIJid+W9ifJ+X9saTrJV0h6S8d6lhX0rXR63uHCW47le45kw5OJvAtMk/ZO0I9U0Pj24ZJhXs5rlI7j4En5X4ie2Z1Stb/TbPJiadnfVtN0kLZpOJ3S/Lk4pdJukbSQwV2Gk/A25rw+NeSlg+TMnsfbttz0l2ZhZ99Newnb8LvucNztBtl4+LwpbeGCao9sfRPQhuXh3F7pkBt6Sqt9j8gyc/tto6F74Xj4EJJPlafTSZ7bjeR87An6W7XxfiYXlWSJ2n24uPZtV6cTbB+Y/bscd57K50wud0+2vU5Dqvytp4j7LqSY5G6DWOS8JIlsToCCNRUoMrzl5oSUBYCCCCAAAKVC1T99/c1IYjX1yqt5ZshZMjXqL0svh73tfXns+uVuN1219e9hOWk10a+9vW1duveQZHwKtfpa/Tjok76f/teQpEQJV/jel6wDTKvv4brQV9z/7AXtGib9LrR9wl87+APBdr1NaKvSVthU3mhX8O+lvb9lHMktUKjHNzksf9jgfrfk907ujSqP77/s0x2/T07mv/Lx6fDyop6+z6J6/qbpD+HexwO1Iqv3e32RUkzQq2+Z+UwNY9vt6XXsCi3WzbwqkxdC+bcExyXwKuVs3tTX8/qb92jK3Ms2dXvhy9J+r2ke8Mc618L4XjdxtOBYhdEKzks3PetWBBAIF+g6vOXgY4DgVcD5aQxBBBokIAvjnxC/twyffp0nX/++Q3qnrTNNtto9mxfYzy/OFXZKassCCAwGAEnkjsRe96kOSdL+wNqFgQQQAABBBBAAIH2AnW/4Vb3+ji2EEAAgboJHC1p/zZF+UsGfq3XL2jUra/UgwACCCCAAAIITLIA18uTPPr0HQEEEEAAAQQQQAABBBBAAAEEEEAAAQQQQAABBBBAAAEEEEAAAQQQQAABBBBAAAEEEEAAAQQQGJ5Ald9XbzdJ7oph0uOlo256At/zJOWFH7VW6zXwytvtKulTIXCpk64DlU6RdEyYeDhd1zV7EjUHQ3nxhMS7ZXOOebt2ywKSzgyTH7fWKRKUtYukU8MG7UKHih4peYFXnifNwV+e+HulDg15AmZPQOw+dJpoOy/wykFSnqDZQVfpcrak3ZMJneeStLakI7vU1GrrO5IOl/TtEE7VzcNzhromTwT+vi4r+zjwMezx9T681CXwyp4ePx/XebZx1xzo5mPfEyk7wKu19Bt45cnYPd+el1vDxNu9POO8Qzi23E6ZydO7jTWvI4BAswSqPH9plhy9QQABBBBAoHeBUfz9dTj0VyTF9wt+IOmgEtd9rR4vEq6bPhaFFrVeG2TgVXq9/bmwk33D/y9y38CrpsFZvs/gaz5Pet7pXom3Td0GdW2Vd93oa2XPcdUptHyxcJ3nEGsvd0lySM+dyeE47MCrvCAxX+fPzK6TO4VnO1z6pCycaLuofge3/zz890uzMTk03DNodcmB4b6P4wCrTotDx33Pycdla/H1/QnJOLt278P/vPwsC+Z2aPcvC7ylqwy8KhLo5pIdyuZ+2j5efDz5508mP++1D72E1jk83AFSvkfmJS+Ey+N2chaWtn1UZ5H3gldfNAR9OQyvtWwR7tMUGE4dGO6TeV17b5z9u6PIhqyDwIQKjOL8ZWDUBF4NjJKGEECgYQK/yE7Ylmv16aKLLtK0aQ6cbc5y8cUXa8stfc3x/OKLqDc1p4f0BIGRCviLHQ678sV+vPjmxrEjrYydI4AAAggggAAC4yFQ9xtuda9vPEaZKhFAYBIENgzXwXn3nPwh937hoYhJsKCPCCCAAAIIIIDAJAhwvTwJo0wfEUAAAQQQQAABBBBAAAEEEEAAAQQQQAABBBBAAAEEEEAAAQQQQAABBBBAAAEEEEAAAQQQQACB6gWq/L56u8Arz9u4Rwhaagk4SGh6mAS5nUovgVdLhEmDXzBJWAH2WyQ5iMdhQfHysjA5r8N+vBQJ+lk+BHwtGzXk8Kg9s0miH29TSzqRbl44VIFuPL9KXuDV5SHcK55IvFObX5B0cIdJrdPAqzPC86/t2k8n93WfPYm5/5VZPAn4ZyS5vk6BXD7utuoQwJW3T09Y/XA0oXEdAq88EfNZkuxddLHREeG90JrUu5/AqzTErd0E1UXqe4ekK7LJn6eGldtNPF+kLdZBAIHmClR5/tJcRXqGAAIIIIBAOYFR/P31dZvvDTj8ef6k3G+Ea9ibO1yXOlTH86D7et7B2nkBwQ6kOqpNyHUvYTkuc3NJl4R6HUjjpXWNs2O4huum7xAlh2M7DKm1OIDawVkO3s673rWX52120HQrrMfbfiLr+4kFgrK61dTuutEh0p4TOi/0yvcAXE8r7Mr7cKi1g5vSkKlhB15536+RdG50De3rYxsfJ+mJHAAfd74vcUD0Wl79vsfjMLNVovUuDeP1+zaweW37/pOvg/+Ys43vYVwQ/Xy9rB/XdRu00NfvRuvlBTi1a6bdvbzW+ul9Mf/c93/s5eM1b3H4nOcRb4XAxeucJsn32NKxqFvglWt2TeclgXy+H/LpLCz9r2367vA3H2/+fdRaLgrhaL7f1G2ZNxyrrYC060PgeLv9dWuP1xGYBIFRnL8MzJXAq4FR0hACCDRIYClJd8f9eeyxxzTffPM1qIvS448/rilT/DnpCxZfXN3TqI7SGQSqF/AH0VdnCcYLJ7v+lKTPVl8Oe0QAAQQQQAABBMZSoO433Ope31gOOkUjgECjBP6/8IHlR9v0yl9I94e57T7sbRQGnUEAAQQQQAABBCZIgOvlCRpsuooAAggggAACCCCAAAIIIIAAAggggAACCCCAAAIIIIAAAggggAACCCCAAAIIIIAAAggggAACCFQoUOX31TtNkrtgNvmzJ7WNg6g8Qa4nuc2bMNlEZQOvFg372DTy9fOYnjj7ymyC2F9LejabeHpJSWuECbHfEq17ezaH2odzQrg+GCZLbq3abcLhXcI+42HuFpTlUKMLowmrdw196fVQSe1+nk047UmKWyFcnpT5dEk/DjvwRNnbh4nG4316AmNPCp1OUu112k2E7ZAoTyjuSZn/l6SVJK0dApj+Ehr3pOT7hDCxeH/XhMmEPVHz3yW9QtLqYazenWB0qs2reoy/kkxM/ANJJ2Wv3RAmV/aE5JuF9vOCukYdeJU3obaPaU+y7QmTfUx7ebOknZPx86TePo5mh0nPPf6tCeQ9ObvHv7VskE1Obhsvfo9423jM0xC3fo5Pzy/m+tcP+zshTJT9dK8HO9shgEAjBao8f2kkIJ1CAAEEEECgB4FR/f111sN7Q0i2r43zlu9J+lE097evbVYM15t5IVduw4HWns/4a+E6J6/dXgOvfP3oUCqHT8VLu2vIdsPhYCBfozroKF7Sa2Nf479d0taS3peEgzm42fch/tzDmKebdApKLno93ameKgKv3KeNs+ArB4nHx8Z3QhCZA9Ti+w27heOoZdGpft/T8j2muN28+04O3XpPCLaK7zul1+mpf3rt7UA0XzN3W3oNi3K73QKvvI774vtIcSidjwcHnbU8W+Fz64R+t+6xpIFw4xR45VA6h9c74Cruu3+3fFmSw6gcXDZX9vvg9ZJ8b8VhZvH9JWc1fEjSTd0GMby+eLgvtmb4b+6ZFIRjtYkWGNX5y0DQCbwaCCONIIBAwwQ+ED4wfa5bq6++um66qei51HhJrLHGGrr5Zp9PP7/4wvCr49ULqkWgVgK+AL8qS2leIqnq8JDKXatiKQYBBBBAAAEEEKixQN1vuNW9vhoPLaUhgMAECPj+0rHhQYm0u7/NHtjYT9LXJ8CBLiKAAAIIIIAAApMowPXyJI46fUYAAQQQQAABBBBAAAEEEEAAAQQQQAABBBBAAAEEEEAAAQQQQAABBBBAAAEEEEAAAQQQQAABBIYvUOX31btNkusJeM9LJn6dEX6W1mmZMoFXnlj3MEkHRaQO1dk/C/35UxvmKeHZzUOj108O2zwR/cxhQg4XWi78zP38bAgRSptOa45fdwDTCyYui17cRJInVfbyG0nTJN3Zx+HRrg5PruyQMQdBpSFWnqB3i/Csa2tyXq/vWq7NqSVvIux2oWHp5p6k24FLrQmDPUH0vmHC8Kdy9jVPmDTYE/22tnFtPn5abvFmr8rmsnKgml1bi48PP8ebF7Dm/rpth1/FyygDr9xnH2cOBmstHgdPtvzLHCOP3zaSTomMbglunoA5XtIQt3dJ8rrtlnT9Tsdyt8PWwVszw3HodW/Mjnm3f3+3DXkdAQQmSqDK85eJgqWzCCCAAAIIdBAY9d9fhwT5um27PkepFUD0eUl/7dJWr4FXDsLxvQRvHy8nhnsKede17Upx6JWDpn19W3bxvQpf499XdsM266fX+Q6NcoB5HCzeaVffzMwdIOWQn7ylqsAr54f4+v745B5UNyZfF+8QwtLy1u21Xbfl4/Ljki7oEMDm+x0OkWodC76vZU/f/+i0DDvwql1oeTfPb0g6OASs+zj14pAo37tI35u99qGX93AaOn9ICGnP64/77tDvI5PQq2599+sOxvK2DmjIu++Z14YdPD97696X33uXF9kZ6yAwwQKjPn/pi57Aq7742BgBBBoq4A/Gnv+wd99999Wxx/qzveYt++23nz73uc/FHfNJp0+gWRBAoLyAU4ivzr4EsUyy6dGSDijfHFsggAACCCCAAAITLVD3G251r2+iDx46jwACIxOYKumY8IXxvCL85Qk/UPE/I6uQHSOAAAIIIIAAAggMW4Dr5WEL0z4CCCCAAAIIIIAAAggggAACCCCAAAIIIIAAAggggAACCCCAAAIIIIAAAggggAACCCCAAAIIIDCZAlV+X71b4JUnhN47PFPZGo1OAUllAq9WlvR1SX5m08uZYV/dJgX2xLWe4+iIsJ3X96TI34oOl3TC4Ysl7ZhNKv1IziHl4KTzs4Co1bLwqJ+FSYn9v7247w5VSpc0AKhT+0WP4rzAK/fNE+3O7jDRrufYnC7p1GhyXU9wvXtOUFRe4JUDs77WpUiP0TmS1onMu9XlVfNq86S/O0n6S7JPT1DtY6C1OATKz+rmhV211lk0O35OSybyHmXgVXpMe+Lt7bPnkX/bwTc9nr2qj9Wzkm3KBF75fev3x4GhjXYmRY9Nr+eJrj3xuJcHJG2c/bujTAOsiwACjReo8vyl8Zh0EAEEEEAAgYICdfj76+u+N2bXCbuE0J+FCtbu1Rwu42Dlc3OuEds100tYTqutNJjGP19P0nUlam6t6sBjX087eMdhPN0Whyd9JvS303Vut3bS1/NChxwm7TnnP9KhsaL1VBV41Sr1reF69n1dIHy/xPcNHDzWLSTNTZUNZ3PwkwPSflwg+Ci+n1H0+rvXsCj3pdu9vPgY9f2FwyV1e1/6vfiFzMn3kxwoX+QeQK996OU9XCbwyv3376W3hUC+bsdSy8v3vTzmaQB5t/dkbHVrCAdrFyDXrS1eR2BSBOpw/tKzNYFXPdOxIQIINFjgEkmbP39Wdc45mjGjl3Dg+gvNmjVL2233gsBnf8DqC0MWBBAoJ+CLdCcH+4ZSvPiLGf6CBgsCCCCAAAIIIIBAOYG633Cre33ltFkbAQQQ6F/AH+I6Mf7fcpryB9T7JQ9F9L9HWkAAAQQQQAABBBCoowDXy3UcFWpCAAEEEEAAAQQQQAABBBBAAAEEEEAAAQQQQAABBBBAAAEEEEAAAQQQQAABBBBAAAEEEEAAAQTGX6DK76sXmSR3kRAq5FCp1tIujKho4JUDeTyJrPfvxRPBTpP0w4LDt0wIgVolrO+5jxyC9XS0fTzh7G9C+3fmtL9uFnZ1bfj5zCwk6KlQm3/kMCW348l+42VxSedJWjP8sF0wVsHuPLdaXuCVJ6n2/rtNhv0KSSdJak2y1i6QKJ2MuOhEvJtkEwVfFnWmnUtef6eE0DCHXLWWTSU5+Kq1pAFld0naOpsfL2+80n14cnIHjrkNL6MKvPJcpwdHQWyupUiYmNdLj+c83zKBVwuE8DC/p7xcI8nbP1TmgEzWTY8Bj8+FfbTHpggg0DyBKs9fmqdHjxBAAAEEEOhNoG5/f33958AiX3uuml0zLJeEQX0vu9b7ZRam/N3w73eSninZ9V7Cclq7WDCEC7fub1wfrqN9Dd3r4mv5d4cg5rdLemfUkPv7I0lXSvpONmfz33vdSYft2oUOzZXNHe17Jg69cn0ODHLIle8DXBECyNMg6rzdVB145Rpc+5tCuLn7t1IIbHLI1ffDPZyvhntJ6XugE7Gv2x16/n5Ja0laIfy3t/F9Kd9PuCFcQzsA6tmC45Ve028b7hl12rzXsCi3WeReXrzvJbLj0Nf0G4aw91b4Vev49P0eH5/xva800Nuh2odl+/5H1HCvfejlPVw28KpVZrtjya97jD1f3I3hPXpvgXCzdEzT+y95TgUPI1ZDYKIE6nb+UgqfwKtSXKyMAAITIuCLHqeNPrfceuutWnVVXw82b7ntttu02mqrxR3zCaUvBFkQQKC4gL9o4bCr5ZNN/AWU3Yo3w5oIIIAAAggggAACkUDdb7jVvT4OJgQQQKAqgddLOiZ8uSBvn/6w8ZCqimE/CCCAAAIIIIAAAiMX4Hp55ENAAQgggAACCCCAAAIIIIAAAggggAACCCCAAAIIIIAAAggggAACCCCAAAIIIIAAAggggAACCCCAQCMFqvy+etFJcj2JrQOePDGwF08yvGsInYrrLRp4lQZGzQrzF7ndIku6H09O60Cf+6ON08l58yYcTkOKHMTkpRXu1C5eGIrLAAAgAElEQVQQyh6eh8khS655A0m3FCm8wzp5gVcOc7quYLubS7okWtfj4+CkeEknIz5T0p6SHu+wD4eT+RnaA6Ox9+Tg3ypYl1eLQ8X830eFCZpbEyWnExeXCdRaWJKPn/VDPaMKvPLE6a5jo1BH3jHZjsxj/7kwGbxD3zzp9DdD+FprmzKBV+n7q8g4dxvO9Ng5KIxjt+14HQEEJkegyvOXyVGlpwgggAACCHQW4O8vR0ivoUPIDU4gDXUvc09jcFXQ0igE4nuPDs5zmJpD2VgQQKDB5y8EXnF4I4AAAi8W8IezU1s/vueee7Tkkks20mnOnDlaaqml4r75JNAfyrEggEAxgVdmSeFXS1oxWd0fZu9UrAnWQgABBBBAAAEEEMgRqPsHhnWvj4MKAQQQqEJgL0nHZl/I94fL6XKzpP34oLGKYWAfCCCAAAIIIIBArQS4Xq7VcFAMAggggAACCCCAAAIIIIAAAggggAACCCCAAAIIIIAAAggggAACCCCAAAIIIIAAAggggAACCCDQGIEqv69eNPDKz1fuLemYSPl2STOyoKnfRD8rGnj1DklXRPOfHSnp+JIj6HocuuPF84ltnP27I2ojDUI6QdIB2TZPR+ssIMnzJ02T1ApKmkfSxVnA17JtwqzSkCzPyWSHB0vWn66e2rUL22q3mzdK+moWevWWsMIpWf37ZH1+MtognQj7MEn+lx5z8T76CXJqteOgtPMlrRZ+4DAnmz0c/jsNxMoL62rX7zSQa1SBV0X8+zlEygRepQFiecdC2VrSNtPQsrLtsT4CCDRPoMrzl+bp0SMEEEAAAQR6E+Dvb29uTdqKwKt6jGYcfHSXpC2zfz+vR2lUMSQB3x/0vHTHhfYJOhsSNM02UmCsz18IvGrkMUmnEECgT4HHJflDzueWxx57TPPNN1+fTdZz88cff1xTpkyJi3si+/C8mZ2t5xBQ1XgLzC/pKkm+kREv50j60Hh3jeoRQAABBBBAAIGRC9T9hlvd6xv5AFIAAgg0WsAPTPjhi7Xb9HL/EITVaAQ6hwACCCCAAAIIIJArwPUyBwYCCCCAAAIIIIAAAggggAACCCCAAAIIIIAAAggggAACCCCAAAIIIIAAAggggAACCCCAAAIIIIDAMASq/L560cAr93PRLKDKk7duGnX6ZEl+1tLzeXkpGni1iaTLBoy3XjY/0nVRm2kQ0o1ZOJdDg+6P1lk+CreaJWk3SXNL8v/eKKyXhi/FIVle5YgQGvWPPvuT2rXqebRgu6/MQrrOk/TesL5Du3bMJt99JNo+nQjboWEOAuu0pGFVZety26lZGua1naSvREX4GLu8YL+9Wrz9qAKvhj3JeJnAq3dm4WLXZpMue94wL4eE47QE6YtWTQOvmMi5H022RaCZAlWevzRTkF4hgAACCCBQXoC/v+XNmrbFsK9Fm+Y1rP44PN3zlO0RduAAct9v6RQwPqxaaLcagamSPC/7OlngvO/dbSbpW9Xsmr0gMPYCY33+QuDV2B9/dAABBIYg8Gz2Qenzvx+fffZZveQl4/DrsrzEP//5T80111zxhv6j9oIflG+VLRCYCIGXSbpa0lpJby+UtPVECNBJBBBAAAEEEEBguAJ1v+FW9/qGOzq0jgACkyzgL28f1gbgm1l2/H6S7ppkIPqOAAIIIIAAAghMuADXyxN+ANB9BBBAAAEEEEAAAQQQQAABBBBAAAEEEEAAAQQQQAABBBBAAAEEEEAAAQQQQAABBBBAAAEEEEBgSAJVfl+9TOCVu7tGCCZyCJIXT+i6s6QLwn8XDbxKw3sGQbltCHyK21o3BP+0anUo1veiFeI6WuFPaVBWGuwTh2S5qTRoq9e+pHZlA4XSwKtrQsDXQ1FB6UTYeWZp/YMIOup2XJQ9DtMat4qOwVEFXqUhbkVsyxwrZQKvhjHheRp8Vvb4LNNX1kUAgfEUqPL8ZTyFqBoBBBBAAIHBC/D3d/Cm49biMK7/xs2gLvWuGELVff18g6QZku6rS3HUMXCBHSSdGVrlHsnAeWmw4QJjff4yDgkuYw3c8IOf7iHQVAECr5o6svQLgcEJXJV9SWP9pLlLJW0+uF3QEgIIIIAAAgggMNECdb8fVPf6JvrgofMIIDAUgTUlHSNppZzW/eDF/pJOHcqeaRQBBBBAAAEEEEBgnAS4Xh6n0aJWBBBAAAEEEEAAAQQQQAABBBBAAAEEEEAAAQQQQAABBBBAAAEEEEAAAQQQQAABBBBAAAEEEEBgfASq/L562aChubOQq30kzYw4bw+T+P5GUrdgo9ZmVQVepSE9u0ryJLReXhb6sVcI7tpA0i3htThA6cYQHHV/eG2X6DnT9LV+jrLU7hBJR5RocJIDr+IJvkcVeJUe000LvEqPLyZzLvHmZFUEJkSgyvOXCSGlmwgggAACCHQV4O9vV6LGr0DgVX2G2PfMDpN0UChpR0ln1ac8KhmgwIJhbDeTdLekaZJ+OMD2aQqBpguM9fkLgVdNPzzpHwII9CLwePiA+LltH3vsMc0333y9tFP7bR5//HFNmTIlrvOJbPLiZna29qNBgWMkcJmkTZJ6r5S00Rj1gVIRQAABBBBAAIG6C9T9hlvd66v7+FIfAgiMj4A/Q3DQ1b5tSr4gu322n6R7x6dLVIoAAggggAACCCAwRAGul4eIS9MIIIAAAggggAACCCCAAAIIIIAAAggggAACCCCAAAIIIIAAAggggAACCCCAAAIIIIAAAggggMAEC1T5ffWygVcelsUknZnMQXScpIMlzSXpBEkOhfLSLnxo2OFArcMnDZGKQ3oWl3SepDUl3SppmzBJrbddXtLF2evLJmFYaXvu6wHZZMZPD+B47bftSQ68WlfStV2OudT3mhBk9lCBsXuDpAslrRDWzQsji0PSvFrTAq/S8DgCrwocOKyCwIQJVHn+MmG0dBcBBBBAAIG2Avz95eAg8Kpex4DvI82StIqkG0JA/H31KpFqBiAQ39f0vdWZkp4ZQLs0gcCkCIz1+QuBV5NymNJPBBAoI3C/pKmtDe655x4tueSSZbYfm3XnzJmjpZZaKq73AUn+wJkFAQTyBS4KCcHxq9dL2oCLKA4ZBBBAAAEEEEBgoAJ1v+FW9/oGOhg0hsAABd4k6RcDbI+mhiuwcQi7emPObnz/bP/w0MJwq6B1BBBAAAEEEEAAgXES4Hp5nEaLWhFAAAEEEEAAAQQQQAABBBBAAAEEEEAAAQQQQAABBBBAAAEEEEAAAQQQQAABBBBAAAEEEEAAgfERqPL76r0EXllybUnnRvOXPRom8XXoUJHAqzQcaO+w3TBGKZ6ENg628qTQV0maP+tHGt6zQAj1mhYK2jWss4yk2WHiYr+0qaTLB1R0p3CuIrtYRPr/2bsT+P3KOf/jr6G/pchEoWjsRoxiDE0NGYTKEi3yS2VplUTyS4spoUWpRosplVTqhxYKlSUpKjG2/EmGsZSylKYxbSb8z4fr7n9cnfu+z7nXc9/36zwevwd9v+dc53M9r+u+v/dyrvPmdGD9tHPcYPkNKbCrc3x+I+w6oUx50FFVu/3qWynd8PlFaccvprCpWMMb2zbAyaVGmrqWx7hbyNowgVdPAz5Zmu9VgVfjvsl4HhL3TODSLvB16u03Zvnv89AvA6+aCrq/AvMvMMnXL/OvaQ8VUEABBRSoJ+Df33pO87zXuN+LzrPdOPoWOShLirD4Y9PnTW8GjgTyx+o4zm2bkxF4MHA88FJDzSYD7lnmUmCmX78YeDWXc9JOKaDAkALfAJ7aaeOyyy5jnXXWGbLJdh5++eWXs+6665aL+2bxRfHft7Naq1Jg6gJxMUl8wV3eLklhV7dOvToLUEABBRRQQAEF5kug7R+4tb2++ZoN9mZeBOIi5f2BFwJxYb5bewVWTEFXO3YpMb5YXArc3N4uWJkCCiiggAIKKKDAlAR8vzwleE+rgAIKKKCAAgoooIACCiiggAIKKKCAAgoooIACCiiggAIKKKCAAgoooIACCiiggAIKKKCAAgrMucAkr1cfNPBqOWBP4F2lsYjwnR2AXYHOus1u4UP/mNbgRthUbOMMz1kTOBN4XDrXC4DPFWtHdwMOTz/rBFp1unPP1Le90g/eXwRH7Q7Eseekn12RbmL84xHNx2ECmaKEvJ8HATG+vy/VN0jgVR7+lYdV1el+HpoV47Fdaf3u87M12U0D0GKcDkyFjCPwqs4NxHP/CH6Lx8jv6gClGyVHP34CfCcFbMX/drYmgVd5OFVn/t5es5aq3fI2q+bXEM17qAIKzIHAJF+/zAGXXVBAAQUUUGAkAv79HQnjTDdS5/3qTHdwBotfId3TbGeg22cUM9gtSy7uKxg5N/G5578Wn31eD0SQ/BeUUUCBxgIz/frFwKvG4+0BCiiwAAJnAZt0+nnKKaew9dZbz2W3Tz31VLbZZpty384uvtTbdC47a6cUGE7gg8Brsybi4ooNgP8armmPVkABBRRQQAEFFKgQaPsHbm2vz0mlQJsEXpaCruKC5NjOBzZqU4HW8hcCW6Yvhh9W4XI1sEcRln6uZgoooIACCiiggAIKdBHw/bJTQwEFFFBAAQUUUEABBRRQQAEFFFBAAQUUUEABBRRQQAEFFFBAAQUUUEABBRRQQAEFFFBAAQUUUGAcApO8Xn3QwKvo90OBE4AXlRCOByK4KW74Glu3G/vmAUijDo8qj0se2BR9PhI4GogbrsUNal9S/Pt6NpgvLYVbRchT3MDs9UAnBGvUIV154NV/AJsV94i7suYkywORYgxOy44dJPAqD//6bTGuLwcurFlX7Fa2jP/Ow5LyMKVTgTcUIWNxrn5bhKYdk8ay15zLfZvcdDoC3I4tFbJvFvYWv1oZiLrjPl2xNQkGi/uk7lNqs2rsmwRerQKcDqyfaonH6ZuKtdO39sPs8ft87uydxnGIJj1UAQXmTGCSr1/mjM7uKKCAAgooMLCAf38HppubAw28audQPhL4cBG4HuNzWHrPf0c7S7WqBgJrAMuAtVLIeYztnQ2Od1cFFPizwEy/fjHwymmsgAIK3F3gACC+NPrT9ta3vpVDDz10Lp2WLl3Ke9/73nLfDkwv9ueyv3ZKgQEF/g3YKTv2m8CGxcUWvxywTQ9TQAEFFFBAAQUU6C3Q9g/c2l6f80uBNgg8GngnEBcK51tcvB4XJ7u1RyACrg4BIvCqajscWAr8oT0lW4kCCiiggAIKKKBACwV8v9zCQbEkBRRQQAEFFFBAAQUUUEABBRRQQAEFFFBAAQUUUEABBRRQQAEFFFBAAQUUUEABBRRQQAEFFFBgDgQmeb36MIFXQf0C4Mzi5r0ROlS1dQsVunda67lr6aA3pyCqvP9V7a4IHFWE+jweuLEIVPoG8KEilOo/u9SxGxDrR2OLeuNmZBFYFTeovSCFJd2QHbtm2vdxKXgpAqQi8KoTaFQVKDXM9MsDmaKt3YEjKm4Cmp+n4xHrmmPr5j5I4FW0lwdWNQn7ymuL9jYGzi11Iu97hJC9ErikBugzgE8U47lqn77fCzgYiLkQW91AsRVSONprSrVUBV5FMNh+QDymYouwrghUO6dGH6L2U0oBVTFHtytqvbl0bJPAqzwE7PNpXfWva9TSbZctgI+Ufhnj89Eh2vNQBRSYP4FJvn6ZPz17pIACCiigwGAC/v0dzM2jFFBAAQUUUGB6AjP9+sXAq+lNHM+sgALtFXhF+Quj9dZbj4svvri91Q5R2bOf/WwuueQvvruML88+NkSTHqrAvAm8DyhfABL9+166wOKaeeus/VFAAQUUUEABBVok0PYP3NpeX4uG0lIWVGCPFKgdF1vn2w/TxfJHLqhNG7u9Y1oAUTVe/w7EeF7UxsKtSQEFFFBAAQUUUKB1Ar5fbt2QWJACCiiggAIKKKCAAgoooIACCiiggAIKKKCAAgoooIACCiiggAIKKKCAAgoooIACCiiggAIKKDAXApO8Xn3YwKvlgP2BvbvIdwteit2fVwROfbwUlvVT4NVAv5ugxT0llwDHlo6NdrYFbupSRwQ9nZ/2j6Cjk4F3p30PSiFFv8+OfQBwArBZ+vl5wLNSG1cBmxf/vjvCGVcVeFXHJDwiDOnUUi0HpvClO7P6Bg28ygOZIsxpJ2BZnzCuqrGK8KUI5opQq/KWh6dFUFSsC/5lD+OqMK1ec64cfBbN1glZqwp1qwq8ivby8K1Pp+CqX/ToQxhFuNUHSvvEf5+YHdMk8CrajPCt+Bfbd4p7icX9Br8/xHzdC4h5FVuM3UuKf18foj0PVUCB+ROY5OuX+dOzRwoooIACCgwm4N/fwdw8SgEFFFBAAQWmJzDTr18MvJrexPHMCijQXoG/AeILzbu2W265heWXX769FQ9Q2a233soKK6yQH/kI4GcDNOchCsyjwCHA0qxjcWP2DYH4XzcFFFBAAQUUUECB8Qm0/QO3ttc3vpGxZQV6C2xQ/PodxcXta3fZ7ZgUdnW1kK0QeEIKuoqLp6u2WEwR4+mmgAIKKKCAAgoooEBdAd8v15VyPwUUUEABBRRQQAEFFFBAAQUUUEABBRRQQAEFFFBAAQUUUEABBRRQQAEFFFBAAQUUUEABBRRQQIEmApO8Xn3YwKvo18NS2NJzKjrZK3woAp7ivke7lI6Ldbm7p3CqP1S0d48ivGdT4FAg7iEWW4QvbQ1EQFK3LQ9sisCe+FlsGwPnVhx4T+BdQAT95FuES70hnbvJ2PbatyrwKva/Angj8O8V4VIROBYhYUeUwr8ijOuVwJUVJxs08CqaijYjlOn+qd3fAG8FTi+M7qg4172Le1dtldUWY7UD8JGK/eMmcdGP7Uu/C+c9inCtqsCoBwIHZ/vHoaMKWYu5FvffijXjnbnWKa1b4FX0+YA0hzv7RhhbBG39xb3+0i+r5vNFaT7/PDPKA6/CMQLZ8ueLzmFbZM4R3PW5ASfrfYpxPwzYOR0foWVbFo+BXw/YnocpoMB8Ckzy9ct8CtorBRRQQAEFmgv497e5mUcooIACCiigwHQFZvr1i4FX0508nl0BBdor8D1gjU55Z5xxBptttll7qx2gsjPPPJPNN9+8fGR8IfvEAZryEAXmUeDdwD5ZxyIMLr5sj+cHNwUUUEABBRRQQIHxCrT9A7e21zfe0bF1Be4uEBfdRzjStl1w4gLdI4FPitcagbhYPhY8VH1HEBd9x4XucZG/mwIKKKCAAgoooIACTQR8v9xEy30VUEABBRRQQAEFFFBAAQUUUEABBRRQQAEFFFBAAQUUUEABBRRQQAEFFFBAAQUUUEABBRRQQAEF6gpM8nr1UQReRb8iTOfMUhhSp6+9wodin8cCHyqCeCKIqbydUfzuw8A3gNuAFYFnFvdDekWxJvTF2b7vT2tFb+kB3C28ql99L+0SpLVTEZh1XN0Brblft8CrODyCok5OwWI/AiLoau0U9lT2iP2itmVdgpCGCbyKc0YYWYRMlbfPAKcBXwb+uzRWEdD0wmzfPVNw0p1dTOJeeCelvnV2iRC0sL6gCFz6VWo/xiXWej+5op1eY7pSaqt8Q7oI7nof8GngJ0CMw9OB15Xm2sVABLB1Qt26BV5FORGOFXP6n0u1RdjVicB56RxhuVbx/18DLMn2iwCzOF++rZf9PMb6o0Wo2A+B36X/f13poDXTY/Jx6WdvSYFiNafjX+y2WhrjTp8imCzGMs7rpoACCnQEJvn6RXUFFFBAAQUU+LOAf3+dCQoooIACCigwawIz/frFwKtZm27Wq4ACkxI4rPiSML6I+tO2ZMkSTj/99EmdeyLn2XLLLVm2LL5/vWs7PH1xOpHzexIFWiwQX5zHjdrL2y+BDYBvtbhuS1NAAQUUUEABBeZJoO0fuLW9vnmaC/al/QK7AkuBh1eUen1xgXR83hBhV16c246xjIvJI+iqfEF4p7K4qDyCruJzMTcFFFBAAQUUUEABBQYR8P3yIGoeo4ACCiiggAIKKKCAAgoooIACCiiggAIKKKCAAgoooIACCiiggAIKKKCAAgoooIACCiiggAIKKNBPYJLXq48q8OrewAEV9/XqFygVFhHIc3QKzepnk//+KGCfFAjV79iq8KpTgTf0OD4PDYpzxJrilxT/vt7vhA1/nwdefSeFPEWA1f1rtBUBSLulYKxugVLDBF5FCSsU66j3Tv9qlHTXLlFbrPmNdb0RYNZrexpwTBZ61Wv/K4BLS/fR6zfnwiDCp/62Zgei7TcW475j+heH9Qq8GnROR/BWzMUIscqfA6LNCNKKmwOu26XuCISLWjtbzJlw3Dr9oN9c78URZueX5uHGwLk1/dxNAQUWR2CSr18WR9WeKqCAAgoo0FvAv7/OEAUUUEABBRSYNYGZfv1i4NWsTTfrVUCBSQmsB1xcPtmvf/1rVl555Umdf6znueGGG1hllVXyczwbuGSsJ7ZxBdov8Dbg4KzMm4ANi3/xJb6bAgoooIACCiigwGQE2v6BW9vrm8woeZZFF3gOsFdxke/zu0CckIKu4sJxt3YIRLhzXCxetcUF1BF2dXU7SrUKBRRQQAEFFFBAgRkV8P3yjA6cZSuggAIKKKCAAgoooIACCiiggAIKKKCAAgoooIACCiiggAIKKKCAAgoooIACCiiggAIKKKCAAi0XmOT16qMKvArSRwIfBiIcp7P1Cx/q7BdBSjsAby/W7D6wxvjEGtF3AmcVa4DvqLF/7FIVGPQW4Igexz8AiHXEm5X2ORPYrgiXurnmeevulgdehd0S4EnAu/sENH2qCEnaD/hml7CkTg3DBl5FO/co7t/2XOBA4Ok1OvelNFZfKNb+/qHG/rHLQ1OA2uv67P/ZIkAr7qMVRjH3Yqsz554CvAt4cZ/2P5gC1WKsY55E6FVs/QKvYp+Yx7GeeecagWV1xi/upRrz4dgu7W1VhMedlvVn2zR/67p044ggtcPTLy8DtgR+WnMs3U0BBRZHYJKvXxZH1Z4qoIACCijQW8C/v84QBRRQQAEFFJg1gZl+/WLg1axNN+tVQIFJCnwPWKNzwgMPPJC99or7OM/+dtBBB7H33nuXO3IV8MTZ75k9UGAogfIXyJ2GbgU2AOICATcFFFBAAQUUUECByQm0/QO3ttc3uZHyTIso8KB0wfGuXTofF+TGxclxYbpbOwTiAvlDgKdVlBMXk8eF4R9oR6lWoYACCiiggAIKKDDjAr5fnvEBtHwFFFBAAQUUUEABBRRQQAEFFFBAAQUUUEABBRRQQAEFFFBAAQUUUEABBRRQQAEFFFBAAQUUUKClApO8Xn2UgVfBuTFwaimQp074UHkYVgReCGwErAU8Nf3yt8C3gC8DEXJ0RRF0dFvD8csDpaLNDYFLe7RzzxSMVL4h2+5pfXE+Tg3LudvuVYFXWxQhRxHuFWueI+zoZcAzkm+EW8W9oj6WPO6sUcAoAq86p1kOWBt4EfBMIEKk7g+E61eBi4sx/DgQ97erG3RV7kLcO/TxaU69oNTv8Li8+N3pRfDWJSnw7FUNA6/iPJ36XwE8qzTXvlL05/PFPfk+Wqo9H5s6gVedvjwYeEkxd9dP5/jb9ItBxi9M1gR2STV32oomq2p6VBGUtiyNU+xTFYrVb9rkoW8RFLY/8Pt+B/p7BRRYOIFJvn5ZOFw7rIACCiigQBcB//46NRRQQAEFFFBg1gRm+vWLgVezNt2sVwEFJimwNN0M+E/nXG211bj22mv5q7+ahafO7kx//OMfefjDH851111X3ilubHzoJHE9lwItE9gZOCarKS5WiIsv4ot2NwUUUEABBRRQQIHJCrT9A7e21zfZ0fJsiySwI/CmckB4qfO3Fxcxvxs4Ml10vUgube1rLBiIz3si4LlqOy2FXf3Fh0Rt7Yx1KaCAAgoooIACCsyEgO+XZ2KYLFIBBRRQQAEFFFBAAQUUUEABBRRQQAEFFFBAAQUUUEABBRRQQAEFFFBAAQUUUEABBRRQQAEFFJg5Aa9Xn7khG0nBvQKvRnICG1k4gVh/vV8RThXBdrEdl9ZiNwmLi4C1TxTHrgpcn0LXItDMTQEFFMgFfP3inFBAAQUUUGDyAv79nby5Z1RAAQUUUECB4QRm+vXLLKS2zDTwcHPLoxVQYMoCD0hfJMUXnn/aDjzwQPbaa68plzXc6Q866CD23nvvciPxJVt8aXbzcC17tAIzK7AdcHxF9S8CzpvZXlm4AgoooIACCigw2wJt/zyo7fXN9uhbfRsF1ilCrHYHNu1S3OnAEcC/t7H4Ba1p4xTk/viK/l+bgq6WLaiN3VZAAQUUUEABBRQYn4Dvl8dna8sKKKCAAgoooIACCiiggAIKKKCAAgoooIACCiiggAIKKKCAAgoooIACCiiggAIKKKCAAgoooMAiC3i9+mKOvoFXiznu4+51ObDqKmDz4t93a5407t+6G3BY2n+QwKyap3I3BRSYAwFfv8zBINoFBRRQQIGZE/Dv78wNmQUroIACCiiw8AIz/frFwKuFn78CKKBAH4EDgLvSoe5zn/vwgx/8gNVXX30m4a655hoe//jHc/vtt5frPxDYZyY7ZNEKDC+wDXByRTMvBz4xfPO2oIACCiiggAIKKDCgQNs/cGt7fQOye5gCdxNYAdgT2BVYscInLuB9NxCBV27tEPhr4FAgwp2rtmNT2NVv21GuVSiggAIKKKCAAgrMmYDvl+dsQO2OAgoooIACCiiggAIKKKCAAgoooIACCiiggAIKKKCAAgoooIACCiiggAIKKKCAAgoooIACCijQEgGvV2/JQEy4DAOvJgy+IKe7N3BIWkMfXd4dOALIn2eqOFYFTgHWL46L9dpxr7ILF8TNbiqgQHMBX780N/MIBRRQQAEFhhXw7++wgh6vgAIKKKCAApMWmOnXLwZeTXq6eD4FFJg1gQcAPwZW6hS+ZMkSTj99Nu/jvOWWW7Js2bLyGNxUhP08Crh51gbGehUYgcAWwEcq2nkl8NERtI5THPMAACAASURBVG8TCiiggAIKKKCAAoMLtP0Dt7bXN7i8Ryrw/wW2TBfprt0FJULC48LdG0VrjcBW6eLquFA63yKcbA/gU62p1kIUUEABBRRQQAEF5lHA98vzOKr2SQEFFFBAAQUUUEABBRRQQAEFFFBAAQUUUEABBRRQQAEFFFBAAQUUUEABBRRQQAEFFFBAAQUUmL6A16tPfwymUYGBV9NQX4xz/gNwJvAI4CJga+DnNbq+LXBC2u+44v59uwG31TjOXRRQYDEFfP2ymONurxVQQAEFpivg39/p+nt2BRRQQAEFFGguMNOvXwy8aj7gHqGAAosn8EbgyHK3jz32WHbccceZkjjuuOPYaaed8pp3BY6aqY5YrAKjEXg5cHZFU9sAp47mFLaigAIKKKCAAgooMIRA2z9wa3t9Q9B7qAI8BXgT8JouFucBEXZ1mVatEVgdOBSIYOeqLX4XYVduCiiggAIKKKCAAgqMW8D3y+MWtn0FFFBAAQUUUEABBRRQQAEFFFBAAQUUUEABBRRQQAEFFFBAAQUUUEABBRRQQAEFFFBAAQUUUGAxBbxefTHH3cCrxRz3SfR6OWB/YO90su2AE/uceKW0T9y/7KfAZsC/T6JYz6GAAjMr4OuXmR06C1dAAQUUmGGB/O/vDHfF0hVQQAEFFFBgQQVmIUPqrqGZhWL9gGZBH0l2W4GWCVwIPLdc02WXXcY666zTsjKry7n88stZd911819+AXjeTHTAIhUYrcBGwKcrmtweOGG0p7I1BRRQQAEFFFBAgQEF2v55UNvrG5DdwxZcIC7K3Q2IcOyHV1hcD/xLjQt1F5xx4t1/PXAIcL+KM381BV1dPPGqPKECCiiggAIKKKDAogr4fnlRR95+K6CAAgoooIACCiiggAIKKKCAAgoooIACCiiggAIKKKCAAgoooIACCiiggAIKKKCAAgoooIAC4xXwevXx+ra1dQOv2joy81HX44BTgbWBi4CtgZ/36NqrgA+n38e6+4OBO+eDwl4ooMCYBHz9MiZYm1VAAQUUUKCHgIFXTg8FFFBAAQUUmHWBWciQust4For1A5pZf0hYvwLzIbAm8C3grufNxzzmMVx00UWsvvrqre7hNddcw3Oe8xx+9KMfleuM59anAFe2uniLU2D0AusXXy6fD8SN3MvbG4D3j/50tqiAAgoooIACCigwoEDbPw9qe30DsnvYAgu8OAVdPb+LwTHAgcB1C2zUtq4/ETgUiFDnqm1f4F1tK9p6FFBAAQUUUEABBeZewPfLcz/EdlABBRRQQAEFFFBAAQUUUEABBRRQQAEFFFBAAQUUUEABBRRQQAEFFFBAAQUUUEABBRRQQAEFFJiKgNerT4V96ic18GrqQzDXBcQ9BZcAxwL3B94MHAlU3SD/wcDxwEtrhmPNNZydU0CB2gK+fqlN5Y4KKKCAAgqMTMDAq5FR2pACCiiggAIKTElgFjKk7qKZhWL9gGZKM9nTKqDA3QS2Bz5Q/unTn/50zjvvPFZeeeVWct1www1stNFGfO1rX8vr2yF9cdbKui1KgTEJrJfCrpbP2n8LcMSYzmmzCiiggAIKKKCAAoMJtP3zoLbXN5i6Ry2qQAQnfbdL5y8D/gX4wqLitLTfewDv6VLbhUD8/hstrd2yFFBAAQUUUEABBeZbwPfL8z2+9k4BBRRQQAEFFFBAAQUUUEABBRRQQAEFFFBAAQUUUEABBRRQQAEFFFBAAQUUUEABBRRQQAEFFJiWgNerT0t+uuc18Gq6/otw9hWAQ4CdgW8DWxQhWFdnHY97tu4K/CtwPbCV6+8XYWrYRwVGIuDrl5Ew2ogCCiiggAKNBAy8asTlzgoooIACCijQQoFZyJC6i20WivUDmhbOcktSYIEFDgMiHOeuLUKvzjrrLFZfffVWsVxzzTVsuummVWFXhwO7t6pYi1Fg/AJrAxcUXxj/dXaqPXvcJHz8VXkGBRRQQAEFFFBAgW4Cbf88qO31ObMUaCrwDmC/0kG3A28H4nMQt/YIxHvbQ4FnVZR0J7A0XSjdnoqtRAEFFFBAAQUUUGDRBHy/vGgjbn8VUEABBRRQQAEFFFBAAQUUUEABBRRQQAEFFFBAAQUUUEABBRRQQAEFFFBAAQUUUEABBRRQQIHJCHi9+mSc23YWA6/aNiLzWc8jgQ8D/5TW1+8D3FHq6hrAMmAtIO5ZFmvwY223mwIKKNBPwNcv/YT8vQIKKKCAAgoooIACCiiggAIKzLSAgVczPXwWr4ACUxI4DdiyfO7HPOYxnHrqqayzzjpTKukvT3v55Zez9dZb86Mf/Siv53TgVa0o0iIUmJzAU4HzgYdkp9wXeNfkyvBMCiiggAIKKKCAAg0E2n7BTtvra0Dtrgr8SWAV4CLgSUB8dhBhVz/WplUC8f41xqVq+wSwR/GZz3+0qmKLUUABBRRQQAEFFFhEAd8vL+Ko22cFFFBAAQUUUEABBRRQQAEFFFBAAQUUUEABBRRQQAEFFFBAAQUUUEABBRRQQAEFFFBAAQUUUGD8Al6vPn5jz6CAAgoooIACoxXw9ctoPW1NAQUUUEABBRRQQAEFFFBAAQVaJmDgVcsGxHIUUGBmBM4CNsmrPfbYY9lxxx2n2onjjjuOnXbaqaqGs4FNp1qcJ1dg8gJPBC4AVs9OfUCPG4VPvkrPqIACCiiggAIKKJALtP2CnbbX54xSYBCBnYFfAPH5gVt7BNYHDgWeUlHSTcDS4j3vie0p10oUUEABBRRQQAEFFlzA98sLPgHsvgIKKKCAAgoooIACCiiggAIKKKCAAgoooIACCiiggAIKKKCAAgoooIACCiiggAIKKKCAAgooMCYBr1cfE6zNKqCAAgoooMDYBHz9MjZaG1ZAAQUUUEABBRRQQAEFFFBAgTYIGHjVhlGwBgUUmFWB04At8+KXLFnCe97zHlZfPc/XGW83r7nmGt72trexbNmyqhOdDrxqvBXYugKtE3gscD4Q/1ve4kbhe7SuWgtSQAEFFFBAAQUUKAu0/YKdttfnbFJAgdkXuBdwCPCmLl05Nb23jZAyNwUUUEABBRRQQAEF2iLg++W2jIR1KKCAAgoooIACCiiggAIKKKCAAgoooIACCiiggAIKKKCAAgoooIACCiiggAIKKKCAAgoooIAC8yXg9erzNZ72RgEFFFBAgUUQ8PXLIoyyfVRAAQUUUEABBRRQQAEFFFBggQUMvFrgwbfrCigwEoHDgLfkLd3nPvdh3333Zc899+Sv/mq8T7V//OMfOfjgg3nnO9/J7bffXtWpw4HdR9JbG1FgdgQice4C4IlZyUf2uFn47PTOShVQQAEFFFBAgfkXaPsFO22vb/5niD1UYL4FXg5EWPNjKrr5M2Bp8X73Y/NNYO8UUEABBRRQQAEFZlTA98szOnCWrYACCiiggAIKKKCAAgoooIACCiiggAIKKKCAAgoooIACCiiggAIKKKCAAgoooIACCiiggAIKtFzA69VbPkCWp4ACCiiggAJ3E/D1i5NCAQUUUEABBRRQQAEFFFBAAQXmWmC8KSyjofMDmtE42ooCCoxPYHvgOOBuz6mrrbYau+yyC9tvvz0rr7zySCu44YYbOP744zn66KO57rrrqtqO588dgeNHemIbU6D9Ag9JYVdPyUo9Fnh9+8u3QgUUUEABBRRQQAGg7Z8Htb0+J5ECCsymwIOAQ4DXdSn//cAeReDVLbPZPatWQAEFFFBAAQUUWAAB3y8vwCDbRQUUUEABBRRQQAEFFFBAAQUUUEABBRRQQAEFFFBAAQUUUEABBRRQQAEFFFBAAQUUUEABBRRQYAoCXq8+BXRPqYACCiiggAJDCfj6ZSg+D1ZAAQUUUEABBRRQQAEFFFBAgbYLGHjV9hGyPgUUmBWBNYEjgOd2K3jJkiVssskmbLTRRiy//PID9evWW2/lvPPO4+yzz2bZsmW92vgCsBtw5UAn8iAFZldgJeD84t/aWRc+CGw7u92ycgUUUEABBRRQYOEE2n7BTtvrW7gJY4cVmAOBbYBDgQdX9OW7RcjV0vR+dw66ahcUUEABBRRQQAEF5ljA98tzPLh2TQEFFFBAAQUUUEABBRRQQAEFFFBAAQUUUEABBRRQQAEFFFBAAQUUUEABBRRQQAEFFFBAAQUUmKKA16tPEd9TK6CAAgoooMBAAr5+GYjNgxRQQAEFFFBAAQUUUEABBRRQYFYEDLyalZGyTgUUmBWBNwL7AxG603Vbb731eMYznsGaa67JYx/7WB7+8IfzoAc9iPve975/Oua2227jxhtv5Nprr+WHP/whV155JV/96le55JJL+jncBOwHHNVvR3+vwBwKRJLcBcCzsr6dBmw1h/21SwoooIACCiigwDwLtP2CnbbXN89zw74pMG8CjwQOATbv0rH3AHvOW6ftjwIKKKCAAgoooMDcCvh+eW6H1o4poIACCiiggAIKKKCAAgoooIACCiiggAIKKKCAAgoooIACCiiggAIKKKCAAgoooIACCiiggAJTFfB69anye3IFFFBAAQUUGEDA1y8DoHmIAgoooIACCiiggAIKKKCAAgrMjoCBV7MzVlaqgAKzI/AAYA9gN+DPCVbj324Djkg3SL55/KfzDAq0TmA54Hxg/ayyM4BXtK5aC1JAAQUUUEABBRToJ9D2C3baXl8/X3+vgALtEHgDcGiXz4++Aiwt3ud+uR2lWoUCCiiggAIKKKCAArUEfL9ci8mdFFBAAQUUUEABBRRQQAEFFFBAAQUUUEABBRRQQAEFFFBAAQUUUEABBRRQQAEFFFBAAQUUUEABBRoKeL16QzB3V0ABBRRQQIGpC/j6ZepDYAEKKKCAAgoooIACCiiggAIKKDBOAQOvxqlr2woosOgCEXy1A/BaYI0xYVwFnAR8oAjYMuhqTMg2OxMCnwY2yio9F9h4Jqq3SAUUUEABBRRQQIFcoO0X7LS9PmeUAgq0W+DJKbR8gy5lvh04oN1dsDoFFFBAAQUUUEABBSoFfL/sxFBAAQUUUEABBRRQQAEFFFBAAQUUUEABBRRQQAEFFFBAAQUUUEABBRRQQAEFFFBAAQUUUEABBRQYh4DXq49D1TYVUEABBRRQYJwCvn4Zp65tK6CAAgoooIACCiiggAIKKKDA1AUMvJr6EFiAAgosiMB6KXhnwxGEX0XI1fnAOcAlC+JnNxXoJfBx4GXZDhcA8XhzU0ABBRRQQAEFFJhNgbZfsNP2+mZz1K1agcUQ2BM4qEtXPwcsBb69GBT2UgEFFFBAAQUUUGAOBXy/PIeDapcUUEABBRRQQAEFFFBAAQUUUEABBRRQQAEFFFBAAQUUUEABBRRQQAEFFFBAAQUUUEABBRRQQIEWCHi9egsGwRIUUEABBRRQoJGAr18acbmzAgoooIACCiiggAIKKKCAAgrMmoCBV7M2YtargALzIPA3wD8CawFPAB4FrA48CCg/L/8CuB74MfD9dLPjrwA/mwcE+6DAiAQ+AmyRtfWFFHb1uxGdw2YUUEABBRRQQAEFJi/Q9gt22l7f5EfMMyqgQD+BdYFDgH+q2PEOYA/gyH6N+HsFFFBAAQUUUEABBVou4Pvllg+Q5SmggAIKKKCAAgoooIACCiiggAIKKKCAAgoooIACCiiggAIKKKCAAgoooIACCiiggAIKKKCAAjMq4PXqMzpwlq2AAgoooMACC/j6ZYEH364roIACCiiggAIKKKCAAgoosAgCBl4twijbRwUUmAWBCMD6PLBCKvbGFIJ12ywUb40KTEngFGDr7NyXAhsA/zOlmjytAgoooIACCiigwGgE2n7BTtvrG80o2IoCCoxK4ABg7y6NnQ0sBf5zVCezHQUUUEABBRRQQAEFpijg++Up4ntqBRRQQAEFFFBAAQUUUEABBRRQQAEFFFBAAQUUUEABBRRQQAEFFFBAAQUUUEABBRRQQAEFFFBgjgUmeb36PwFfHrHlccBuQPmeYg8CTgNemM5Vtc+Iy6hsbtp1/C3wUWCtKTtMwnra5/gX4J2piG8DWwBXT7uoEZ1/OWD/tKY77kO2FfCTUtsPA04FngO8H9ijWON9y4jObTMKKKBAN4FJvn5xFBRQQAEFFFBAAQUUUEABBRRQQIGJCxh4NXFyT6iAAgpUChh45cRQoJnA8cB22SFfAzYEIjDOTQEFFFBAAQUUUGC2Bdp+wU7b65vt0bd6BeZHIBYYHAKsWdGlG9KF0CfNT3ftiQIKKKCAAgoooIAC+H7ZSaCAAgoooIACCiiggAIKKKCAAgoooIACCiiggAIKKKCAAgoooIACCiiggAIKKKCAAgoooIACCigwDoFJXq9u4NXdw7nGMaadNg28GqfuX7Y9z4FXrwQ+ANwf2DqFyeXPGxun0KtQ2QlYBndbCzO50fBMCiiwCAKTfP2yCJ72UQEFFFBAAQUUUEABBRRQQAEFWiZg4FXLBsRyFFBgYQUMvFrYobfjAwgcA+ycHXclsAFw/QDteYgCCiiggAIKKKBA+wTafsFO2+tr34hakQKLJXCfFHT1xi7dPhlYCvx6sVjsrQIKKKCAAgoooMACCPh+eQEG2S4qoIACCiiggAIKKKCAAgoooIACCiiggAIKKKCAAgoooIACCiiggAIKKKCAAgoooIACCiiggAJTEJjk9eoGXhl4NYUpPpFTzmvg1eNSkNXawBnFfch2BG6qEF0ROArYBvg2sAS4aiLynkQBBRZVYJKvXxbV2H4roIACCiiggAIKKFBX4NHAGtm/dese7H4KKKCAAtUCBl45MxRQQIF2CBh41Y5xsIr2CxzOny+GKG/fBzYEftL+8q1QAQUUUEABBRRQoKZA2y/YaXt9NZndrcUCqxiG1OLR6V3aZins6lEVu/0Y2AM4c2Z7Z+EKKKCAAgoooIACCvQW8P2yM0QBBRRQQAEFFFBAAQUUUEABBRRQQAEFFFBAAQUUUEABBRRQQAEFFFBAAQUUUEABBRRQQAEFFFBgHAKTvF49D7y6FLgA+N8hOvYz4Czgd6U2HgScBrww/ey4dG+l24Y4zyCHTruOvy1uNPxRYK0pOwxiN2vHzGPg1b2BA4Ddi3+/BWKt92d7DMx6wEeAVYHj02PullkbSOtVQIGZEZjk65eZQbFQBRRQQAEFFFBAAQXGLPCEimCrCLpaPjtvfBa305hrsXkFFFBg7gUMvJr7IbaDCigwIwIGXs3IQFnmVAUOBt6WVRA3C98A+MFUK/PkCiiggAIKKKCAAqMWaPsFO22vb9TjYXuTFXg98BJgo8me1rMNKRAhZYcUYcyv6dLO0cBS4PYhz+PhCiiggAIKKKCAAgq0WcD3y20eHWtTQAEFFFBAAQUUUEABBRRQQAEFFFBAAQUUUEABBRRQQAEFFFBAAQUUUEABBRRQQAEFFFBAAQVmV2CS16vngVfTCqKa3dFqVrmBV828htl7HgOvXgCcCdwf+BCwS7Gmu1eAVQRkxZrwXVNA1tbAOcOgeqwCCijQQ2CSr18cCAUUUEABBRRQQAEFFkngXqVQqzzgarmaEM8DvlBzX3dTQAEFFOgiYOCVU0MBBRRoh4CBV+0YB6tor8A7gfiyvLz9PIVd/d/2lm1lCiiggAIKKKCAAgMKtP2CnbbXNyC7h01Z4JnA/sBzUx0RfHXslGvy9PUEXpsubF65YvcrgT2Az9Rryr0UUEABBRRQQAEFFJhpAd8vz/TwWbwCCiiggAIKKKCAAgoooIACCiiggAIKKKCAAgoooIACCiiggAIKKKCAAgoooIACCiiggAIKKNBagUler27g1WSngYFXk/Oet8CrlYAIpNs8hVe9HLiwBuczgE8Ux64KnAtsD/yqxnHuooACCjQVmOTrl6a1ub8CCiiggAIKKKCAArMgcL9SsNUaQCfcKj5PGmb7EfDYYRrwWAUUUECBPwsYeOVMUEABBdohYOBVO8bBKtopsA/w7qy0XwMbAl9vZ8lWpYACCiiggAIKKDCkQNsv2Gl7fUPye/iEBR6Qgq7elJ33h8BTgf+ZcD2err7Ao1PQ1aZdDjkI2Lt+c+6pgAIKKKCAAgoooMDMC/h+eeaH0A4ooIACCiiggAIKKKCAAgoooIACCiiggAIKKKCAAgoooIACCiiggAIKKKCAAgoooIACCiiggAKtFJjk9eoGXk12Chh4NTnveQu8elVxc+oPJ74PAbsAt9TgvC9wBLBj2ncH4AQgf56p0ZS7KKCAAj0FJvn6xaFQQAEFFFBAAQUUUGCWBR6YBVtFuFX8e+SYOuX94cYEa7MKKLB4AgZeLd6Y22MFFGingIFX7RwXq5q+wNJ08/ByJf8NbABcPv3yrEABBRRQQAEFFFBgTAJtv2Cn7fWNaVhsdgwC2xYXvu4HrF7R9m+Ao4qfv2MM57XJ4QV2Te9X713R1KXAHsBlw5/GFhRQQAEFFFBAAQUUmCkB3y/P1HBZrAIKKKCAAgoooIACCiiggAIKKKCAAgoooIACCiiggAIKKKCAAgoooIACCiiggAIKKKCAAgooMDMCk7xe3cCryU4LA68m5z1PgVcPBo4HXpr4NgXObkD5fOCzaf/PA9sUAVjXNzjeXRVQQIE6ApN8/VKnHvdRQAEFFFBAAQUUUKBtAvGePIKtVptwYU8Bvj3hc3o6BRRQYC4FDLyay2G1UwooMIMCBl7N4KBZ8tgF4ubh78vOcjuwIfDFsZ/dEyiggAIKKKCAAgpMU6DtF+y0vb5pjp3nriewNrB/EeT7wi67fziFXX21XnPuNUGBtVLQ1Qu6nHNv4KAJ1uOp5kMg5tOZwP3Tl+BbAFdPqWvxvdGrgFNbUEtOkC9aaUL006Jf/wFcC3wmfbb0yyJ0MP+b3qTNNu0b4/YEYEtgfSA+b46t0++Tgfjb4jYagYelx8hzisftYcA+wB2lpvMFbVsBp1WcOh5r5XF5JhChiW3cYo5tV1wc9IE0r14NXDzGQnOb/FTxOI59bhxjDTatwKgF6vwda/PzQF0P3y/XlXI/BRRQQAEFFFBAAQUUUEABBRRQQAEFFFBAAQUUUEABBRRQQAEFFFBAAQUUUEABBRRQQAEFFFBAgSYCk7xe3cCrJiMz/L4GXg1vWLeFeQq82gQ4K3U87kcW682uqwsBrAqcktZkxmHd1gE2aNJdFVBAgbsJTPL1i/wKKKCAAgoooIACCsyawD8DF02h6Li3X9wH0E0BBRRQYAQCBl6NANEmFFBAgREIGHg1AkSbmCuBnYB/y3oUX9psAHx2rnpqZxRQQAEFFFBAAQWqBNp+wU7b63NWtVdg+RR09dYuJV6egq6WtbcLC11ZBJq8u4vABcAewHcWWsjODyLwyBR4EwtgYvs2MM3AqzWAk9IX8tOuJfesExTSZAxiIcJ+wE+aHNTCfZdLCzEOBx7Ypb74rO24FtY+iyXdNwUf7pIer0uKx+xVWUdmMfAqnoteDJwI3NZlYFZK82hz4BxgRyCC48axGXg1DtXJtVlnPk2umvacqc7fMQOv2jNeVqKAAgoooIACCiiggAIKKKCAAgoooIACCiiggAIKKKCAAgoooIACCiiggAIKKKCAAgoooIACCijQLoFJru+eVODVg4DTgBcm6lgDtlvF+p5yPfm6v4cBLwU2Ku7LtG5aY/Yb4DLgk8AngF/1Gcq6dZSbiXVtcWPgFwGxHuIpwP2B3wLfSuttYw3Sl3qsV+q01yvwasXUt5en8z0inSNuTBz3ofoY8NNirWA+P0Y9e+9RnOuJxZqyqCPG4+ml9XxfKWqMej4OXFGjv1Fb3ufOmpJYl7MrEGFO0ddvFuf6NPBR4HvAHyo61hmLVwDPKtZ+PTXtE3V9Pjt20MCrbv3vjPeXU53R/ztr4FfN6R8AawJvKvq9cfK9GDivYpxXAI4u1oe+Jp3rICD69vsa5+7sEvdhjbXj70o/iPHbtjj/TQ3acFcFFFCgn8AkX7/0q8XfK6CAAgoooIACCijQNoH3F/euef0Uiop7AB42hfN6SgUUUGAuBQy8msthtVMKKDCDAgZezeCgWfLYBF6XbqyanyAurIiLKNwUUEABBRRQQAEF5l+g7RfstL2++Z8hs9nDbYA9i4uCI0wm3+LC1wgqOaq4EP3m2ezeXFcdF4kfCsTnN/kWoSARdBUXRbsp0FTg3sABxeKK3UsHTjNk6iEpzCYWAsQ2zVqqLOsEhTQdg6uBHYBLmh7Yov2fm0LTVu1R0wuKRTSfa1HNs1zKK4EPpMVXby4WzRxZsRhqlgKvYmFPPAbeDpzRZUFcebxiLp2Z+h8LgA6uuQCp6ZgbeNVUrB37N51P7ah6clXU+Ttm4NXkxsMzKaCAAgoooIACCiiggAIKKKCAAgoooIACCiiggAIKKKCAAgoooIACCiiggAIKKKCAAgoooIACCsyWwCTXd89C4NXP0trEWOMaQVPdtgi/ejdwbI8gpiaBV3HvyuekdUUR+tRvizV87wTOAu7osnNV4FX0K8K09kvhUN3OE4FLcXPkQ4qgqOjrqLfobwRI7Q+8uEbj3wEifOnsHv2NZqoCr+6Z1q7F7/Itgqtirfr1pV80qS2MYj3YG9J4RDN115BGmFmEQtXp/9fSevqL+oSQVQVehfMxpSCxssGHgF2AW9IPn5buRdZZVxnrYs+tMT75Ls9LQWXxGArbl6XwsgGa8hAFFFCgUmCSr18cAgUUUEABBRRQQAEFZk3gxi6fA4y7H39ThF5fM+6T2L4CCiiwKAIGXi3KSNtPBRRou4CBV20fIeublEC3G5luli5amFQdnkcBBRRQQAEFFFBgugJtv2Cn7fVNd/Q8ey4QF9dGiMQmXWhOTkFXX5eulQIR5PG2LpVFMEhcMP+TVlZuUbMgUA7O6dRbd4HAqPv3wLTAZPtSw9OqpVvf8gUcVwEf67HIptzOvYB/KBYerAU8IjvBFcBrgWhv1rb7AkcUCyl2LBUei3I+DXw3/ezBwAkz2r+2jccjU7hYyF1aGgAAIABJREFULKaJBTdbAz+vKHJWAq9WKh4PJwGdkLvjagReledcLODZCvjCGAYq/5x4w2KBWix26mx/SCGh8b9u7RAYZD61o/LJVbFcWkB6j9Ip4z1ChOh1NgOvJjcenkkBBRRQQAEFFFBAAQUUUEABBRRQQAEFFFBAAQUUUEABBRRQQAEFFFBAAQUUUEABBRRQQAEFFFBgtgQmub677YFX2wKvA3ZuMISxXvYdXUKY6gZexX0rt+gRStSrnPcB+5QCi8r75msHlwHXpUCvul38YFob9d91D6ixX6wF2Qk4sE+oWFVTR6X+RiBX1Zb3+fXFeuXXAGt32X/3tJaw8zgYZCzOAW5K54nT9FtDGmtgYh1s9CXWoNbdos8RkBVrH+/sclAeeHV8MTeWVqz/7By+aQoR6/z3bsDh6T9ijX7U+cO6BZb2i/WmpwPrpp9FKNgBfcK6BjiNhyigwAILTPL1ywIz23UFFFBAAQUUUECBGRSIe43HPdwmvV0AxH1s3BRQQAEFRiRg4NWIIG1GAQUUGFLAwKshAT18LgQ2TzcpzjuzJRAXIbgpoIACCiiggAIKLI5A2y/YaXt9izNT2t3TuIh5f2BX4H4VpV4O/GuX90Ht7tliVBdfSB5afCH6pIru/ioFXUVYmZsCgwqskYJm8sUH/RYIDHq+Xsc9LC0ciM9myts0aulVZ76A4zNAhOLc2ABlBSAWfuybLTCpE/TT4DQT23WVtJhi/XTGCO2KAKJvTKyCxTlR5+/63qnL2wEndul+3cCraevVXYiW1/kM4BPAqunCoQhci4VOo9zywKt5CAEapU8b2xp0PrWxL5OsaR7nuu+XJzmDPJcCCiiggAIKKKCAAgoooIACCiiggAIKKKCAAgoooIACCiiggAIKKKCAAgoooIACCiiggAIKKLA4ApO8Xr3NgVf/AXwH2CQN/dfSWsUvFgFYsf51RWA94A3A00vTI0KIXg5cWDFl6q4LWRP4CBDrI2P7DXBqWmsUa9si3CjWYa2VQpWWZOffIR2fl5CvHSz//qdpHdd5RZs/6dF+HBPtnzCisKK4R2fUf2y2FjH3vm9yjgCyF2cde39aj3xLhXm3Pkd/IyjqrCIw63+T5cuACAy7utTOs4FY5xyBTZ0taotwqouA29L6rxjzCEgr79fZv9ca0m79j3WdpwFfBiJcLPr/d8kqznX/Uj17Fv99WJfQq/wxVq7pvcDniuCp/5Nsn5sCtGJ+xxbnOAbYOv13zMGY793CxXo9S0b94R1r5GI7E4i1gzcvzlOrPVVAgTELTPL1y5i7YvMKKKCAAgoooIACCoxU4GNAfr+rpie4oQhnj8+kyv8i0KrXFp/hnNT0RO6vgAIKKNBdwMArZ4cCCijQDgEDr9oxDlYxPYGXAudUnP61wIemV5ZnVkABBRRQQAEFFJiSQNsv2Gl7fVMaNk9bEnhlcZHuW7ILwTu/jotlD0oXDP+Paq0TWD4FXe3cpbIPpovLmwTstK6TFjR1gQhdOqRYPFI1zyYZMhXfET0the/F4oB8m2QtdQZlFIFXcZ7odwSMxCKGznY9EIs+vlqnkBbtk5vManBXi0i7lvIPabFKLOz5PLBNsYgl5k3VNu+BV/dOz2ER6hlbhKzFIqVRbvMYAjRKnza2VXdhYxtrn2ZN8zjXfb88zRnluRVQQAEFFFBAAQUUUEABBRRQQAEFFFBAAQUUUEABBRRQQAEFFFBAAQUUUEABBRRQQAEFFFBAgfkVmOT16m0OvOqMcKxXPrQIuDocqApUilCg9wCvL02JI9Ma2TuyaVJnXUisy9snBQ/F4RHMFDcIjnClfGzi9/cAtgQi9KkTgtQtTKhb+FOsAdwD+EXFtI41TrGW+8DS7z6ewp1uGsHDIOZArJnqBEX1847+bpiCmMrhUm8Gwj03qupzmL4auLhP/Q8Gjgfinl2dbf80H6rmQtQToU4RSFXeeq0hzcPNoralKYjrDxX1xfyINXgRuLV2+n0cE2tnLq3Yvyrw6opiXsX9xuIm1b223C76Hv+q5mGdqbBbehzFvhEot1kRKHdlnQPdRwEFFKghMMnXLzXKcRcFFFBAAQUUUEABBVohsFIKUq9bzHUVwVbx+UH+mdHbS59dVbUd4eJ/XXzedGvdE7ufAgoooEB/AQOv+hu5hwIKKDAJgfiC7sLiC8O42W1s8YXpw4DbJnFyz6HAlAU2KL6kPr+ihh2BD0y5Nk+vgAIKKKCAAgooMB2Btl+w0/b6pjNqnjUEnpQunI4QjKrtJOB9xQXBcQGwW/sEXpEu5v6bitJ+lMb27PaVbUUzJhDfyywBjk2LNOLi99+l54/oyqRCpuJzyB2A+JL+gV0MJ1VL3SEcVeBVnC8uejgxW6ARi1ti0cYsbbnJvn0uupilvrWp1vumuRGfV8a2XZo/3Wqc98Cr6Pd6wEeAVdOitK2Bn49w0OYxBGiEPK1sqs7CxlYWPuWi5nGu+355ypPK0yuggAIKKKCAAgoooIACCiiggAIKKKCAAgoooIACCiiggAIKKKCAAgoooIACCiiggAIKKKCAAnMqMMnr1avCeAZl3SoFJ1UdX3c9RlU9EfS0X7FG8M4eheXrz76YAojiJsHlrU4dDwBOSGFAcexxQAQF9bpHWoRSHVLcwHjXdLJuYUJV4U/nALGe65c9+pevExxVWFGsvzwaeE3p3HsWa0IP6+Mduz8bOLkUlNVtnWZVn3dP69j6BTdtm8aiU16EikUwWFXYVWefh6Qx27jUp2615eN2PRBr5+Meef1qWwNYBqyVzvMhYJeK2qrm9KZAnXXczwc+W+pHr8dYncdtBIfFfOtsYXRunQPdRwEFFKghMMnXLzXKcRcFFFBAAQUUUEABBVohEJ/5xP23em3bl0KuflOz6u8Af9dj3wg3j88R3BRQQAEFRihg4NUIMW1KAQXGLnCPsZ9hOif4A/B44BulwKv42fLpZrdR1Sw8XzfViw/g+3152bRN9589geemsKt7ZaXHRQpHzV53rFgBBRRQQAEFFFBgRAJtv2Cn7fWNaBhspqHAXumC64dWHPc14D3AWQ3bdPfJCMRF2ocCEdZRtUVIWVzoHaFEbgoMK1C+WP+3aUHH09PCi2h73CFTsdBg/bSQJc5b3o4Hfg/slH447lqaWo4y8CrOnV/4UGeBTdOax72/gVfjFv5z++VwpytSaN2Pe5x6EQKv7g8cU/rb2S8ErOlIzWMIUFODWdu/zsLGWevTJOqdx7nu++VJzBzPoYACCiiggAIKKKCAAgoooIACCiiggAIKKKCAAgoooIACCiiggAIKKKCAAgoooIACCiiggAIKLJ7AJK9Xb3vg1VXA5sW/7/aZBvdNAUqxli62bmsG66wLqbNPVTkRJhRrsH8CxE2HzyhCtyKYqrxVhT9tlO5L1W+mR+jW4aWdnglc2u+gPr9/GvDJIiBq1bRfhB/FTZZ/VaPd5YAIx3pXad+3pHHo1ecIlXpJ8e/rfc6Rr+uKufBK4Moatb2guOnzmUVwV7TRaz48KY1TrIeNLYK+9inG8Y4a54h75cWYxDGxdetX/hi7DNgS+GmNc4x6zPPx3hs4qEYd7qKAAgrUEZjk65c69biPAgoooIACCiiggAJtEPgC8JwehXwOiM8xmmzrFMfE5wu9NkOum4i6rwIKKFBTYBYCVPyApuZgupsCcyoQX95dDDwViBvAzuMWN5mNLwDzQK+4uexNQIRfzdsWf3/uCdwAPMHgq3kb3tr9iS+dLwDulx3x1tIX1rUbc0cFFFBAAQUUUECBuRJo++dBba9vribDDHTmZSnoqurLs9uK+t+RAn3j/7u1T2DbFHa1UkVp3wKWAp9vX9lWNKMCK6RFCbGwIbaj03PEARMMvKpaaBOfux6SPo+Jz2Xemeqb98CrCDGKz547WyzUiNCem2dofhl4Nf7Bis/v4/GxazpVLFT5lxQO1+3sixB4FX2Pv6EnJIQmi7bqjNo8hgDV6fcs7zPoosVZ7vMoap/Hue775VHMDNtQQAEFFFBAAQUUUEABBRRQQAEFFFBAAQUUUEABBRRQQAEFFFBAAQUUUEABBRRQQAEFFFBAAQUUyAUmeb162wOvTgXeUPOebLEWqrNmMIKmNqsIR6qzLiQPWopgoqjh/BHcIy1fJ/fFIhQr1lxcV+NhEIFa55T22wo4rcZxvXaJgLBjSzvEusMTG7S5ZgqWelw6pmq88j7HWuYIfPp1n/Pkxx2XAqbqrGNfGYhaNkjn6LaGNO9/3GA6bjRdd4vHT8yLTrDWTkV4WNRZ3vLHWKxTexNwa5+TxH3rIkwsQtRiixC1VxShX9+vW1zFfrnp+4vH1u5FcNntQ7TpoQoooEBHYJKvX1RXQAEFFFBAAQUUUGAWBOLzkh/0KTTuz9W5p03dPh0BvLnHzr8sPu95aN3G3E8BBRRQoL6AgVf1rdxTAQWmIxBBOJcC8QWe2/wJ3AI8bMZuIjt/ozCdHj09fSkdFzuUt72BuGmsmwIKKKCAAgoooMBiC7T9gp2217fYs2dyvX98+nLr9V1OGRf8RkDG/51cSZ6pgcBjU9BVBJZVbe9OgSYNmnRXBXoKxPcxsajhA2mvK4Cti59dm0KwYgFAbOMOmcoXAXytuOh+T+CiFEpfXrwySC3l46M/+6bFA6OYHvmigc+kRSs3Dth4bvHpNCY39WnvvsCzgI2Bvy8C3f8x7R8LdMIsLD8BxH/nrxmqmi6bdRaX/AF4MRB/Y55XhC39pjjnhcXn5GcXC13+DtinZp/7jeFyxWd0awMvKsL9nlnU/ZS0iCRC0CL0LwLBIsjom8CdNc5ZNu2cOy4wic/3Y7FJmD0wtXse8LGSU5VDLLLp1BiLTl4IxDyI7StAjNkpwM8qaovPHTctxuTlxWKaqCsWx8SYxGPvpDROd9To05OAM4A10r51FufUDbxqGnQTzyOPKMYm/nZF0OZa6b+jtBijq1NI4yeBX3XpW8zfuECn85zTi6Df4zd/TIZ3zNFRbE1tyvOn/NwQgWVh9do018MvHk+XATEHY37/fMCCHww8N83LJ5SeC6K5GIur0lzv9XwQY7pbChzslNF0AdwD0kVasdgwtkmG9w0zn5o+98V4/TeQn7PJ34JBQwJ7PfbiuegbaWHkl4A6iwPLU67pXB9wuk70MN8vT5TbkymggAIKKKCAAgoooIACCiiggAIKKKCAAgoooIACCiiggAIKKKCAAgoooIACCiiggAIKKKCAAgsjMMnr1fP1QXEPtAuKdV3/O4B2rNGK9QdVW52gqTguryfuzxRrM35fo558zV+sI4v+lLc6dVStg4k2PlWs+VoGREjVLwYMv8rXfDQJ9Kq7lqsG1Z92uU9a67NzOqBbSFiv9vL1Pl8vApleCfywdFDe57qBT88HPltqpypMqltteVhU1frDexUGB6c1T9FOBEptC/xnXcBizd+jU0DYk9MxsZ4t1rH+rtRGPm77A/Gv35rMfG1RlW2DUv+0az7/m8y/pudyfwUUWDyBSb5+WTxde6yAAgoooIACCigwiwJx36S4v1u3Le679Nc1g97LbcT9Y1br0e5RxT1ndp1FMGtWQAEF2i5g4FXbR8j6FFBghXST0MdIMZcCcXPC1dNNCueyg3aqUiBucBsXcKya/Ta+cH6HZgoooIACCiiggAIKVFyI2LbPsLygyGn6xvTFVYQm5VsETsT7m3Nkaq3Am1PYVYSo5FsEFSxNgSit7YCFzaTAP6QQkghbiTChCLuK54n84vp+AUXDdr6zCCACX+KL/wjgilD6zrZIgVdbAB8p9b0TNtUtrCSeMzYvXqfsVwpd6jUeEcT09mIxxzV9Bi0PfYn/jgszIiCqaovwnG5hffn+3ebTPVJQz4FFaFQE0/fb4rnxncAX+iw4qgq8eipwTAq6ys/zIWCXNAerwm/i8XJoCv/qVmPM5XA+PoVy1R2nWEj1liI0LRYc9doijOjwtEOEJG2ZgrN6HVN3kVSToJv4HD0es9v0G6z0HPP+tLDq19n+wwQU5aeO72+OBl6TfnEksAdQJ0isXzea2ERbVYFXq9SYP/F8HBckxSKs+P91tkemML8ImIogtTpbr+eDPFSt6YKoZ6SQvc7n7eXArHyxVZ1a++1Tfq4cZj41fe7r9GvSgVdNHnsRdBbvAyIkr05IYFg3nev9xqcNv/f9chtGwRoUUEABBRRQQAEFFFBAAQUUUEABBRRQQAEFFFBAAQUUUEABBRRQQAEFFFBAAQUUUEABBRRQQIH5E5jk9er5+qB+a88G1a4TNBVt5/XsC7yr5klHFXgVp4t1NR9O9VSdPtZWXAicB8RarJtq1piHPzXxrruWq2Yp5GFVEeQV6z+uq9sAkIdGXQ+8pPgX4UydLe9zVShU1SljfdnJpV9sDJzboLby8VXrD/P+N2i6665V66XycYu1fmHQb1sJiPZelHb8TBqfG/sd2OP3+eNwFG0OUY6HKqDAnAlM8vXLnNHZHQUUUEABBRRQQIE5FbgS6IRkV3UxgtXj/j5NtvicIO4l1Gt7FvDlJo26rwIKKKBAPYG23Sy4qmo/oKk3lu6lwLwK3DPddDW+rLvfvHYy3dg2797/Nrgh3qzRRN/iRqK/TF/ERnKu22IIPAE4P128UO7xQcDei0FgLxVQQAEFFFBAAQVqCLT986C211eD2F0GFFg/BV3F5xRV7+MjBOWw4v3N7wZs38PGKxChKxGc8rwup3kbcMh4S7D1BRWIC+hjgUWEJcUWzxMRaBShMJMOvIpwo+encKA8CCdqW5TAq/jcORb07FWak9H3AyqCN2OXCLWJ30XgYZMtFujsUIRLXdLjoLJ5BED9PM2PqkOuSAt9IoSpzla14CRCiuJzuKafxUUYUAQuva9HoFEeeBUhVBEiGMFVVdumwNnpF3n4TQTGxGNlrRodjdp2SiEzEWoYbdUJIorQuR3T59RVp8kX50SI1O7A7X1qqrtIqm7QTSxeOrHHQrBu5VxaBK5tC8Q87GzDBBRVnaccCDbKwL66Np2a8sCreLzG3/y1a8yf2CXmWzy+4zuLXtt66TurGJOmW7f5lgeHVS1g63au+K4//p50FijmYzArgVd1nvuWAD+u+LvZZAFZvhCw1+LOsH02cGzNkMPyGMXzZIxLOVCy2xg2netN59009vf98jTUPacCCiiggAIKKKCAAgoooIACCiiggAIKKKCAAgoooIACCiiggAIKKKCAAgoooIACCiiggAIKKDD/ApO8Xt3AK4h1Q7dVTKt1gH+rue4rwq/OSjccvrbL2r04RZsCr0YVftQvaKzJOpfyMPRrt98zwRbAR9JOVevBxrEeqWr9T901eHl/RjU+5XbzdYRN1iv18/b3CiigwCRfv6itgAIKKKCAAgoooEDbBf4RuLxPkS8HPtGwIxEOHiHf3bargCc2bNPdFVBAAQVqChh4VRPK3RRQYKoCDytuCLsqcK+pVjG+k98EPDPd9LbzvBwfTm9Y3GDxxuImossB9xjf6afWcoRc3QD8cGoVeOJJCzwKuAB4fHbiw9ONYiddj+dTQAEFFFBAAQUUaK9A2y/YaXt97R3Z2a3s4Snoalfg3hXdWJaCBuJLLbd2CuQXcJerPC8FsnyvnaVb1YwLRLDSW0phahFAsxXwk9SvSQde9eNclMCrNdOijDUSSAQmxcUOsYAm3yKMJsLwdi79IvY/rViU8/HiuFjUcSfwYOAZKWDoWaV9f1qEtLwauLgLfrfnpwjgORKIvy3R9gbp+A+mz4zjPx+dgpCenH53IBCftXW2+Aw2ao36YovPmiOw6eCslliAEf35cjFf/7toY0Uggn0iLKnclzhszxRE1Wmz3FS+yKTzuzB6bxHY9LkiOOz/ABG89tz0t/NXaaeyw3fT9wGPS/XHRSWxiOYH6bPyCDGK8Xhh6eQXAZ9NQV4RdvWlFOwWP4+FVY8EXpkCrsphWBGQFc7567toOubJmYVN1BFbhGpFeF2/re5imzpBNzEWR2UX1XwKCJOvp/GKeqJ/LwLeVPTngaUCjwb2KC0ui+8gos2YCxHGF2E+nSDIk1JYWCfQK0L5/qdPZ6Ov55cCxjYGzu0HVOP3dWzKzZTnTzzm/qu0aC7mQozxV1JYW3w+HXMhHpfluRCBZmHVLaQoni/CqByi1Xns/HsxJztzOXyfUgSNRUBTJ+iwU2sEU+1fOP8+M9gkLd7r/Dgep0f0WMTX2S++OzuleOxGKGts0c/oQ4xdbONYYBaPgc6CxWHmU9PnvuhbuOV/N5ssIGuyEDDCruJxVg7s+1qaA19M4x2Po5gXLwO2zh57/eZTZwybzvUaD5+p7+L75akPgQUooIACCiiggAIKKKCAAgoooIACCiiggAIKKKCAAgoooIACCiiggAIKKKCAAgoooIACCiiggAJzKTDJ69UNvOoeeBWTaxVge2CHbO1Ft4kXa9xifdi+xRqtX1TsZODVn21i7VG/bdjAq/LcNvDqz9rDrFfqN17+XgEFFJjk6xe1FVBAAQUUUEABBRRou0DcSyXu9dNti3u3PKRhJ+KegDd3uTdgp6l3pPu9NGza3RVQQAEF6ggYeFVHyX0UUECB8QvEF65xc8q4eWps8QXtQ4sbE946/lN7BgUmIhDBdRF29XfZ2eKGq2+cSAWeRAEFFFBAAQUUUGCWBNp+wU7b65ulsZ6lWuMLq/2ygr+TfhaBJ27tFIjAlkNTCE1eYQRaLC2+4Py3dpZuVXMiEBf/R5BQBGbEZ34RiHFOqW/zFng1zmHLF600CTkp1/WEIujnfcALSj+M5/EId7op60B8j7Yd8IHSzyNUKUKFvt+ls3ERRISaxQUWnTCdaH9H4NcVx1SFvtQNSmkS3hKnjpCf6Eunrt8UgUZvLQLqTy8F5JRLrOpL1TzuHFMVeHUF8NoU3NVrflQ5xIKZNxRjdVlF8E9cnBLBOxGwlG/xNztCyiLoqrzFeEYIUYQ8dQwi0CrGOC5cybc8iCYCcC6pMclHGXiVB0rtnULNOoFGeTnx+esJpVCm64vvHl6Svn/I983DkMpBRjW6+add4rkt5s+66YCDUmhWHuhUt73Ofk1DgLqFJ/WaC1HzMaVgrDh3LLILv/z1fjwWDkiBcZ0a+43FPYAN0zk6oUkRlBR9uy4DeRQQAaqdMK1uz0m5Y4SVxb6d+ZwHjt0vPR89oOkA9Nj/Zymc63fZPk3n06DPfcMsIKv7nBnfZ5xaBBU+J/Uxnvf2Sc+f3R57EUAYoVwRPBdbHBPzKRZj9tqazvURDuXYmvL98thobVgBBRRQQAEFFFBAAQUUUEABBRRQQAEFFFBAAQUUUEABBRRQQAEFFFBAAQUUUEABBRRQQAEFFFhogUler27gVe/Aq85EvBfwlLR+afNifUys3ei1xdrKWGf3y2wnA68mF3j1/GItWKyRjK1O4NWg6zj7PVnVXYOXt5OvYRpFfbH2KtaUbZZONoo2+/Xf3yugwOIITPL1y+Ko2lMFFFBAAQUUUECBWRX4eXHvjtV6FD/Ifcq3AU7uA/LEGvc+mlVT61ZAAQWmLmDg1dSHwAIUUECBPwn8I/D5UuDVjcDqFTfklEuBWRRYpbhR5/nA07Li4+a6cQGCmwIKKKCAAgoooIACuUDbL9hpe33OqPEIrJgu4I0ggpgDEX4VwQd/GM/pbHUEAhF2EoFWVdtH0++uGcF5bEKBbgJ5IM+B6bnjztIBBl7Vnz+DBl7Fd2HxHB7HRxjMTkUoyQNLp+0V4JSH0Hw6HX9tn7LjnBFiEoEpnS1ClU6sOC4PfYmAqAhl+nENmrrhLdHUqsApwPqp3eh3WETITv7apnzqqpCoc4HtgV9lNVYFXm0KnF2jL7lDr3HpNLdJCt4pN398EV61W/EcH6GGVVsEA0XIUYTPxVa1KCd+fs/i37uKILC9+uxXdY66i23qBN1EXw5vWEPuEuMcYVb51jSgqKqv+WKeXgFiNabBXbvUsSm3VxWetGcRBHUYUH7OzWuIELO4aKkTSBXf08SFTBEUVt6eBJwBrJF+GP8/PtvOQ/Ly9iMoK16P7Jp+0S2ALOZbvLaMfsQW8z/Csi7tgRYLAg9O8z1261Z7E/dh9m06nwZ97ht34FU858XjLuZOZ3tNej7v97r/oWlxWyf0qs6YNJ3rw4zRpI71/fKkpD2PAgoooIACCiiggAIKKKCAAgoooIACCiiggAIKKKCAAgoooIACCiiggAIKKKCAAgoooIACCiiwWAKTvF7dwKt6gVflGRhrMmLdXtxjKtZWvLBLAFas2dinWLd1R+ngNgVe5eulvpjWCl7X4OF2n7Q2Zed0zH+kMKUre/R537Serd9p8ps4x5rJWO9XdyuvZalaW7dSWkfTWR9zGbAl8NO6J6i5X901eHlz4winGkeIVk0Gd1NAgQUQmOTrlwXgtIsKKKCAAgoooIACMyzw4uJzo0/2qf9Zxb2Rvtywj59Kn0V1Oyzai3bdFFBAAQXGJGDg1ZhgbVYBBRRoKGDgVUMwd58ZgbiZ8AXAOlnFcRPRuEmkmwIKKKCAAgoooIACVQJtv2Cn7fU5q8YnEBfkviwFElw1vtPY8pACcRH1oaVQinJzv0hBVx8e8hwerkA/geWKwJLdUxhJ7HtRCtj5eXaggVf9JP//7/NFK/WP7L1nr1CcbVN4SbRQJ4CpfKZY2BEBVy9PP+wWBJSHvhwBRE2/q9HBJoFXLwXOKbUZAUgR6nJbjfOsAERdEXLV2aoWwuSLTJosZskdIizsDcm9W4lPAD5WhF49Oe0QYxTeF/bpU/lcccwLgK9kxwyz8KXuYps6QTflWruFc+XdjfCmGN8IevpWsTjsciDC2vKtaUBRFWseuvR14JXAD2vMq1671LEpH5/Pn+hvhMzF3/1eWzxX71883vbuM7fzeuoGuUWz+SKyZ3YJsnoe8PFiMVuEssUWgWtR2++7dCAP5AuDCGO6PfWcAAAgAElEQVTtFWA35LD0PLzpfBr0uW/cgVd5OGDdcLMOTh4412/RYNO5Ps4xHFXbvl8elaTtKKCAAgoooIACCiiggAIKKKCAAgoooIACCiiggAIKKKCAAgoooIACCiiggAIKKKCAAgoooIACCpQFJnm9uoFX9deedZul9yjWfj0xremN9TWdrWrNWZsCr/L1UlVhVf0emfnatDp9rht49Xzgs6UC3pLW/vWrqfP7vYAD039UrVfLw7pi/d2GXdZD1T1n1X511+Dlx+Zri0axni1fF1VnbeMwffdYBRRYLIFJvn5ZLFl7q4ACCiiggAIKKDBrAvF+e6seRX8PeFLDTq1W3A8pv59X3sSuwFEN23V3BRRQQIEGAgZeNcByVwUUUGCMAgZejRHXpqcmEF9enw/8c1bBMiBuEu+mgAIKKKCAAgoooEA3gbZfsNP2+mZxZsXFtV8qAj5un8Xirbk1AhEQcUgRbrFTl4pOSBfG/1drKraQeRZ4LhDBahGcERf0b5YtIuj03cCr+rNg1IFXvwFiEUg8N9xRUUY8pxyTgsri118EIpjkupolx3dw+6TQmjik28KWPPTl1cApNc9RN/DqnqmOWIwSW91gqHIZ+UKYg4ognqi9HMaTLzIJ2zcBt9boT+5QZ6FNXHRyWunzx7pjVCeAKG+7SV/qLrapE3SzI3BsyS8CkCLU8ZYapv12aRpQ1K29OgFi/WrJf1/HpnxMPn/itUCEftXZngF8Ij1fx/5VczvCNNcp9ntK4R8BcNH+1XUaT88b5aDNboFXeUje51NY1vVdzlMOVop9IpT1qzVrGsduTefToM994w68yp/rmsylcM2fl6vmU9m/6Vwfx9iNuk3fL49a1PYUUEABBRRQQAEFFFBAAQUUUEABBRRQQAEFFFBAAQUUUEABBRRQQAEFFFBAAQUUUEABBRRQQAEFQmCS16sbeHX3wKu1gPWBfwD+BoibBUfYUL9txXRT4U7oVaxtewHwldKBbQq8irLyNV3bASf262jp908DPllar1QVoFR3bWB+2vy4JuFM+ZrJqsCrON9uwOGlE++eQrXyx2ADkrvtWncNXn5grNvcL/2L330HeAXw/SGKyU3fX6zBjD5734MhUD1UAQXuEpjk6xfZFVBAAQUUUEABBRRoq0DcKyTu+xZB4922dwBxX50m25trBIE/FPhlk0bdVwEFFFCgmYCBV8283FsBBRQYl4CBV+OStd1pCcRrjAvSxQXlGs4uviTedFpFeV4FFFBAAQUUUECBmRFo+wU7ba9vZgY6Ffoo4Kri4t+4UX+EW3x81jpgva0QWJLCrh5eUU2EzCwFzmlFpRaxCALxJXeE40RASmwHpovn76zovIFX9WfEqAKvfpoWl5wM/KzH6R8BnF4Ela2b9jkpBTw1WaQQgTQfKJ1jY+Dc7Jx56MuzgUtqstRd1BJBOrFwpTMn6wZDlcvIPT6dwsBuKu2ULzKJi0jiX52FLLlDlVXOkgfs1F2cUydgZphFKnUX29SpIw9jCoNYhBMBSucBPwB+V3O+9POLgKhYjHRbw/byfsSCs881bCPfvY5N+Zjy/InXlC+puWAu2lglPdZjwV1sVXO7SXeWK0LK4u/A3xUBVBsBLwXi8dPZugVexe/zxWDdLPO/HWcCsXDu5iaFjnjfYQOv6j73jTvwKh+DDYvnzq81sIrn2wipe146pt/YNJ3rDUqZ2q6+X54avSdWQAEFFFBAAQUUUEABBRRQQAEFFFBAAQUUUEABBRRQQAEFFFBAAQUUUEABBRRQQAEFFFBAAQXmWmCS16sbeHX3dUaxRqa8TrdJCFR57c8sBF7lgVWxJnB74Fc1HmGxtijW1O1d2jfWzx+RHVt3bWB+ynxtTaylemXNNYn5WrVugVf5fpcCWwE/qdH/2CXWRP0b8J/Fmqdr033I4r5j/1s6vu4avKpT5oFkddcldSs/7v/3WSACwWKLsTuoZl/dTQEFFOgnMMnXL/1q8fcKKKCAAgoooIACCkxL4DXFvVfi3k29tiemexH2qzHuWbhG+hf3OF+nxwHxmU7cw8hNAQUUUGCMAgZejRHXphVQQIEGAgZeNcBy15kQiDd0cVPR8vapip/NRGcsUgEFFFBAAQUUUGDiAm2/YKft9U18wIY84ZeAuPF/Z4uwhZ2GbNPDF0dgtRR0FWEBVVtcAB5hV79fHBJ7OmWBfDFCBKfEwo1fdKnLwKv6A5Yv4IiwxI/VDOe5BoigqwgHuhH4Q43T5otSahzSd5f4+xZ/58rbMEE9dRe15GFVdYOhynU+IAW5bZZ+eFnhuWVy7eyXLzKpWojTDSkPvOoVCtRpo2nATue4OgEz+SKVfYF39R3hP+9Qd7FNnTruDRwA7N7l3L8BLkz/LgBirteZ39HcoH55KXk/YvHSaTWtuu1Wx6bb46hpoFv+PFw1t6vqjOMeCTw6XQT1JOAJxQKsmDu9tl5zO9o4I7UXbcTrmD0rQs3y/ZosEBxyaLoe3nQ+DfrcN87Aq3sBB6fgsVE59ZuPTef6qOoaZzu+Xx6nrm0roIACCiiggAIKKKCAAgoooIACCiiggAIKKKCAAgoooIACCiiggAIKKKCAAgoooIACCiiggAKLKzDJ69UNvLp74FXcTHgZsHaagv3WTnZm6orFOqajivCjbdIPqtbu5OvkYg3ebjXXDtZdy9XkkbMCcHQR8BQ3Y+5sscbnMODOPg1F+NLJxU2cY01fbLEOcvPi33ez4+quDaw6XQRKnVkKaIogsgiB+mWP2vJxiF27BV5V9f/9wB7Fmu1b+vT/IWkNZflm0nHz6Qi8Km/DjNt6wMWlxl5drPE6pckAZ/tuUawL+0jpZ1F73D/NTQEFFBiFwCRfv4yiXttQQAEFFFBAAQUUUGAcAucBG/ZoOO5DGO/3y1vcw6UTbFX+3+UbFBj39Di9wf7uqoACCigwgICBVwOgeYgCCigwBgEDr8aAapNTE4gvw+NL5vL22fTGsu7NVqdWvCdWQAEFFFBAAQUUaIVA2y/YaXt9rRjEmkXEhb4nZfs+B4gbw7sp0E9ghxR2FSEs+faNFHT1hX6N+HsFRixQXihwPRDBL73moYFX9QcgX8DxGSAuKogAq3Fs+YKJUZyjKjSpHPrSbYFIt3PXXdQyzIKfzrnrzNVhFpm0LfAq78u0Aq/Cf5W0GGrrGpPw6hSYFAtqvtlnAVXTgKJup38pEIuiOtu0A6+aPjfUmdudvkWoYSw6ezPw4hrjUbVLr8CrvJYrgCXAj7OGYgHaselnTZ83Biy772FN59Ogz33jDLzK2+7b6Ro79BsfA69qILqLAgoooIACCiiggAIKKKCAAgoooIACCiiggAIKKKCAAgoooIACCiiggAIKKKCAAgoooIACCiiggALAJNd3G3h198CpWFezP7B3aTYeD+wD/LrLDL03EGuBDyiFM0VoVBxzR+mYYda/DbOmrdcDK9o9rRRc9VvgUODwLqFP90j31zqmdEy0HyFRcczvs5PVXRtYVWMEUh0BbF/65anpXL+oOOCBwMHZ/rFbr3Uvef9j/wi9ekeP8X5oWvddXgd3Rgrjuimra5hxe2wKqHpaavOgwjfWKuXGdZ849wIOTDt/B3gF8P26B7ufAgoo0Edgkq9fHAwFFFBAAQUUUEABBdoosDrwsz6F7ZLur1MOtorPoobZIrT7r2uElw9zDo9VQAEFFCi+ODDwymmggAIKtEPAwKt2jINVDC8QqcVxA87ydjGwAXD78M3bggIKKKCAAgoooMCCCLT9gp221zcr0yRuiv+j4oLaclhRXPgbIQluCvQSiIu4DwEiYKNqe2excGE/CRWYgsAjgQ8DcaF9bHGBfCwCuLNHLU2CVibRpUEDSCZRm4FXd1euu6hlmAU/nbPWmavDLDIx8Ap6BSHF4q4IWHoT8KyaD7gvFZ/J7glcXrGgL5poGlDU7bTDjHu3NpuGAJXnz3HcfUFdL7I6czuOr1pw1a3d3xTjdCEQ4VsrpkVpnX17jXPsswlwVqnhTYGzS/8dr51PADZLPzsyLUYrL/Lr7J6Pcc2p03O3br5N59Ogf28MvBrFKI63Dd8vj9fX1hVQQAEFFFBAAQUUUEABBRRQQAEFFFBAAQUUUEABBRRQQAEFFFBAAQUUUEABBRRQQAEFFFBAgUUVmOT16gZeVa/PeRwQwUprlybh1UXA00nA54GfpJ/HepoII3p1WhPV2T0CluLeVFdlk3iY9W/jWNsU5cU9OqPWY0thXfHzr6X+fhH4FRBrXf4+rY/fPOtXBERF4FXcYDnf6q4N7PZ4jxtAh3s+FrH254JUW4xDrMXetliv9OSKhnoFXt0zrWWLgKv79xjvCPp6fAr7insEPKK070/THIj7j+XbMOMW9USwWCdY60xgu2JN2c0DPDmOsq0BTu8hCiiwAAKTfP2yAJx2UQEFFFBAAQUUUGAGBd6aQsQnXXp8bvK6SZ/U8ymggAKLKGDg1SKOun1WQIE2Chh41cZRsaamAvFG7jXZQXEz1Q0H/DK46fndXwEFFFBAAQUUUGB+BNp+wU7b65uVmXBK6ULSqPm/iqCYxwI3zkoHrHMqArunsKu4ADrf4oLnpeli8akU50kXXiAPaBkVSL9wlFGdJ9oZNIBklDV0a2vagVf7Au8aQ0eHMa+7qGWYBT+dLtcJBRpmkYmBV70DrzrjEH//Vgc2AiII6Xl95mSvRUFNA4q6nSoWPZ1T+mUsTIoQ02G2YQKvmi5QqjO3HwLEYq+Ns079Fvh/7N0J3CxVfef/zwCKCYIDikqSCZq/S1gUUeH+ZXBBdkERBREDiAJCRFFBEEEhiAKCiIIgIBiVTRZZZd9R9F6XqIAISqI4QcSNqEMQA8zUbzwdy0p1d1U/vVRVf+r1ui/lPqdO/c77nO5b3U9Vfb8NLM5uYIub8+7Ibk67K53P9sIO644lbuo6E1gvHasYMLUucGFWzyrp51HTxX2wDbz6U5hh75lV1sJC1nXZvnXXx7iPP4n+/Lw8CVX7VEABBRRQQAEFFFBAAQUUUEABBRRQQAEFFFBAAQUUUEABBRRQQAEFFFBAAQUUUEABBRRQQAEFFJjm9eoGXpUHXsUqfCnw2UKwUZXVGfc5xUOGrweKc7mQ+98Wck/bsLqXAfYADiuEPg3bL34eYVdxz9yv+jQedp9LlWNEqFgEP+VDrwbttwS4Gdg7NRoUeBVNFjL+uNcq7OLe7+J8R98LnbfdUxhZ9PUDYBvglipohTbFeQibY0box10UUECBfgLTPH9xFhRQQAEFFFBAAQUUaKJABJ//7QwKi+ehRyi4mwIKKKDAhAUMvJowsN0roIACFQUMvKoIZbPGCsRDN99SqO6fsgd9bgb8vLFVW5gCCiiggAIKKKBAUwWafsFO0+tr6rzm64qLmW8oFLobcEobirfGmQi8MAVdbVBy9HhN7gd8ZCaVeVAF/ihg4NVkV8O0A6/iO9urcjeixE0K+wO/H/MwpxF4VQzQOS37zm5PIMJ6qm4rArHfFmmH+Hc81vxPch0s5CaTpgVexc0+l+RCheoEnlV1GEfQTQT0rJ6CryIEK86xilvchBQhVD8q/GBcgVfFccw68OrKtDarhqj+OfBxYNc+a3vpdJ4RN6b1trjh6gAgjvXAkBfRTukmvl6zYSGGcbyD0w1tsU9cuLVt9ue7QPxu/8Bc+N41QPR/b58aDLz6U5hhr+vHZe/5RwNvTbuF6yuzP9+s+kY5QrtxvA+McNiJ7uLn5Yny2rkCCiiggAIKKKCAAgoooIACCiiggAIKKKCAAgoooIACCiiggAIKKKCAAgoooIACCiiggAIKKDC3AtO8Xt3Aq/6BV7EAn5fub9my4mq8IN2Lc0ef9k0NvIpy436etbP/PQSoMt5bgcOB84GHBviMI/Aqun8q8KEUJjZoOuJeyfcAawCnp4bDAq9GGX/s87l0f1TxfrZ8fVXvwes3phjHucBqqcGo97S9Kpvfi1If07iXqOJLxmYKKNAhgWmev3SIzaEooIACCiiggAIKdEQgnp/yDzMYy/8C/noGx/WQCiigwFwKGHg1l9PuoBVQoIECBl41cFIsqbLAscDbC61vAyLJ+F8r92JDBRRQQAEFFFBAAQX+KND0C3aaXl/T19Ky6cH9T88V+tUsVGS9phdufTMTiF9Yxi8uy7YvZkET+wL9LnKfWdEeeC4FDLya7LRPO/DqGcDns9CjCEiJ7QpgR+AXYx7mNAKvnpBCJbdJtZeFVQ0bVjE067wUEPTr3I4LucmkaYFXxfV2QhYQtk8Weva7YVBAVYdJBN08GXhjCmdbKVfrVsDFhdonFXi1SWZwdQWnQU3q2izkdfQXwBlZGOvLUkHFQLji2r87Gd9YcYyjrO1YQ5fnAvcijOtU4EkpeG6zdOxD081yj/Sp5fEp7CzeA8a1/Rj4Qkn4X931NOqcRchbBBDungZUJ+Cs+NosC7J7L5APNxv1Zreq3nXXetV+Z9nOz8uz1PfYCiiggAIKKKCAAgoooIACCiiggAIKKKCAAgoooIACCiiggAIKKKCAAgoooIACCiiggAIKKKBAdwWmeb26gVeDA69ilS0FrA5snd17F89PiwCiuA8ntrj/JsKUrk/3NEXw0aMDlmaTA696ZefHG+tjHaB3/9biNNZLs2duLQEervAyHFfgVRwqnif6LCDuIYt7u9ZN9yXdCcQ9/GcCN6UArvy9LFUCr6qMP47zrez+rLhv8bL0zLHi67VIUvUevH6U8byCI4G9UoOTGL5mi309Fjgi7Rc/+0x2/+jbsvvWH6gwfzZRQAEFqgpM8/ylak22U0ABBRRQQAEFFFBgGgIRHh7P9ZjFdjTw7lkc2GMqoIAC8yhg4NU8zrpjVkCBJgoYeNXEWbGmKgIfSQ96zbf9ARAP3PyXKh3YRgEFFFBAAQUUUECBEoFpXLATD4sfNbBiXPUtpIY2L5wPAgfmBhAX7a4JxMWsbgrkBTZIFxu/sITlN8B+QFyA7KZAUwTiO76X1izmMel7lLg4P7Z7U5jJr3L9nA/E9y3T2EYNIJlGbdMOvCqGRMXcvBr42pgHuxDzqje1LA1EME4EucT223Qj0bU1xvIq4KJc+8OBqD0ftLOQm0xGCQWqG7DTK79KwMzK6UaejdJOpwDvyP7t+fcKZlUdhtUR54pxk9Hzs4Ch56SQoY9XOH78/jcCkk7OtT0AiDnLb6P6FUvIz12srbgpKm7SWsg2zGZQDfGzOqFbxXCpGM+HsrDN3jn/Qm5QXB44PoXl9WpeH7h5CM6KKeAqbviLrXez1PNyQViTek8add7qrqdR3/uKgVd1bqyLkKwTcwMsC7wqvtcdm845HxoVZsh+ddf6hMoYa7fj+rw81qLsTAEFFFBAAQUUUEABBRRQQAEFFFBAAQUUUEABBRRQQAEFFFBAAQUUUEABBRRQQAEFFFBAAQUUUKD1Al6v3vopdAAKjFVgQ+CCFO5V5x6jXhFPB87K7tdalP7itUDcz+umgAIKjFPA85dxatqXAgoooIACCiigQFsEhgVhT2IccczvAXcAH57AM6ImUbN9KqCAAp0QMPCqE9PoIBRQoAMCBl51YBLncAiH5R6S2xv+3ekhzfHhzk0BBRRQQAEFFFBAgVEFJnnBTlx4GA82jweLxwPjbx+hyHHUt3oWmvHtFGoSAVA/HKGONu7yLOC7wDK54iNQ4H1tHIw1T0xgKeAoYO8+RzgzBQ/cM7EK7FiB6QksJLhjElWOGkAyiVqKfU478Cp+h/au7GaHo3OFxP+P0MYqwSfxb90hwObAz7OAqbhh4hzgG4WBLcS8auBVHLIY4hKBgTG+BytM3grAcVnA/U65thHEdHFh36pBT2WHbFrgVTGo6BrgDWkuh5FVdRgWdLNqCt1aLx2wF3r0wLACgGINkwq8elx6jbw11fTN7MKf1wN3VahxUJNhNsV9i+unakhR73UaPrFFYFe8ZvOBVEXLeF3HnyoXV0Vo53lAzGVvqxJ4FW3z4Uy9G662yL0nRb8RbPbrBVqPa/dpBV49FjgivX9F7REIuQ1wy5CBLAd8Atg5164s8Kp4o1r8ziP6L7539zvcc4HPARFceR9wY/rM1+91W3etj2u+JtnPOD4vT7I++1ZAAQUUUEABBRRQQAEFFFBAAQUUUEABBRRQQAEFFFBAAQUUUEABBRRQQAEFFFBAAQUUUEABBRRop4DXq7dz3qxagUkJrAicmt27uXU6QNxrFf9ddXsN8IXUOO6V3A34WdWdbaeAAgpUFPD8pSKUzRRQQAEFFFBAAQU6IfC0KTxP8Xe5YKsIuMr/ebQTig5CAQUUaJmAgVctmzDLVUCBzgoYeNXZqe3swA7ORvYPhdHdmx4GGg/fdFNAAQUUUEABBRRQYCECk7pgZ3/g8FxhZ6cH8tetdRz1ReDFtrkD75cCfurW0rb2XwXiM3Bvi6Cv1SoGh7RtrNY7mkAEshwJRIhLcYuAq3itROCVmwJdETDwqvpMTjvwKipbI/tzbvq3Kv47wnD2yN6jzqoQdvNS4LO5oJslwPYlF2VMK/BqlRTCslEirzqW+F1i1H1iFrQTIVCxRfhThF/F94H5rWrQU9msNy3wKsYd34HGn9huzYJSX5edO95RYclWdRgWdLNs+jdxr3TM8N4BuG5IDVF73Jxzcq5dWUBZ3YCissPGTUGnARHEFNu4QpiG2RRrKa6fquv75cDpQLw+YougordnoZu/yR2gOJ8XALsA9w+Zh6dk/UawXNjntwgEi88hw7bi+8+bknOEL8VW9wasYcdb6M/rrqeFvPdFWN9HcwW/E4iQs0EhZJuk9dl7H4vdywKvlk6v+6ivt12UAsgiwGrQFqFacR7bC4CLtvsAxwyore5aX+g8TWP/cXxenkadHkMBBRRQQAEFFFBAAQUUUEABBRRQQAEFFFBAAQUUUEABBRRQQAEFFFBAAQUUUEABBRRQQAEFFFCgXQJer96u+bJaBaYhkA+tqnrfV9QV9wF9Atg5Fdm0e7WmYecxFFBgOgKev0zH2aMooIACCiiggAIKzF5ggwrPxKlTZTz7pRhoFc/9+UGdTmyrgAIKKDB5AQOvJm/sERRQQIEqAgZeVVGyTVME3gscVijmV8Bm2QM3v96UIq1DAQUUUEABBRRQoNUCk7pgZ3PgspxMHGfNLLzg9ppaC61vdeA2IP/dXNR2Rc062tb8Lemh//m64xdUN7RtINY7EYEnpNC33fr0HoEREXaVD6CYSCF2qsCUBQy8qg4+i8CrCD7ZOwWY9CqN78HencL3HiopP/59Xw84Hlgr9/N+gSwLCX0pmpSFt+RLjKCdCEHqBb4MG0sELkXAUoS19PaJIKH4N/3zJWOvGvRUNutNC7yKGrcrjDMCc66usGSrOlQJuimG9ERwWgQyfaNPgE7Z+rs5zeOPCrUXA4quB3YEImCy6vaMZPSCtMMh2Tlu/BkUPFSl7yo2+X6K6yd+djewJ3B5Fmz0aOGg4RTfZ38yF0oXazvCpK4qtF01vd7jdR1btIvApQi0e7jPe8DaKWg35q+4xWvqjAoIxcCzL2U3UT0pBfDFBVkRnvvdCv1Mq0nd9bSQ974Ns/fXuAGt974Uc/1G4MaSwS4FxGeteE+Oucxv/d4zn5mC3BblGsfx4r3/X/qARi0HABGy3Nv6vfbyXdRd69Oaz4UcZ6GflxdybPdVQAEFFFBAAQUUUEABBRRQQAEFFFBAAQUUUEABBRRQQAEFFFBAAQUUUEABBRRQQAEFFFBAAQUU6K6A16t3d24dmQKjCqyYnl8Q91r1uz+srO/8/UkXZ/fUxf3tPxu1CPdTQAEFBgh4/uLyUEABBRRQQAEFFJgHgTcDp4440F+UBFvFc1V+PGJ/7qaAAgooMGUBA6+mDO7hFFBAgT4CBl65NNoiEA/4Pbqk2BcDX27LIKxTAQUUUEABBRRQoPECk7xg51vA83IC56QwgzooC60vjhkXTfa2bwPxUPwub/EA/H/OAjMi1Ki3xYP+44H/bgrEg/6PzEJY/qKE4o4UdHWJTAp0VGAhgVfFkIwIhosQlgcXYLWQAJI4bDF0ZlgAU51SZxF4FfWtDBxXcr5wZQqtie/EIowv5vL5QIRKbZkLYok+LgJ2B+4rGfBCzOsGXi2T3bSxD3BEoY7iWFYA1gdijW1aaBthLvH9YFnQT9Wgp7J5b2Lg1XOzcNTzsnmO8JvY4rvRCP8atlV1qBJ0E+sq/o18W+6gceNNnEdFAM930lzE3K4GvDqFVq2Uax8hVtG+eA7758DHgV1zbb8OxL+5v08XA8X/HxRetXEhIGqr7HUQN/gsdKtikz9GWeBV7+dnpaC3XjjUGlkY1psyu60Lr9N+azuC7w5O72/5Y0a/n8nNQbxu4nNGnOfn3wMiICneR3rhTFUDr+JYrwG+UIJ5bDo/KgvdW6j9qPvXXU8Lee/L34jWqzcC/GI9XwpEuFu8dtbJLmCLi+JiPmKLQKwIP4vQ3dgG/RsV83gikH8txTHi7yJE+fupr6cBcYNbzOtzCq/TPYBYJ4NeQ3XX+qjzM839Fvp5eZq1eiwFFFBAAQUUUEABBRRQQAEFFFBAAQUUUEABBRRQQAEFFFBAAQUUUEABBRRQQAEFFFBAAQUUUECB9gh4vXp75spKFZimwCbpPsC4fyvu94p78R4YUMCy6Z69vVJIVtx/F/eAuimggAKTEPD8ZRKq9qmAAgoooIACCijQJIFDs2ffvK9mQR8Erk3Ptil7HlPN7myugAIKKDBLAQOvZqnvsRVQQIE/Chh45Wpog0D8Ijce7lvc4mGO17VhANaogAIKKKCAAgoo0BqBSV6ws3l6QHkPI461JnB7DZ2F1Lc6cBuQ/14uarqixvHb2DQe9B4BIL3t34BnAL8ccTBPygwPAeIXXT8dsQ93m73AXwFHFdZGvqqPpDCHQSEBsx+FFSiwMAEDr5KRCzkAACAASURBVKr7zSrwKiqMsJoIeYobF+pu56Ygsnv67LiQ0Je6gVdRwnJZmNEB6U+dsUTIUgQvhUO/ULWqQU9lx21i4FXc4HJ8bt5PA/ZMN7EMsqvqUDXo5ilABNpFmFTdLeb6o0C/YKQIyYufl23DQvTifPbAdD4W+38lCwF6QxYmdXfdIkvaV7Xp7VpcP3FhU7xeV61Yyz+k9d1vbY8yB/Gaie/TzwY+mQWDrZdqiXPY+FPl/CbCQCOs7GWFcYwrWKwiT+VmddbTQt77oqB4nZ2aBUrF+2CV7ebss8fbU/hgBBDGNijwKtZ3hKLF66PqOurVEcFYcazPp1CsQfXVXetVxjrrNgv5vDzr2j2+AgoooIACCiiggAIKKKCAAgoooIACCiiggAIKKKCAAgoooIACCiiggAIKKKCAAgoooIACCiigQHMFvF69uXNjZQrMUiDu0417H+P5aHFP1zbZvVxXDSjoJem+n1WAT6X7PwcFZM1ybB5bAQXaL+D5S/vn0BEooIACCiiggAIKlAvEczkeHQHn8UOCqkfo0l0UUEABBWYpYODVLPU9tgIKKPBHAQOvXA1NF3hLeqhqsc5XAJc3vXjrU0ABBRRQQAEFFGidwKQv2PkW8LycyjnAdjWUFlJfHGvb3LGWZGFX8Zmwy9smwJWFAe4GnDLioPdIIQFPTiEUcfGpW/sEYh4j/KFs+3oKurqhfcOyYgVqCxh4VZ1sloFXUeWywGtTQEqVgJUIPInQnZOHXGSxkNCXUQKvYixLAS8HDgPWqTAFX8r2+UAKvR90oUnVoKeyQzYx8Crq3CV3zvKddM545xCzqg51gm5WSv82vjULHYsgrmHbrVmDCHG6cMjFQYOCnOL8LWrsF1D6hGQTNwDFdgywfxam9vthxVX4eR2b6K5s/cQ5+8eGrPE454hQsOsqXET1VOBDwJsr1B92h2evs5uywKQVCk7nAbtmN0L9ukI/S2fBWAen8fWaXwPslAU33Vth/2k3qbOeFvLe1xtXfKaLANwthwz00ymcLcxjnVYJvOp1+bT02SPMq2xfTHMWnzmrhJrVXetVaph1m4V8Xp517R5fAQUUUEABBRRQQAEFFFBAAQUUUEABBRRQQAEFFFBAAQUUUEABBRRQQAEFFFBAAQUUUEABBRRQoLkCXq/e3LmxMgVmLbAa8I/Zs9AWAeem+4fuLykqf0/v94DXA7fMuniPr4ACnRbw/KXT0+vgFFBAAQUUUECBuRX4G+CfRxh9GzJRRhiWuyiggALzLdCGN3e/oJnvNeroFZgXAQOv5mWm2znONwKfKSn91cBF7RySVSuggAIKKKCAAgo0XGDS3wdtDlyWM4jjrQncXtFl1PpWB27LHpie/05us5IwqIpltKJZXPT5/ewh/3+Vq/arwHojVB/hEYcAGxb27brhCFSN3iUuGD4K2KJPlRHqEKEqbgrMi4CBV9VnetaBV71KY85eDGwFPL8QXLkY+Kd0nhEhUb+pMLyFhL6MGnjVK2uZdANHvCevnwJBI0zpt8DXgBuBC9I50qCgq15/VYOeyliaGnj1dOCs5BR17wCcMWReqzqMEnQTgZ+vBDbK6or5XzvVEnP27ezvv5zWX8xf1eCp5VKAUgS6rZsL1BoW8PUC4BJglbRmts5eG9dWWPNVmtS16bd+YmzxWt0+nX9GcFgElsX5aMxrvE4frFJQahNhcWEe343HHPSCayPgLsKzbi55zcS5/7sy16Nzc1XHKuYkgsvCObYIeIpz4kdq1D3NplXX00Le+/Lj6b2PvS69N/deE/F+HOFgZ+few4r/5h6UPIf5xByumuZ9g2yO10r/HfvdDcRr5fr0uS7WV5X3y94x6671YbU24eejfl5uQu3WoIACCiiggAIKKKCAAgoooIACCiiggAIKKKCAAgoooIACCiiggAIKKKCAAgoooIACCiiggAIKKNBcAa9Xb+7cWJkCsxaI+3/iHrIT0/1x/e4DjHvNTkttdkz3ChbfW2Y9Fo+vgALdEvD8pVvz6WgUUEABBRRQQAEF/vAMwHieR53t7cAn6uxgWwUUUECB9ggYeNWeubJSBRTotoCBV92e3zaPLn6Je2bJAOLhkee2eWDWroACCiiggAIKKNBogWlcsPOtFOrQgzgH2K6iyqj1xTG2zR1jSSEko+LhW9Xsw8B+uYofTuFi8SD4qtsK6aH+7+yzQ4QLRBCAW/MF9gWO7FPmdWmtfLP5w7BCBRRQQIE5ElgaiDDGCOeJ7aQUXlQnJKmLXMUQpwhG2wW4f0yDrRsCNEpg2phKnXg3+cCre1PoUgSauXVDoO5ab8OoR/283IaxWaMCCiiggAIKKKCAAgoooIACCiiggAIKKKCAAgoooIACCiiggAIKKKCAAgoooIACCiiggAIKKKDA7AS8Xn129h5ZgTYILAt8CNgHuBmI0Ksf5Qp/KnAKsAVwQrqv/YE2DMwaFVCg1QKev7R6+ixeAQUUUEABBRRQoCCwK/CpmipbApfW3MfmCiiggAItEjDwqkWTZakKKNBpAQOvOj29rR3ca4AvlFS/I3B6a0dl4QoooIACCiiggAJtEJjGBTubAZfnMOKYawK3VwAapb7Vgduy4Kb893GbAldVOF5bm6wBfAeIoIjeFheJvq/GgN6cAiae1mefuKj0OOCWGn3adPoCEdRwFPCSPofeGzhm+mV5RAUUUEABBSoJ5AOHvpcCTL9bac/uNloRODU719s6DTFu/jljjMOtGwLU1cCrYuDaeUBc/PXrMVrb1WwF6q712VZb7eijfF6u1rOtFFBAAQUUUEABBRRQQAEFFFBAAQUUUEABBRRQQAEFFFBAAQUUUEABBRRQQAEFFFBAAQUUUEABBeZZwOvV53n2HbsCCiiggALtFPD8pZ3zZtUKKKCAAgoooIAC/1Ugnh94QE2YeA5hlec61uzW5goooIACTRIw8KpJs2EtCigwzwIGXs3z7Ddz7JF+fElJabsAn25myValgAIKKKCAAgoo0CGBaV2w8y3geTm3c4DtKjiOUl/0vW2u7yVAfBbs6hbfO34DeH5ugD8EVgMeqjDodbJwsEOAzfu0vSEFXZ1foS+bzFbgAym0rKyKi4D9gO/PtkSProACCiigwECBZYEjgb1Sq31SUGPxnHCeGDcELgCWB64BdgLuHSNA3RCgrgZerQJ8Dtgo2UbYVQSNuXVHoO5ab8PIR/m83IZxWaMCCiiggAIKKKCAAgoooIACCiiggAIKKKCAAgoooIACCiiggAIKKKCAAgoooIACCiiggAIKKKDAbAW8Xn22/h5dAQUUUEABBeoLeP5S38w9FFBAAQUUUEABBZolsDRwGrB9zbL+HHiw5j42V0ABBRRooYCBVy2cNEtWQIFOChh41clpbe2gNgauKqn+rcAnWzsqC1dAAQUUUEABBRRok8C0LtjZDLg8BxPHXRO4fQhW3fpWB27LApzy38Vt2ue8u03zNKjWPYFPFBpsAERQ1aDtcSnoKoIk4pdcxe2nKWDiOH+R1filEkEYRwFr96l0N+CUxo/CAhVQQAEFFPiDwAuz88TzgFWB64EdgXvmFGe5dJ63cxr/DsAZY7aoGwLU1cCrvEME5sbFXxEi69YdgbprvQ0jr/t5uQ1jskYFFFBAAQUUUEABBRRQQAEFFFBAAQUUUEABBRRQQAEFFFBAAQUUUEABBRRQQAEFFFBAAQUUUECB2Qt4vfrs58AKFFBAAQUUUKCegOcv9bxsrYACCiiggAIKKNAsgWcAP6hZ0keAfWvuY3MFFFBAgRYLGHjV4smzdAUU6JSAgVedms5WD+alfR5A/07g460emcUroIACCiiggAIKtElgmhfsLM5CrxblcM4BthuCVbe+6HPbXJ/xsPr4HNjV7SnAXcDjcwOMEIQIQxi0xc/fk0LHytpFOFIEXd3SVbiOjOsxwJFAfI4s204H9gPu7ch4HYYCCiigwHwILJNCOQ9Iw90VOHU+hv5fRrkucCGwCnBu9m/67sD9Y7aoGwLUtcCr+B3+esDxwFrJNtZenGM9MmZru5utQN21Pttqqx297uflar3aSgEFFFBAAQUUUEABBRRQQAEFFFBAAQUUUEABBRRQQAEFFFBAAQUUUEABBRRQQAEFFFBAAQUUUGDeBbxefd5XgONXQAEFFFCgfQKev7RvzqxYAQUUUEABBRRQ4A8CG2fPPrmqJsaewAk197G5AgoooEDLBQy8avkEWr4CCnRGwMCrzkxlqwfyIuArJSOIB5Ef1eqRWbwCCiiggAIKKKBA2wSmecHOpln41BU5oDj2msDtA9Dq1Lc6cFsWkJD/Hm4T4Oq2TUqNes8DXptr/2/AM4Bf9unjeUA8wD8fCpZvelMK4D2/Rg02nY3Aq7NQhgsGHPr1wNmzKc2jKqCAAgoosGCBZwKnpbDU64EdgXsW3Gu7Ovgz4JgUchXhlRFYet0EhlAMAdoc+HruOI8Cvwbif2Nre+BVnCtH8OsP03jWATYElk///Z0UynvnBKztcnoCEZwXc7pU7pCvAU7O/ff62UV/N0+vpIkcqc7n5YkUYKcKKKCAAgoooIACCiiggAIKKKCAAgoooIACCiiggAIKKKCAAgoooIACCiiggAIKKKCAAgoooIACnRTwevVOTquDUkABBRRQoNMCnr90enodnAIKKKCAAgoo0FmBtwAn1RzdK7Jn8lxecx+bK6CAAgp0QMDAqw5MokNQQIFOCBh41YlpbPUgng98s2QE8aDQD7Z6ZBavgAIKKKCAAgoo0EaBaV+wszgFF/SszkkPlO9nV6e+6Csf5LQkC9iKz4Bd3SLM68rC4HYDTikZ8NLAwcBeWXDCE0p+HkFZhwPHZQEAD3YVrCPjWgk4Etilz3g+CUSY8v/uyHgdhgIKKKDAfArE71W3B05MoTXvBI7NzmeK54Zd1nkJ8PnsoqRVgMPSudzDExhwMfCqeIg434w2vUDVtgdePRE4A4gw3uL2W2AP4Kw5W2sTWFYz7/LZKfx1rQGVGHg182myAAUUUEABBRRQQAEFFFBAAQUUUEABBRRQQAEFFFBAAQUUUEABBRRQQAEFFFBAAQUUUEABBRRQQIGGCtS5v7uhQ7AsBRRQQAEFFJgzAc9f5mzCHa4CCiiggAIKKNABgXju3/41x7EacEfNfWyugAIKKNARAQOvOjKRDkMBBVovYOBV66ew1QNYE7i1ZASHAge1emQWr4ACCiiggAIKKNBWgWlfsBMPlr8ihxXHj/Pk2/sAVq1vdeA2IP8dXARCXd3WiRlS958B38/Crf4q1+6rwHol+20HREhEv/CvCMiKoKtbOmrVpWHtCHxuwIC2AC7r0oAdiwIKKKDAXAssl0Ie3wp8J4Wk3jknIitmQVcnpTDXS4FdsyCmn05o7PMWeLU8cDwQ51X5LcKu4nv6Y4BJBItNaPrsto+AgVcuDQUUUEABBRRQQAEFFFBAAQUUUEABBRRQQAEFFFBAAQUUUEABBRRQQAEFFFBAAQUUUEABBRRQQAEFRheoen/36EdwTwUUUEABBRRQYLwCnr+M19PeFFBAAQUUUEABBSYn8Bjg9OzZi6+reYjHAQ/V3MfmCiiggAIdEjDwqkOT6VAUUKDVAgZetXr6Wl38M9MD6YuDOBJ4T6tHZvEKKKCAAgoooIACbRaYxQU7i4FFObRzUoBBmWPV+qKPbXMdLBkQ8NTm+erV/lHgXbmBxEP5IzgsHwIRIWDvBt7UZ8BfAz4MnN8FkI6PYdUU+NHvl5N+ruz4AnB4CiigwBwLPC1doPM/gaOBA+fgwpv4nXKEUJ2WncfdDbwRuHGCa2DeAq8emwLEIvAqfl8UxtcAnwLi/Lj4+WOC9HY9QQEDryaIa9cKKKCAAgoooIACCiiggAIKKKCAAgoooIACCiiggAIKKKCAAgoooIACCiiggAIKKKCAAgoooIACnReoen935yEcoAIKKKCAAgq0RsDzl9ZMlYUqoIACCiiggAJzLRDPw7ijpoDPmKsJZnMFFFCgqwIGXnV1Zh2XAgq0TcDAq7bNWDfqjYeT/6hkKB8rPKS+G6N1FAoooIACCiiggAJtEpjFBTubZg+XvyKHFDVEWNPtJXBV6otgp9uA/PdvG6cH17dpLqrWugbwHWDp3A4fAt6X++/9gL2yB/f/ZUmnv8se5H8wcFwWvvtg1YPabmYCbwWOH3D0lwBfmll1HlgBBRRQQAEFFFBAAQVmJVDl8/KsavO4CiiggAIKKKCAAgoooIACCiiggAIKKKCAAgoooIACCiiggAIKKKCAAgoooIACCiiggAIKKKCAAu0V8Hr19s6dlSuggAIKKDCvAp6/zOvMO24FFFBAAQUUUKA9ApsBl9cs9++BE2vuY3MFFFBAgY4KGHjV0Yl1WAoo0DoBA69aN2WtL3iV9GFyrcJITgD2bP3oHIACCiiggAIKKKBA2wVmdcHO4uw8eVEO7xxguxLMKvXFvtvm9l2SBWrFZ78ubvEd4zeA5+cG90NgNeAh4JUp6GqjPoM/HTgKuKWLOB0bU4TA3TpgTO8HPtixMTscBRRQQAEFFFBAAQUUqC5Q5fNy9d5sqYACCiiggAIKKKCAAgoooIACCiiggAIKKKCAAgoooIACCiiggAIKKKCAAgoooIACCiiggAIKKKDAHwS8Xt2VoIACCiiggAJtE/D8pW0zZr0KKKCAAgoooMB8CURwVTyLvM4WAVlX1tnBtgoooIAC3RYw8Krb8+voFFCgPQIGXrVnrrpQ6UrZg/avANYpDOZUYNcuDNAxKKCAAgoooIACCrReYFYX7GxS+CVK1BEBP7cXRIfVtzpwG5D/7i3Cnq5t/cyUD+CdwDGFH22Qfb74V+AdwNv6jDsCrg4Bzu+oS9eG9R7giAGDWhv4dtcG7XgUUEABBRRQQAEFFFCglsCwz8u1OrOxAgoooIACCiiggAIKKKCAAgoooIACCiiggAIKKKCAAgoooIACCiiggAIKKKCAAgoooIACCiiggAJJwOvVXQoKKKCAAgoo0DYBz1/aNmPWq4ACCiiggAIKzI/AkcC+NYf7bOD7NfexuQIKKKBAxwUMvOr4BDs8BRRojYCBV62ZqtYX+njgcmD9wkhOA3Zq/egcgAIKKKCAAgoooEBXBGZ5wc7i7Jx5UQ7yHGC7Auyw+mKfbXP7LMlCZ+NzXxe3v0q/fPqz3ODOAL4C7AXEL6fKtoOAjwAPdhGlY2N6UZrPfsOKwLOPd2zMDkcBBRRQQAEFFFBAAQVGExj2eXm0Xt1LAQUUUEABBRRQQAEFFFBAAQUUUEABBRRQQAEFFFBAAQUUUEABBRRQQAEFFFBAAQUUUEABBRRQYN4FZn29+jLAs7J7bjcBXgqslruP+rfAt4F/Bq4EbgDuA4o195vDuE/7GGD31OA76f72O+d90ic8/v8JfHnEY8Tc3A3cBVyW7sW+f8S+urDb+4EPuH5nOpV/CcRz5DYAjgYOBB5KFcUzZ3cFTk7r9o1ZuxtnWq0HV2B+BGZ9/jI/0o5UAQUUUEABBRRQoKrA49Lnx22q7pB9D3Z29r3Xjtlnzf+osY9NFVBAAQXmRMDAqzmZaIepgAKNFzDwqvFT1IkCH5M9ZP8K4OWF0ZQ9wL8TA3YQCiiggAIKKKCAAq0VmOUFO3GRcVxI3NuiljWB2wt/l8fNf8e2OnAbkP+7jYBrWzsbgwsPqzDrbf87+8xxE/CKPrudBxwK3NJRj64N64PpYtaycV0A7Jsuvu/auB2PAgoooIACCiiggAIKjCYwy8/zo1XsXgoooIACCiiggAIKKKCAAgoooIACCiiggAIKKKCAAgoooIACCiiggAIKKKCAAgoooIACCiiggAJtEJjV9erLAlsC7wHWqQF1FvDhdE/1sOArA69qwI6x6UICr4plROjZCSlo6OdjrLEtXc1T4FW8J7wWiNCzbzZkguI95EjgbUAE5m2fheZ9r1DbisBJwLbARSlgL4L53BRQYLICszp/meyo7F0BBRRQQAEFFFCgrQIR4B5hyS+oMYAjskDl99Zob1MFFFBAgTkTMPBqzibc4SqgQGMFDLxq7NR0qrDLgM0LI7ow+wXl1p0apYNRQAEFFFBAAQUU6ILArC/YWQwsykEWQ2IH1Rdt4yK/3rYkC56Nz3xd3OKzxPmFgUWg1TYlg/0+cBBw9hghVs0u/H1y+vOUwv+PC4HfOcZjzVtXxeC34vh3AT49byiOVwEFFFBAAQUUUEABBYYKzPrz/NACbaCAAgoooIACCiiggAIKKKCAAgoooIACCiiggAIKKKCAAgoooIACCiiggAIKKKCAAgoooIACCijQSoFZXK/+1BQis+OIYhGCFCE0R2eBWQ8O6MPAqxGBF7jbOAOveqXcDMR92BGGNE/bPARexXNb1wYOSSF46wMx303YXg+cnL3XLJ+esXAsUBa0F88QiOdBRLuYs3ho+cNNGIA1KNBhgVmcv3SY06EpoIACCiiggAIKLEDgFVmY+6U19989fd6suZvNFVBAAQXmScDAq3mabceqgAJNFjDwqsmz043aIthqq8JQLgfiw6abAgoooIACCiiggAJNE5j1BTsbA1flUKKeNYHb09/1q2/1LOzptuwixfx3bhsC1zUNeAz1PB64C4igqd72VeCl6cLMdXJ/fxjwwSEXYkfzlQYEWBWDrVYYMoYfAM8awzjnrYtl04Xze/UZ+OeAfYGfzRuM41VAAQUUUEABBRRQQIFKArP+PF+pSBspoIACCiiggAIKKKCAAgoooIACCiiggAIKKKCAAgoooIACCiiggAIKKKCAAgoooIACCiiggAIKtE5g2terxz3UJ5U8syngFgP/BPw4KS4NrAUsAlYtkd0/hV71C5Yx8Go2y7EYeBXhRVcA/1GhnAgMemH2oOi4pz7ukc9vFwHxQOj7KvTTlSbzEHi1DfDpFBYV89aUwKunAacDsZ6vByKg754+Cyv/XnNv9ryIHTr6LIyuvK4cRzcEpn3+0g01R6GAAgoooIACCigwboE9gU/U7DRCk6+uuY/NFVBAAQXmUMDAqzmcdIesgAKNFDDwqpHT0pmizgG2LYzm2uzCic2AfhdBdGbwDkQBBRRQQAEFFFCglQJNuGAnLjSOi4p7W5xXb5f+o199xXPvJdlFrfF5r4vbccDbcgOLzxYRCnYn8AbgjOwC3UvTL7giHCku6i6GVsV/9/5+ZeAxY4T6N2DFMfY3D129NpvD8wYM9HXAufMA4RgVUEABBRRQQAEFFFBgZIEmfJ4fuXh3VEABBRRQQAEFFFBAAQUUUEABBRRQQAEFFFBAAQUUUEABBRRQQAEFFFBAAQUUUEABBRRQQAEFFGiswDSvV48Aq/2Aw3IavwI+CJwK/KaP0lLA84GDgS1zbX4L7AGclf2sOI5oZuDVbJZdMfAqAs7eBTxYo5y4Rz7WyrsL+xwAHAk8UqOvNjedh8Crv0vBUr15akLg1TLAIUCst9h2Te9Rg9bSusCFWaDfKunZARHOdn+bF5+1K9BwgWmevzScwvIUUEABBRRQQAEFZiTwEWCfGseO5y9GmPJdNfaxqQIKKKDAHAsYeDXHk+/QFVCgUQIGXjVqOjpVzGnZB8QdCiP6ErA58ECnRupgFFBAAQUUUEABBbok0IQLdjYGrsqhRk0R6HR7yYXE8R3b6sBt2QWB+e/bNgSu69LEpLGsA3ytMK64SPsGIC7KfSrwV+ni6lkOvw3ffc7Sp3fsJwE/H1DI8dnnx31rXpzdhHFZgwIKKKCAAgoooIACCkxfoAmf56c/ao+ogAIKKKCAAgoooIACCiiggAIKKKCAAgoooIACCiiggAIKKKCAAgoooIACCiiggAIKKKCAAgooMGmBaV6vvkYKglktDepu4I3AjRUHuVwKoOmF0MRu16eHBd9T0oeBVxVhx9xsHIFXUVKEDu0PHJqrbwmwfbZufjjmmpvanYFXs5mZF2bPwDgPWBW4BtgJuHdIKcumMLa9Urt4Pt0ZsynfoyowFwLTPH+ZC1AHqYACCiiggAIKKFBZ4M+BeC75ayrv8Yew9gi7mpcA7xo0NlVAAQUU6CfQhoe++gWN61cBBeZBwMCreZjl6Y/xVODNhcPGQ+k3A+6ffjkeUQEFFFBAAQUUUECBygJN+T5oMbAoV/U5wHZ9Aq/iZ9vm2sZFqPFZr4vbLcBzGjCwuNjyZ7k/EdqU/+9LGlBj00vYObuA9R8HFBlhyVc0fRDWp4ACCiiggAIKKKCAAo0RaMrn+caAWIgCCiiggAIKKKCAAgoooIACCiiggAIKKKCAAgoooIACCiiggAIKKKCAAgoooIACCiiggAIKKKDAWASmeb36LsApuar3AY4pucd80MCemvrYIteoX7CMgVdjWSK1OxlX4FUc+On84aHQ+WcTbAVcXLuqdu5g4NX05634vrErEM+cq7K9BPg8sMqQML4qfdlGAQUGC0zz/MW5UEABBRRQQAEFFFCgJxBh7hF2tXYNksOAA2u0t6kCCiiggAL/T8DAKxeCAgoo0AwBA6+aMQ9dquIE4O9LBhS/YPxplwbqWBRQQAEFFFBAAQU6KdCUC3Y2Bq7KCUdda2bBVt8tqMcvdm4rfNf28nRxX9cm6N3AURMa1C9SYNV9QIRXFQOsIsyq93eG+C5sEuKi6X8Z0MURwHsXdgj3VkABBRRQQAEFFFBAgTkUaMrn+Tmkd8gKKKCAAgoooIACCiiggAIKKKCAAgoooIACCiiggAIKKKCAAgoooIACCiiggAIKKKCAAgoooECnBaZ1vfrSwKG5+2zvBV6Z/fnmCLqvAb6Q2y+eCRXhWb8r9GXg1Qi4Y9hlnIFXxXUT5R2U1tIYSm18FwZeTX+K8qFVS4DtgR9WLGN54Hhgx9S+TlhWxUPYTAEFksC0zl8EV0ABBRRQQAEFFFCgJ7AlcElNjt0K4e81d7e5AgoooMA8Cxh4Nc+zxmF6DQAAIABJREFU79gVUKBJAgZeNWk22l/Lx4B3lAxjVeDH7R+eI1BAAQUUUEABBRSYA4EmXbCzGFiUMz8HeF1hDs7NQrC2zf1dXBAYn/O6tv01cAcQF01X2X6dAqwidPeXuf8fwVYRXBV/3wu5ijArt+kIPCGFtv1ln8OtD9w8nVI8igIKKKCAAgoooIACCnRMoEmf5ztG63AUUEABBRRQQAEFFFBAAQUUUEABBRRQQAEFFFBAAQUUUEABBRRQQAEFFFBAAQUUUEABBRRQQIG5FpjW9erF8Klb073lcY913e3ZwNnAWmnHK4G/S/dd5/sy8Kqu7HjajzPwKiraCfhsrrRjsnCz/YHfj6fcRvdi4NV0p2dZ4Ehgr3TYw4GYg0dqlLFL7mHmFwPxcHOf+VAD0KYKVBSY1vlLxXJspoACCiiggAIKKNBxgbcDx9Yc40bAtTX3sbkCCiiggAL/KWDglYtBAQUUaIaAgVfNmIcuVBG/hNy3ZCDPyi52+EEXBugYFFBAAQUUUEABBeZCoEkX7MQvYq7OqUdtxe/Uin+3AXBDB2fqfOB5KawqLlbs/YnwquJ/3wc83EGDrgzpDcAZhcEcCBzWlQE6DgUUUEABBRRQQAEFFJiJQJM+z88EwIMqoIACCiiggAIKKKCAAgoooIACCiiggAIKKKCAAgoooIACCiiggAIKKKCAAgoooIACCiiggAIKTERgWterPxY4AnhXbhSbFO43rzrAFYHTgCcCv0n3Y0cA0j2FDgYFXi0DLEqhWy8G1k77fgv4EnAOsGTE+7qfDLwSiPvpo98I6IrtTiD6vwS4ZkgIzsbAVbnx7A1E0NOgLe7Vj/uaD801eilw05D9XpBqWiW126HkfumqcxPtxh14FWFmp+cKOAHYJwu9+l3u7/LH/A6wHfB94LnAOzL3rbIHU68E3Ahclub3bqC4/qPL3trYIpun9dNzAJbPjvlb4Nupjwgyirkc5b7/fmtvcVoXEeZ2O/BoClv6QBpnb1yxjvJbcZ33C4Arm8NieNxBhfUzaN5XADYFXgG8KLfOwyVqPS89G+KBkk6Ka6TfcfqNuco8RajeRen1/GDFBbwGcG4WqLdaaj/Ke1TR9LXZOoznSfTb8qFm0abOHFQcls0U6KTAtM5fOonnoBRQQAEFFFBAAQVqCXy08H3WsJ1vBnYEfjisoT9XQAEFFFBgkICBV64PBRRQoBkCBl41Yx7aXkX8Av99JYNYE/hu2wdn/QoooIACCiiggAIKzFAgLrqMC4GrbHFBcHzGc1Og6QIReBXBV7GtBdzS9IKtTwEFFFBAAQUUUEABBRov4A04jZ8iC1RAAQUUUEABBRRQQAEFFFBAAQUUUEABBRRQQAEFFFBAAQUUUEABBRRQQAEFFFBAAQUUUEABBVopMM3r1XcHTswpRRhN/N19E5LrF3gVfx/PlNpyyHG/mAKHIuSoyrZyCmJ6KxABSYO2XyWLjwE/L2m4KnBmFnq1XvpZBHztmUKX+vX7BOAUYJtcgypBWfl5GRQwVMUg2ow78Oq9wGG5g5cFApUFXkXY2PEp6KpY+2eAtwH5MKalsnCwl6djrVNhsBGMFmFU16VwqmG7xPNJo6ZDKqy9CPWKIKSY86YFXkVwWASO7dHHNu8Q4Vzx7LYIfIoAr962kMCrcNwgBehVmaeoIQy/ADw0ZJIikC8eZB7bV9IzAyIYrc62HPAJYOe007HAfgOObeBVHV3bKvBHgWmev+iugAIKKKCAAgooMJ8Cj0+B66+uMfwI7I6wKzcFFFBAAQUWLGDg1YIJ7UABBRQYi4CBV2NhnOtOir8M7GE8H/jWXMs4eAUUUEABBRRQQAEFFi6wUXbB6tUVu4mLDm+o2NZmCsxS4C+zkKvXAMfNsgiPrYACCiiggAIKKKCAAp0S8AacTk2ng1FAAQUUUEABBRRQQAEFFFBAAQUUUEABBRRQQAEFFFBAAQUUUEABBRRQQAEFFFBAAQUUUEABBRojMM3r1dcAzgVWy40+QqWOBL6aBeM8PGaVYuDVrUA8eDgCqSJQqsoWAVA7ZfcO3zKk8YuATwJrVek01+bmFPr13cJ+j02BPhHAE1uV8J3nAucBz8z1FQFY78gCd/69T13FcJ6yIKiaQxpr4FUEh0VoVf5h0TtkYzyjUFQx8OpTWZjVvgPm+bUphKnXTTgckP7UGe9vgQ8CHx8SphTPJt1uQABX2TEjEO7+XHBSvzCy4jq/Evg74JcVBvLs7PV4dm7dloWJ5buJ9qemULMK3f+/JmEUAXPH5F7jowZejeLYqzPm6MBCyFl+DMXAuAgdi2Cv31UdaK5dPjhrWIicgVcjALuLAsA0z18EV0ABBRRQQAEFFJg/geeksKs63/PEZ9/4XO2mgAIKKKDAWAQMvBoLo50ooIACCxYw8GrBhHPdwX7Ah0sE4uKCxXMt4+AVUEABBRRQQAEFFBifQJxbLxrS3Y1Z2NXLxndIe1JAAQUUUEABBRRQQAEFFFCgVQLegNOq6bJYBRRQQAEFFFBAAQUUUEABBRRQQAEFFFBAAQUUUEABBRRQQAEFFFBAAQUUUEABBRRQQAEFFFCgNQLTvF59aWDvFHBVBLozhWFdAkQw1YNjECwGAeW7jBCeC1JwUgTSRNjW04AtUkDUSrnGn8vCg96e1f6bPjVFgNc/Fu6Z/xVwInAZ8P2037OAbVN4U77/JcCbskCk7xX6j9CiCOjqbZtkQUNXD3DZPR0z32RYUFYx8GgP4KQF2hfDjKK/CAAaZU5jzBHiFcFXsYVRGBYDwvoFKMXcfiS5PQZYB3h5CmD6WepzmRRsdERh3BEcFcFaX05zvwLwEmAX4MWFtvtnNR49ILTtpcBnCwFcXweOA65PNqsAW6f+ywLZZh14FUFqp5Ws8/i7CLLrrfMItnsLsH3OKF5vsbbOSiE1EejWm9PXACfn2m6evQ7DJrZHU2BWLwwvQt0+nwvNi9dZHP/CtDaiXcxnPJB855Iaoq7Yv2wrBsYt5LUQ6/Hy3Bi3Ai7uc1wDrxb4huPucyswzfOXuUV24AoooIACCiigwJwKvCp91ozvAapub07fDVVtbzsFFFBAAQWGChh4NZTIBgoooMBUBAy8mgpzJw/yTuCYkpHFL45v6uSIHZQCCiiggAIKKKCAArMR2CC7sPO6IYeOC/riYlo3BRRQQAEFFFBAAQUUUEABBeZRwBtw5nHWHbMCCiiggAIKKKCAAgoooIACCiiggAIKKKCAAgoooIACCiiggAIKKKCAAgoooIACCiiggAIKKDB5gWlfr75cCrx665Ch3ZiFCl2b7kO/LQtM+vUIFP0CryI4aM90/3rZ+OP+90/nwonuBV4NfK2khpVTQFQEFfW2CNJ6N/AvfWr+G+DYFK7VaxKBQRFYdX9unwgOir+PQK3YIhjnQykwqNj1oHCvQc/Mioc4X5Q6+wGwDXDLCNb5XcYReBXP8lwPOD6FF/X6D7f9gIcKNZYFXvULEisO7/UpcKkXwBQhSjF/Z5YcJ/ZdFtghPZ+st08EOu2Ys8wf48nAp4Cw7m2HAEcBD5RYR9hVPPssv6ai2SwDr2LMsfb2ydV7VQqHu6NkDEtlAVhvAE7IhT7dnNx+VGhfDHZbH4i2xS3WxIEprCx+djcQDxSPwLDi6zh+XlZDhKft2uf9pFjHQp41F3MY6yfWcGyHp9fvIwt8bbm7Agr8UWDa5y/aK6CAAgoooIACCsyHwDuAj9UY6r+m7wNuqLGPTRVQQAEFFKgkYOBVJSYbKaCAAhMXMPBq4sSdPEBcDBG/6C5umwBXd3LEDkoBBRRQQAEFFFBAgdkKLAYW9SkhfokTFwW7KaCAAgoooIACCiiggAIKKDCvAt6AM68z77gVUEABBRRQQAEFFFBAAQUUUEABBRRQQAEFFFBAAQUUUEABBRRQQAEFFFBAAQUUUEABBRRQQIHJCszievUIZ9oDeF8W/LRSxeFFANZlwCXAncCjFfYrC4GKkJw3ZvevR3/9tniO5LuyoJ6jcw2i3pNKdtgFOCX39xEeFcFV9w2p7ympv61y7SJE6Yzcf0eYUjwHK4KUYhsU1pMP2Lk1CyaKAKZe2M7eKUCpWNJjgSPSWIf1X4H7P5uMGngVAUUrAs8BtgMigKgXKBWdx9xFINc3SoopC7x6LXD+kMJXAT4HbJTahVvM9Vl9QpR63cUa2R44MVfjxcBuwM8KxyyukQiBitCusrCr3q5l62OWgVfrAhdmaza8YotAqp2zAKu7BvguA+yfC6iKphE2dWphn6qBV09Ir7VYA7HF6zFepw8OqCGCuo4E9kpt+oW6LZ3qfG9q18+66uugWOug127VPm2ngAJ/KjCL8xfnQAEFFFBAAQUUUKDbAhF0FYFXVbcvpe9s4vsKNwUUUEABBcYuYODV2EntUAEFFBhJwMCrkdjmeqfiL4d7GFsCl861jINXQAEFFFBAAQUUUGByAhsC1/TpPj7XLZncoe1ZAQUUUEABBRRQQAEFFFBAgcYLeANO46fIAhVQQAEFFFBAAQUUUEABBRRQQAEFFFBAAQUUUEABBRRQQAEFFFBAAQUUUEABBRRQQAEFFFBAgVYKzPJ69acB70wPB64afBXI8UDhDwDXDQm+Kgu8ivCbA7OwrYeHzNYLUrhWL+DnoEJwT+xeDLW5F3g9cFPFlfBy4PRciFBZKE4E+nw09dcvrCd+vHEWcHVVahchVg9lgU0Hp//uFwz0Fylg62WpXb9grIrD+c9mZeFTdfsoth8WRFU85leAN6SQrEHHfhUQIWW9rUqIUq/tcilILEKuelsEmEXwVW8rhpZ9L62RWyqAbJJCznqhX7MKvIrnqsZr5tBczVXCxKL501N42KIBa7Fq4NUT03rddMi6LtLGHEeQ1Y+ACIM7NwtTi9dSfiu+lq9MgWu/rDBPZU2KYXLfTPM+KCBsxEO5mwJzKzDL85e5RXfgCiiggAIKKKBARwVWAE4D4vNj1S3CsyNQ3U0BBRRQQIGJCRh4NTFaO1ZAAQVqCRh4VYtr7hvvCMQHxuL2GuCCudcRQAEFFFBAAQUUUECByQrEhcXrFw4RFxlHGJabAgoooIACCiiggAIKKKCAAvMs4A048zz7jl0BBRRQQAEFFFBAAQUUUEABBRRQQAEFFFBAAQUUUEABBRRQQAEFFFBAAQUUUEABBRRQQAEFFJicQBOuV49gqgjEiYCfeNbTsysO99MpiOenfdqXBV7FMa6u0P+qwJlZiNR6qW1ZENJzUyDRM1ObzwBvAx6o0H80KYYhlQVarQtcmAvF2iGF/uQPUQwkitCl2HpBTv3CnyIk6vJURwRKbZ4FZ91csfZBzcYdeHVnFlD2PuD8AQFnxWOeArwD+PcBhS6dQpwiDCm2MNgauLaGQT5oLHY7HHh/9ueR1Ees5bOz55etNWAd9Tvck9IDtzdLDWYVeLViqmOLVMcNKQzqJxWc4jX4kcxgNeAbwGLg0hTI1tu9auBV8fVyN7BnWsOPVqhlUJNi+FuV9TPskLEOIpivt7bivSfG76aAAuMRaML5y3hGYi8KKKCAAgoooIACsxSIz+sRdvWcGkUckrX9hxrtbaqAAgoooMBIAgZejcTmTgoooMDYBQy8GjtpZzt8XfrFcHGA2wOf7+yoHZgCCiiggAIKKKCAAs0R2ACIgKv8FheWxgW0bgoooIACCiiggAIKKKCAAgrMs4A34Mzz7Dt2BRRQQAEFFFBAAQUUUEABBRRQQAEFFFBAAQUUUEABBRRQQAEFFFBAAQUUUEABBRRQQAEFFFBgcgJNu149nuG4EvAC4GVZQEyE/aw9YPgRnhOhNxF+U9yKgVdlgVL9un5iCpbaNDUoC7zarvBsqj2yYKpoV2d7F/DR3A6vLzwHqxh6dAywP/D73D5PACKgZ5sssKkXirRsLoyrLMyqGJJ1BbBjFtj1izrF92k7rsCrW4GTswC0s4BfDqmreMx4+HT8Ka7vfDcLCXLq9VMMRov1GI73pwbFQKw6a6QYyDWrwKu/Bc7JPfz7hCwcbJ9sHf5uDGsluqgaeBVrNl4vRxeO+8W0RiKIK8LvRgm/KgaTjWOMxXFVDdsbE6vdKNB5gaadv3Qe3AEqoIACCiiggAIdFHh1Crt6fI2x7Qx8tkZ7myqggAIKKDCygIFXI9O5owIKKDBWAQOvxsrZ2c7iA+YFJaN7I/C5zo7agSmggAIKKKCAAgoo0DyBxcCiVNb1wMubV6IVKaCAAgoooIACCiiggAIKKDB1AW/AmTq5B1RAAQUUUEABBRRQQAEFFFBAAQUUUEABBRRQQAEFFFBAAQUUUEABBRRQQAEFFFBAAQUUUEABBeZCoOnXq/cCsCLQaDdgy5JZiXCa/YAHCj8rBl71Cwwqm+gqgVfFsKpRAm1elQV6XZQrYG8gQq16WzH0KEJ9IkjnJ7k2z82FW52WAsCWSQ9t3iK1KwYt5UOyosmhKSDqkTGs+mL41M1ABGr9R4W+vw/8K3AX8G9DAqvy3RWPWXQsO3QxrKpnFwFhVbei41eAN+QC2HYqPAh7K+Diqp0D+f1nFXhVtD0orZcawxjYtGrgVXTyNOB0IGoq2+4ErgUuA2IuesFjw2qNZxVelYVpLZ8ajmOMxXHtkEL0htXizxVQoJpA089fqo3CVgoooIACCiiggAKzEih+pzOsjh+ngOubhjX05woooIACCoxLwMCrcUnajwIKKLAwAQOvFuY3D3tvnn45WRzrW4BPzQOAY1RAAQUUUEABBRRQoEECEXAVFxDGFp/nljSoNktRQAEFFFBAAQUUUEABBRRQYFYC3oAzK3mPq4ACCiiggAIKKKCAAgoooIACCiiggAIKKKCAAgoooIACCiiggAIKKKCAAgoooIACCiiggAIKdFugTderx/Md107BTPngqwgo2jp3n3pvxiYdePV+4AO55bE+EOFOdbYqYUIbpzCe6DfGGsFai3MHyQfr9IKeikFZJwHxMOcH0375kKz4q1HCuvqNszim4rHr+FRtWzxmlXChZwNnA2ulg4xS57A1ttA1sh3w+VTfrAKviqFsVWyrzlu0qxN4Fe1fBHwyN2+DjhXPrvgC8MUUpFZ8v+vtW+V1WGdM0XbSbnXrsb0CXRNo0/lL1+wdjwIKKKCAAgoo0HaBY4G31xjEjSns6n/V2MemCiiggAIKLFjAwKsFE9qBAgooMBYBA6/GwtjZTjYErikZ3duA4zs7agemgAIKKKCAAgoooECzBeLi2geAOF93U0ABBRRQQAEFFFBAAQUUUEAB8AYcV4ECCiiggAIKKKCAAgoooIACCiiggAIKKKCAAgoooIACCiiggAIKKKCAAgoooIACCiiggAIKKKDAJATaeL368sBHswCbXXMgxwD7A7/P/d2wMKJBnk8EzgA2TY3KwpAWGmYUXVcJ2lkVODMLvVov1bIHEPXE9ljgiBRmFWFYm+dCt/JhSTekYKGfpP12B05M/7/4s4WuMwOv4M6EuNA1krecVeBVMZBq1oFXQbsysBvwFiBeH8O2eG1EcNhBwE9LGld5HQ47RvHno4Sw1T2G7RWYZ4E2nr/M83w5dgUUUEABBRRQoAkC/x04DciHqA+r6zPAm4Y18ucKKKCAAgpMQsDAq0mo2qcCCihQX8DAq/pm87LHi4GbSga7NxAXL7gpoIACCiiggAIKKKDAbAQ2SBcS3zybw3tUBRRQQAEFFFBAAQUUUEABBRon4A04jZsSC1JAAQUUUEABBRRQQAEFFFBAAQUUUEABBRRQQAEFFFBAAQUUUEABBRRQQAEFFFBAAQUUUEABBTohMI3r1R8PvAdYF4gQqgeACM355QIEo68Ls+CnVVIflwI7Avfn+uxK4FVxHPnwrb9IwVwvA74CvCF7EPPdyeC5wHnZz58J5MOwiv2VhYUtYGr+S4hXWVjYQvov23eUcKFnA2cDa6UOR6lz2BpbaODVxlnQ2VWpvlkFXuWD06KUJgRe9dZABL49D3glsC0QczpouwiIsLf7Co0mEXj1KiCO19vG7Tbu15D9KdA2gWmcv7TNxHoVUEABBRRQQAEF+gusncKu1qiBdDDwgRrtbaqAAgoooMBYBQy8GiunnSmggAIjCxh4NTJdp3eMixWWlIzwvcARnR65g1NAAQUUUEABBRRQQAEFFFBAAQUUUEABBRRQQAEFFGibgDfgtG3GrFcBBRRQQAEFFFBAAQUUUEABBRRQQAEFFFBAAQUUUEABBRRQQAEFFFBAAQUUUEABBRRQQAEFFGiHwDSuV38CcAqwTSLpF9xTR2xl4Exgo7TTlcDfFUK0hoURDTreE1OQ1KapUVkY0ruAj+Y62QS4us4ggGKY0B5ZiFccq7jF2E5Pf5kPtoqgnsuB5dN+UdODqV3Rvdf307NgoLOy/RaldlsBF9ese1DzYnjQKEFSdcsZJfBq1bSG1ksHOw3YM4WDVT3+iumB2VukHW5I6/An6b93Aj6b66yudX7eJxF49QLgklxw3EHAoYXBTyIMKn+I/Bjj79cHbq46Abl28fzXlbLxxJhiPuK1WxaAdTRwIPBQbt8qDnVLKo7LwKu6grZXYLDANM5fnAMFFFBAAQUUUECBbgi8Jn2nEt8TVd3i83x8T+CmgAIKKKDAzAQMvJoZvQdWQAEF/kTAwCsXRFHgecC3SlhMTXatKKCAAgoooIACCiiggAIKKKCAAgoooIACCiiggAIKNFHAG3CaOCvWpIACCiiggAIKKKCAAgoooIACCiiggAIKKKCAAgoooIACCiiggAIKKKCAAgoooIACCiiggAIKtF9gGterPxY4Aogwpt72WuD8BfAVA6lmEXj1KuCi3Bj6hVUNGmYxNKtfINJzgfOyEK5nps564Vr5/YvHXzqFF7037XNCFua0DxD79upeAmwP/HABc1HctS2BV8VAsGJYVRWSYmhWzNGu2Vr/ddp5Y+CqXEd7A8dU6Ti1ibk7LP3/SQReVQmzKq69qH9/4PcVxxGvkxjHj4BbU8BW/G9vG1fgVbGcpYDVgX2BeFB5b8sHxvX+LoKxzgbWKrxWfldxjGXNiuMaJRBvAYd3VwU6LzCN85fOIzpABRRQQAEFFFBgDgTeDRxVY5zx2XXHLGD9yzX2sakCCiiggAITETDwaiKsdqqAAgrUFjDwqjZZp3dYDbi9ZITxC90DOz1yB6eAAgoooIACCxEoXuCwkL7cVwEFFFBgfgXa8J3x/M6OI1dAAQUUUEABBRRQoNkC3oDT7PmxOgUUUEABBRRQQAEFFFBAAQUUUEABBRRQQAEFFFBAAQUUUEABBRRQQAEFFFBAAQUUUEABBRRQoK0C07pevRj+ci6wO3D/iHBrANFHPFMqtlOyvt4B/Huuvz9L4UJxnNj6BQaVlVAM1DopBXY9mGtcDAL6DPC2LGDngYpjKgYu/QDYBrilZP9i2/cDxwKfSA9ivhd4Zfbnm4V986FcEegUwT9/nwKIomnZuCqW37dZWwKvioFgv83WyNbAtTUAiqFnhwMxN4+kPopBSqcBe2bBY3GsYdvywPFpfget34Ws83htnJgr5KAUkpav7UlA1L1Z+ss6wWBxf3082+3QtG/ZGq8aeBVhVBsBLwT+GtirZL2Xma4AHJcLvQr7CJ9anGu8MnBm6r/f+8mw+Sr+PNbBB9Jflh2zbn+2V0CBPxWY1vmL7goooIACCiiggALtFYjP1G+tUf716TP4PTX2sakCCiiggAITE2jDw0v9gmZi02/HCijQIAEDrxo0GTMu5f8D7iqp4SPZBQL7zrg2D6+AAgoooIACzRYw8KrZ82N1CiigQFsE2vCdcVssrVMBBRRQQAEFFFBAgXkT8PqOeZtxx6uAAgoooIACCiiggAIKKKCAAgoooIACCiiggAIKKKCAAgoooIACCiiggAIKKKCAAgoooIACCkxHYFrXqz8dOAtYlBvW/sDRwMM1h7oMEPv2QnRi912BUwv9LCQIqErgVTGEKkKnXg/cVHE8EbpzXmYQwUaxxf+Pcfy6z/7vAj6aaxvPzorAqggCuiI9lPkXhX3zoVwRurNDCrzqhRfFf59Rsd6qzdoSeBXjKQZW1QkAKwYpRX9bARfnoIprsM4aWRe4MJvjVVJ//QLbHgsckQLZoumg4LT8HC6XAtN2zv1lWeBVBIMdnIK8ommsox2BiyosiKj9c7kgqbI1XjXwqjhXZa/5fiUNC58qhotdA7whCyf7eYUxljV5XHpv6z1YPYLo4r2h7Bl4Ix7C3RSYe4Fpnb/MPbQACiiggAIKKKBACwXiO50Ibt68Ru2fBnap0d6mCiiggAIKTFygDQ8v9QuaiS8DD6CAAg0QMPCqAZPQgBL+B/DjkjqOA/ZqQH2WoIACCiiggALNFjDwqtnzY3UKKKBAWwTa8J1xWyytUwEFFFBAAQUUUECBeRPw+o55m3HHq4ACCiiggAIKKKCAAgoooIACCiiggAIKKKCAAgoooIACCiiggAIKKKCAAgoooIACCiiggAIKTEdgWterx3228aynj+WGFcE5R6UQpwcqDnepFERzQi4o6uYU5PSjQh+TDryKw8XDkE/JHTdCgHbPQqXuGzKep6SwqghI6m3DAnwiSOryNO4INfos8MG08+EpkOiRwnGLoVyXAS9OfXwP2Db7892K9lWbtSnwqhjIFGtyjxTONuhZI7GetwdOzK3DCEnaKZv/CLXKb8VgsyprpCxMq1/gVRwrH4YW//1O4NgsqGrQGIp1xX5lgVfx98XwrUtTONtPByyKMIo1ffKQNV418KoYmlelhjh00fIr6T3k7lxdUWuEesWf2G4FXpeFVN1RddEX2q2YHq6+Rfr7YWF2Ix7G3RSYa4Fpnb/MNbKDV0ABBRRQQAEFWijwwvR57G9r1B4hyb3vV2rsZlMFFFBAAQUmK9CGh5f6Bc1k14C9K6BAMwQMvGrGPMyyiif3+eX/SekXy7OszWMroICe1J7HAAAgAElEQVQCCiigQDsEDLxqxzxZpQIKKNB0gTZ8Z9x0Q+tTQAEFFFBAAQUUUGBeBby+Y15n3nEroIACCiiggAIKKKCAAgoooIACCiiggAIKKKCAAgoooIACCiiggAIKKKCAAgoooIACCiiggAKTFZjm9eorp5CnrQtD+noKwoowp/v7DHcZYDXg3SlUqNdsUEDRNAKvysZ0QarzX/qM5W9SGFEvDCeaxT4RlPXzAdNdDGeKYKX4u9giOOvikn2XBg4F3lvys9Oy4+0JhOE4tzYFXsW4X59CmZZPCL9K83dm5vZQCcyyKWDtmFzYVRi+Bfh8SfvlgGi7W+5nYb9f9gy0ssColYAjCu1j10GBVxumNdQbQ4Q5vRG4saSeCI3bHDgeWLXw836BVzHmD2VrZZ9c+1izEbSVD47q/TiO8doUaNc7xvXAjtm47ikcsxh4FY4RIld8b4r3gEOAA3L7fwo4cMDrJuqO/qL2ns3RaZ/i3G5XmL8IBLt6xBfGM1JfL0j7R93xx+fXjAjqbgqUCEzz/MUJUEABBRRQQAEFFGiHQIR6x+ft+CxYZYtzyvicekaVxrZRQAEFFFBg2gJteHipX9BMe1V4PAUUmIWAgVezUG/OMf97nwsY/hF4c3PKtBIFFFBAAQUUaLjAn3x+/j//x+uHGj5flqeAAgo0QuC//bf/8hVxG74zboSdRSiggAIKKKCAAgoooMB/EfD6DheFAgoooIACCiiggAIKKKCAAgoooIACCiiggAIKKKCAAgoooIACCiiggAIKKKCAAgoooIACCiigwCQEpn29+jOBTwARJlO2LQb+KXs+1I/TDx8LvDAL81mrJJwnmvwDcCTwYEln0wi8isNGEFc802pRroYITToRuAz4fvr7ZwGvyEKO9sgCryLUqLctyUKD3gR8b8gE9wuvGhSEFF2+CriopO+o46QJLKq2BV5FkFIEOUXIVH67Mj30+svAb4AVgPWBCGjatNB2/yxQKYKUHu7jWbZG7kz+VwA/S/3HXO0CPKekn0HzvGLqKx7u3dtiDX4cuBT4ERCvh3XSs9e2TI0iEOvRLBhrg/Tf/QKv4scRXPUZ4GW5Y0TY1alpnccxwjJeqzsD2xfa9QvgekkhmCvCw87OQsXuysKtfp/+/09SX/H+EQ8vz7/WwjFef9ekcUbTmKsIm4pj9sYafx+GUVfZa+25wHnZnMcxYts7BZWN8hLZGLgqt2O/QLpo8n7gA7m2g+ZglFrcR4GuCkz7/KWrjo5LAQUUUEABBRToikCESn+4xmAipDzCrr5SYx+bKqCAAgooMFWBNjy81C9oprokPJgCCsxIwMCrGcE34LDxy9V/71NHG/6dbgChJSiggAIKKKBAEjDwyqWggAIKKFBbwMCr2mTuoIACCiiggAIKKKCAAv0FvL7D1aGAAgoooIACCiiggAIKKKCAAgoooIACCiiggAIKKKCAAgoooIACCiiggAIKKKCAAgoooIACCigwCYFZXK/+VOBDKXhn1DFFKM6BwMnAQ306mVbgVRz+RcAnU9hPnTHdDOyVQr6q7FcWXhUBQHtmoU1hUrYVg3yizb3AK7M/36xy0Jpt2hZ4FcNbLgtXOiD9qTPcMI/AtQi7Kgtdy/cVAUzHF8KaBh0rgtBifUTwUmzDgs3CPcKnnl1xANH327O1sHv6E7sNC1saFlhXdugI3or1GSFWxfebaB9BWmdmAVHr9ak7Qsai1t72UuCzfQLwBg09wrneDFzfp47l0/zEA89jG/a66neseL5dvDcdmhrEw9PfkIXaxfHLNgOvKi5YmylQEJjF+YuToIACCiiggAIKKNBMgfg+JkK9q27XprCr+G7ETQEFFFBAgcYKtCFIwy9oGrt8LEwBBcYoYODVGDFb1NXSwMN96m3Dv9EtorZUBRRQQAEF5kLAwKu5mGYHqYACCoxXwMCr8XramwIKKKCAAgoooIACcy7g9R1zvgAcvgIKKKCAAgoooIACCiiggAIKKKCAAgoooIACCiiggAIKKKCAAgoooIACCiiggAIKKKCAAgooMCGBWV2vvlQWPBPBNRHms2WNsUXA0HlZQNFRwB19gmt63U0z8CqOuXIWOrUP8NYsACnCcwZtEQJ0IvCxLAzo5zXGXxYOFIbHDOjjCcApwDa5NmG4K/DrGseu2rSNgVcxtliTLwcOA9apMNgvZft8ALguC4p6tEL7aFI17O2qLEDrPcAawOmp72GBV9HseSloadhr6tMplCnmP9ZOhF7FNizwKtqsBOxXcZ1/MXuNHgx8a8BrNZ4Jt316PZS9bnYAzij4Vh1nb7cLUphZvGcM2nZJr5VoU8W7rK/i6y1898+O//s+BzbwquKLx2YKFARmdf7iRCiggAIKKKCAAgo0RyC+h4mw4k1rlBTfj+xWo71NFVBAAQUUmJlAG8I0/IJmZsvDAyugwBQFDLyaInaDDlX8N65XWhv+fW4Qo6UooIACCiigQBIw8MqloIACCihQW8DAq9pk7qCAAgoooIACCiiggAL9Bby+w9WhgAIKKKCAAgoooIACCiiggAIKKKCAAgoooIACCiiggAIKKKCAAgoooIACCiiggAIKKKCAAgooMAmBWV+vHs+EegrwMuDFwLOycJtnAhHs1NsWp3CrK1O40M8qQkw78KpX1pOBVwIbAWsDz04/uDN7CPNXgcuAGMtvKo4j36w4pggA2xy4eUBfS6cQpPfm2kQwVwTx9HtW1wil/ecubQ286g1gGWARsAWwfgqRiiCmsP4acCMQAUq31wi6ynvGmo91vhWwSbYe1k0Bab31cWYWvHUT8BDwdzUDr+I4vfpfl15TsQZji9fRNcDZudqL66lK4NWwdR7hVhEGdk62NpcAD1dYTGHyXOBtqebeayZ27VdTBJStngVTbQ3EswYjHKz3vnF3Cqy6HrgY+FHFuXp69no9K81/HLssbGvYcF4AXAKsktZM1HftgJ0MvBom6s8VKBeY9fmL86KAAgoooIACCigwW4H4LB1hV/H5uup2YAq5rtredgoooIACCsxUoA2BGn5BM9Ml4sEVUGBKAgZeTQm6QYcx7KpBk2EpCiiggAIKdETAwKuOTKTDUEABBaYpYODVNLU9lgIKKKCAAgoooIACnRfw+o7OT7EDVEABBRRQQAEFFFBAAQUUUEABBRRQQAEFFFBAAQUUUEABBRRQQAEFFFBAAQUUUEABBRRQQAEFZiLg9eozYfegCijQQIEIhzsYiBCq2E4C3gU8WLHWeAZttD86tY9gtF2A+yvubzMFFKgu4PlLdStbKqCAAgoooIACXRPYLoVdPabiwB4BdkwBxxV3sZkCCiiggAKzFzDwavZzYAUKKKBACBh4NV/roF/Y1eOAh+aLwtEqoIACCiigwBgFDLwaI6ZdKaCAAvMiYODVvMy041RAAQUUUEABBRRQYCoC3oAzFWYPooACCiiggAIKKKCAAgoooIACCiiggAIKKKCAAgoooIACCiiggAIKKKCAAgoooIACCiiggAIKzJ2A16vP3ZQ7YAUUGCCwLnBhFna1CvA9YNvsz3criq0InApsndrvAJxRcV+bKaBAPQHPX+p52VoBBRRQQAEFFOiKwP7A4TUGc1cKu1pcYx+bKqCAAgoo0AgBA68aMQ0WoYACChh4NUdroF/Y1QrAb+fIwaEqoIACCiigwPgFDLwav6k9KqCAAp0XMPCq81PsABVQQAEFFFBAAQUUmKaAN+BMU9tjKaCAAgoooIACCiiggAIKKKCAAgoooIACCiiggAIKKKCAAgoooIACCiiggAIKKKCAAgoooIAC8yPg9erzM9eOVAEFhgssCxwJ7JWa7gMcA/R7xl2+xw2BC4DlgWuAnYB7hx/SFgooMIKA5y8joLmLAgoooIACCijQcoGTgLfUGMPVKezqvhr72FQBBRRQQIHGCBh41ZipsBAFFJhzgf8//dJnueTwS+B/AA/OuUvXht/vF4ErA7/o2mAdjwIKKKCAAgpMXcDAq6mTe0AFFFCg/QIGXrV/Dh2BAgoooIACCiiggAINEvAGnAZNhqUooIACCiiggAIKKKCAAgoooIACCiiggAIKKKCAAgoooIACCiiggAIKKKCAAgoooIACCiiggAIdEvB69Q5NpkNRQIGxCLwQOA9YFbg+PSD9niE9x3MOPwHsnNrtAJwxlmrsRAEFygQ8f3FdKKCAAgoooIAC8yPwFOA0YOMaQz45CyDevUZ7myqggAIKKNA4AQOvGjclFqSAAnMqYOBV9ye+X9jVX2apyz/p/vAdoQIKKKCAAgpMQcDAqykgewgFFFCgawIGXnVtRh2PAgoooIACCiiggAIzFfAGnJnye3AFFFBAAQUUUEABBRRQQAEFFFBAAQUUUEABBRRQQAEFFFBAAQUUUEABBRRQQAEFFFBAAQUUUKCzAl6v3tmpdWAKKDCiwDLAIcABaf9dgVOH9LUucCGwCnBuerD6/SMe390UUGC4gOcvw41soYACCiiggAIKdEEgni0fYVfPqDGY/YEP12hvUwUUUEABBRopYOBVI6fFohRQYA4FDLzq9qT3C7v6G+CH3R66o1NAAQUUUECBKQoYeDVFbA+lgAIKdEXAwKuuzKTjUEABBRRQQAEFFFCgEQLegNOIabAIBRRQQAEFFFBAAQUUUEABBRRQQAEFFFBAAQUUUEABBRRQQAEFFFBAAQUUUEABBRRQQAEFFFCgcwJer965KXVACigwBoFnpoeqLwKuB3YE7unT758Bx6SQq3uBHYDrxlCDXSigQH8Bz19cHQoooIACCiigQPcFtk+fy5auONTfp89u51RsbzMFFFBAAQUaLWDgVaOnx+IUUGCOBAy86u5kHw5EYnJx+1vgzu4O25EpoIACCiigwAwEDLyaAbqHVEABBdouYOBV22fQ+hVQQAEFFFBAAQUUaJSAN+A0ajosRgEFFFBAAQUUUEABBRRQQAEFFFBAAQUUUEABBRRQQAEFFFBAAQX+L3v3Am/bWO9//PPCoY42pZD6n5QOTqd/6OKSW8o9aVMc151EcVzSpr9b7tstxS6iFBK2y0nY7iqFooiEU1Kdjt1NKZw4u13C+Y/f6pnOMMy51hhrzcsYc37G67Vetdd6nmc8z/t55jLWnGM8XwUUUEABBRRQQAEFFFBAAQWGRsD71YdmKh2IAgp0USD2k43N1T8HTAM+ApwKFH9nxinXBy4GlgOOz8ocCTzVxb7YlAIKPF/A6xdXhQIKKKCAAgooMNwChwLHVRhi7EUeQcXfq1DHogoooIACCtRawMCrWk+PnVNAgRESMPBqOCf7aOCINkNbBbhvOIfsqBRQQAEFFFBggAIGXg0Q31MroIACTRUw8KqpM2e/FVBAAQUUUEABBRSopYAP4NRyWuyUAgoooIACCiiggAIKKKCAAgoooIACCiiggAIKKKCAAgoooIACCiiggAIKKKCAAgoooIACCijQeAHvV2/8FDoABRTokcDiwEnAXsA9wHZZCFZsop4/XpIFXZ0JbAtcA+wO/LZH/bFZBRT4XwGvX1wNCiiggAIKKKDA8Ap8If1tVXaE16ewqz+UrWA5BRRQQAEFmiBg4FUTZsk+KqDAKAgYeDV8s9wpYXl14M7hG64jUkABBRRQQIEaCBh4VYNJsAsKKKBA0wQMvGrajNlfBRRQQAEFFFBAAQVqLeADOLWeHjungAIKKKCAAgoooIACCiiggAIKKKCAAgoooIACCiiggAIKKKCAAgoooIACCiiggAIKKKCAAgo0VsD71Rs7dXZcAQX6IPBq4AJgHeBk4GPAX9J5Y8/ZnYDzgXnALsDNfeiTp1BAAfD6xVWggAIKKKCAAgoMn8By6e+rDSsM7bMppLhCFYsqoIACCijQDAEDr5oxT/ZSAQWGX8DAq+Ga448Cn2gzpPgg8LbhGqqjUUABBRRQQIEaCRh4VaPJsCsKKKBAUwQMvGrKTNlPBRRQQAEFFFBAAQUaIeADOI2YJjupgAIKKKCAAgoooIACCiiggAIKKKCAAgoooIACCiiggAIKKKCAAgoooIACCiiggAIKKKCAAgo0TsD71Rs3ZXZYAQUUUECBkRfw+mXkl4AACiiggAIKKDBkAmunsKsVKozrwA77lFdowqIKKKCAAgrUV8DAq/rOjT1TQIHREjDwanjme1/g1DbDeQfwzeEZpiNRQAEFFFBAgRoKGHhVw0mxSwoooEDdBQy8qvsM2T8FFFBAAQUUUEABBRol4AM4jZouO6uAAgoooIACCiiggAIKKKCAAgoooIACCiiggAIKKKCAAgoooIACCiiggAIKKKCAAgoooIACCjRGwPvVGzNVdlQBBRRQQAEFkoDXLy4FBRRQQAEFFFBgeAR2SmFXZXM9/gzMAC4dHgJHooACCiigwPMFyv6HcZB2vkEzSH3PrYAC/RIw8Kpf0r09zx7A59qcYjPght6e2tYVUEABBRRQQAEMvHIRKKCAAgpUFjDwqjKZFRRQQAEFFFBAAQUUUKCzgPd3uDoUUEABBRRQQAEFFFBAAQUUUEABBRRQQAEFFFBAAQUUUEABBRRQQAEFFFBAAQUUUEABBRRQQAEFeiHg/eq9ULVNBRRQQAEFFOilgNcvvdS1bQUUUEABBRRQoH8ChwGzKpzu/hR2dVeFOhZVQAEFFFCgkQIGXjVy2uy0AgoMocBbgFuAF6axPQEsB8wfwrEO65B2Bc5pM7h3A1cN66AdlwIKKKCAAgrUSsDAq1pNh51RQAEFmiFg4FUz5sleKqCAAgoooIACCijQEAEfwGnIRNlNBRRQQAEFFFBAAQUUUEABBRRQQAEFFFBAAQUUUEABBRRQQAEFFFBAAQUUUEABBRRQQAEFFFCgYQLer96wCbO7CiiggAIKKIDXLy4CBRRQQAEFFFCg+QJnAx+oMIxrU9jVoxXqWFQBBRRQQIHGChh41dips+MKKDBkAlsAV+fG9EwWkvRm4AdDNs5hH04kLUficuvYFrh02Aft+BRQQAEFFFCgNgIGXtVmKuyIAgoo0BwBA6+aM1f2VAEFFFBAAQUUUECBBgj4AE4DJskuKqCAAgoooIACCiiggAIKKKCAAgoooIACCiiggAIKKKCAAgoooIACCiiggAIKKKCAAgoooIACDRTwfvUGTppdVkABBRRQYMQFvH4Z8QXg8BVQQAEFFFCg0QKvBM4H3l5hFKcD+1Qob1EFFFBAAQUaL2DgVeOn0AEooMAQCCwFzAE2K4zl28AGwNNDMMZRGsLhwDHATsCFozRwx6qAAgoooIACAxcw8GrgU2AHFFBAgeYJGHjVvDmzxwoooIACCiiggAIK1FjAB3BqPDl2TQEFFFBAAQUUUEABBRRQQAEFFFBAAQUUUEABBRRQQAEFFFBAAQUUUEABBRRQQAEFFFBAAQUUaLCA96s3ePLsugIKKKCAAiMq4PXLiE68w1ZAAQUUUECBxgusm8KuXl1hJB8FTq5Q3qIKKKCAAgoMhYCBV0MxjQ5CAQUaLnAIcHyHMZwIHAoU36xu+JCHvvvvB84d+lE6QAUUUEABBRSom4CBV3WbEfujgAIKNEDAwKsGTJJdVEABBRRQQAEFFFCgOQI+gNOcubKnCiiggAIKKKCAAgoooIACCiiggAIKKKCAAgoooIACCiiggAIKKKCAAgoooIACCiiggAIKKKBAkwS8X71Js2VfFVBAAQUUUCAEvH5xHSiggAIKKKCAAs0TmAGcV6HbfwKizmUV6lhUAQUUUECBoREw8GpoptKBKKBAQwXeA1wAvLBD/+NN6unAVQ0dn91WQAEFFFBAAQUU6J+AgVf9s/ZMCiigwNAIGHg1NFPpQBRQQAEFFFBAAQUUqIOAD+DUYRbsgwIKKKCAAgoooIACCiiggAIKKKCAAgoooIACCiiggAIKKKCAAgoooIACCiiggAIKKKCAAgooMHwC3q8+fHPqiBRQQAEFFBh2Aa9fhn2GHZ8CCiiggAIKDJvAEcDRFQb1wxR2dXeFOhZVQAEFFFBgqAQMvBqq6XQwCijQMIHXAt8DXpLrdyTyPgr8n9z3/hPYDPhJw8ZndxVQQAEFFFBAAQX6K2DgVX+9PZsCCigwFAIGXg3FNDoIBRRQQAEFFFBAAQXqIuADOHWZCfuhgAIKKKCAAgoooIACCiiggAIKKKCAAgoooIACCiiggAIKKKCAAgoooIACCiiggAIKKKCAAgoMl4D3qw/XfDoaBRRQQAEFRkHA65dRmGXHqIACCiiggALDIvBF4P0VBnN1Crv6rwp1LKqAAgoooMDQCRh4NXRT6oAUUKAhAn8PXA+sl+vvb4DdgF8A3wKWyv3sWmB74ImGjM9uKqCAAgoooIACCvRfwMCr/pt7RgUUUKDxAgZeNX4KHYACCiiggAIKKKCAAnUS8AGcOs2GfVFAAQUUUEABBRRQQAEFFFBAAQUUUEABBRRQQAEFFFBAAQUUUEABBRRQQAEFFFBAAQUUUEABBYZHwPvVh2cuHYkCCiiggAKjIuD1y6jMtONUQAEFFFBAgSYL/ANwAbB+hUGcBny4QnmLKqCAAgooMLQCBl4N7dQ6MAUUqLnAycBMIP97OBJ8v5T6PR34CrBwbhwnAofUfFx2TwEFFFBAAQUUUGBwAgZeDc7eMyuggAKNFTDwqrFTZ8cVUEABBRRQQAEFFKijgA/g1HFW7JMCCiiggAIKKKCAAgoooIACCiiggAIKKKCAAgoooIACCiiggAIKKKCAAgoooIACCiiggAIKKNB8Ae9Xb/4cOgIFFFBAAQVGTcDrl1GbccergAIKKKCAAk0TiJCrCLuK0Kuyx/7A7LKFLaeAAgoooMCwCxh4Newz7PgUUKCOApsDVwCL5jp3XPb/jwKeSt9bCPhkCsVqFZsP7Jn+CKrjuOyTAgoooIACCiigwGAFDLwarL9nV0ABBRopYOBVI6fNTiuggAIKKKCAAgooUFcBH8Cp68zYLwUUUEABBRRQQAEFFFBAAQUUUEABBRRQQAEFFFBAAQUUUEABBRRQQAEFFFBAAQUUUEABBRRQoNkCg75ffRFgJWAT4G3A64CVE+kTwA+A/wBuAG4CfgcU+9xpBl6YNkreIxW4B9gOeKDZU1b73u9U2M/tCGBWF3sd6+MSYNXUZrfb72JXJ2xqFeDitO4/ApyaW9+xn+nuwOeBecAuwM0TtmgBBRRQYDQEBn39MhrKjlIBBRRQQAEFFJicwPuBL1ao+t/Zez8z0r7yFapZVAEFFFBAgeEWMPBquOfX0SmgQP0EVgDuAF6a69r1wM7AI4XuLg7cCKyZ+/5Pge2B79dvaPZIAQUUUEABBRRQYMACBl4NeAI8vQIKKNBEAQOvmjhr9lkBBRRQQAEFFFBAgdoK+ABObafGjimggAIKKKCAAgoooIACCiiggAIKKKCAAgoooIACCiiggAIKKKCAAgoooIACCiiggAIKKKCAAo0WGNT96osB7wIOAlavIHgR8HHg3hLBVwZeVYDtYtFRCrxaGtgROA94rKJh1D0T2Dp7DVyTwq1+W2jjJanMtsBcIMLbIvTNQwEFFBh1gUFdv4y6u+NXQAEFFFBAAQUmEjgaiGDqssd9KewqQso9FFBAAQUUUCAnYOCVy0EBBRTon8CSwIVZ4NU7c6f8BbAVcHeHbkRA1m3AsrmfR0DWDsB/9a/rnkkBBRRQQAEFFFCgAQIGXjVgkuyiAgooUDcBA6/qNiP2RwEFFFBAAQUUUECBRgv4AE6jp8/OK6CAAgoooIACCiiggAIKKKCAAgoooIACCiiggAIKKKCAAgoooIACCiiggAIKKKCAAgoooIACtRUYxP3qLwdOShsaTwbmiVT/5Cwwa8E4DRh4NRndqdcZhcCrCGx7b9rE+0EgxvxIBbqFgf3TOo71PCMFWrVrYhPgUmAacDhwIvBUhXNZVAEFFBhGgUFcvwyjo2NSQAEFFFBAAQW6KRBh0PH3bdnjylT+8bIVLKeAAgoooMAoCRh4NUqz7VgVUGCQAn+XPvA7rNCJ7YFLJuhY/AH0+ezDuxfkyn0COHCQA/LcCiiggAIKKKCAArUTMPCqdlNihxRQQIH6Cxh4Vf85socKKKCAAgoooIACCjRIwAdwGjRZdlUBBRRQQAEFFFBAAQUUUEABBRRQQAEFFFBAAQUUUEABBRRQQAEFFFBAAQUUUEABBRRQQAEFFGiQQL/vV18WOBOY3sbou8D3gV+kn0Uo0KrAmsDybcofnIUARehVp/AfA68GsxCHPfAq9qyL0Kn9Eu8Nkwi8eksKsYp1HRuC75sFYHXa4Du/jh8Cdga+MZip9awKKKBAbQT6ff1Sm4HbEQUUUEABBRRQoIYCrwbOB9at0LdPAx+pUN6iCiiggAIKjJyAgVcjN+UOWAEFBiTwXuBiYJHc+eODwEOB4hvR7bp4KrAP0Pq9HR9cRxBWtOmhgAIKKKCAAgoooEAIGHjlOlBAAQUUqCxg4FVlMisooIACCiiggAIKKKBAZwEfwHF1KKCAAgoooIACCiiggAIKKKCAAgoooIACCiiggAIKKKCAAgoooIACCiiggAIKKKCAAgoooIACCvRCoJ/3q0eA1YHA8bmBPJrtH3YscPY4gT8LAW/K9n44EnhXru4TwJ7ARR32GzPwqhcrZuI2ex14NXEPeluiuK6qBl4tAZwGvA+INbw1cOMEXV4DuCILi1sO+DKwRxa49Vhvh2nrCiigQK0F+nn9UmsIO6eAAgoooIACCgxY4O0p7OqVFfoRQVcReOWhgAIKKKCAAuMIGHjl8lBAAQV6L/BPwFezD6r/IXeq72Qf3K0HPF3y9C8GrsnaWTtXPj7EeyMwr2QbFlNAAQUUUEABBRQYbgEDr4Z7fh2dAgoo0BMBA696wmqjCiiggAIKKKCAAgqMqoAP4IzqzDtuBRRQQAEFFFBAAQUUUEABBRRQQAEFFFBAAQUUUEABBRRQQAEFFBXYz2kAACAASURBVFBAAQUUUEABBRRQQAEFFFCgtwL9vF/99Sms53VpSLHH1y7AzSWHuDhwaPpqVfkmMAP4dZs2DLwqCdvlYgZejQ86PW0GPg04F9gHmD/BHCwGnAR8OJXbGZjT5XmzOQUUUKBJAv28fmmSi31VQAEFFFBAAQX6KfCBFGBe9pyPp/dwrixbwXIKKKCAAgqMsoCBV6M8+45dAQX6IbAkcB3w1tzJ/isFVT1YsQNvAuIPnXwS8B3AusBfK7ZlcQUUUEABBRRQoJcCR2XXO3OBu3t5Ett+noCBVy4KBRRQQIHKAgZeVSazggIKKKCAAgoooIACCnQW8AEcV4cCCiiggAIKKKCAAgoooIACCiiggAIKKKCAAgoooIACCiiggAIKKKCAAgoooIACCiiggAIKKKBALwT6eb/6bsBZuUEcAMwGin0Yb5wvT21skSvUKfzHwKterJiJ2zTwqrPRMtled18A3g08AWwN3Dgx6ViJ9YGLgeWA8YLeSjZnMQUUUKDRAv28fmk0lJ1XQAEFFFBAAQV6JDALOKxC2/eksKv7KtSxqAIKKKCAAiMtYODVSE+/g1dAgT4IfAbYC2j9vn0a2AH48iTPvRVwKbBwrv5JwEGTbM9qCiiggAIKKKBAtwXWAG5PjV6b3uA1+Krbyu3bM/CqP86eRQEFFBgqAQOvhmo6HYwCCiiggAIKKKCAAoMW8AGcQc+A51dAAQUUUEABBRRQQAEFFFBAAQUUUEABBRRQQAEFFFBAAQUUUEABBRRQQAEFFFBAAQUUUEABBYZToF/3q8feXrEZ8iGJ8SFgy+zrrkmwvgf4Sq7eGVl4UIRn/bnQloFXk8DtQhUDrzoj5m0uByIE7rGS5tOA09MG4VFld+DsknUtpoACCgybQL+uX4bNzfEooIACCiiggAJTFYi94M8H4u/bsscV6W/Z/y5bwXIKKKCAAgoo8L8BLHW28A2aOs+OfVNAgfEEdgVOAxbPFYoArH2nwLZIVvco4GOFNqYDV06hXasqoIACCiiggALdErgReEehMYOvuqU7fjsGXvXH2bMooIACQyVg4NVQTaeDUUABBRRQQAEFFFBg0ALe3zHoGfD8CiiggAIKKKCAAgoooIACCiiggAIKKKCAAgoooIACCiiggAIKKKCAAgoooIACCiiggAIKKKDAcAr06371YvjUfcC/AD+eBOvKwCXAqqnuDWmj5UcKbRl4NQncLlQx8Ko94ktSQNXW6cd7AmdW9I6ArLNSndgb74PAwxXbsLgCCigwDAL9un4ZBivHoIACCiiggAIKdEtghRR2tXaFBmcD+1cob1EFFFBAAQUUSAKRMln3wzdo6j5D9k8BBdoJxAfMc4Hlcz/8OhAf4E01pfdlwAXAprm2fwVsDvy706GAAgoooIACCgxQ4P8CcbNep+N64HDgzgH2cZhPbeDVMM+uY1NAAQV6JGDgVY9gbVYBBRRQQAEFFFBAgdEU8P6O0Zx3R62AAgoooIACCiiggAIKKKCAAgoooIACCiiggAIKKKCAAgoooIACCiiggAIKKKCAAgoooIACCvRaoF/3qy8KnAjMzA1oE+BrkxhgBAedD7w02zT58RT4c3AW/vPrQlvjBV4tAqyZQrfWy/Y1e2OqezfwLeDfsr3HbgeemkT/lgG2BDZK7UZAVxwPANH+VUDsmzZeUNHGwFdz547NoWOT6PGO2P/yY8CsXKG3AbdMUO/NqU/LpXI7A3MmMe5WlV4HXhUDz44ojLld18ebk/uBm4ErgHlA8TXRai/2dTmmhEuEWMU6X1Aou2EW0nY5MC0LaPtptq/dNsC9JdrLFymO/b3AZRXbsLgCCigwDAL9un4ZBivHoIACCiiggAIKdEMg/qaN92Ja7x2UafPD2Xs3p5UpaBkFFFBAAQUUeL6AgVeuCgUUUKD7AoulD07XyDX9YBb+EB+4fb9Lp1sNuBp4Za69a4BdgEe6dA6bUUABBRRQQAEFJiMQN8fFTVbTgU5/c16Xbj6LG9w8uidg4FX3LG1JAQUUGBkBA69GZqodqAIKKKCAAgoooIAC/RDwAZx+KHsOBRRQQAEFFFBAAQUUUEABBRRQQAEFFFBAAQUUUEABBRRQQAEFFFBAAQUUUEABBRRQQAEFFFBg9AT6eb/6HsDncsRzgfje73rE3inwKr4foVDvmuC8sRdZhBz9oGT/lgYOyIKs9kqhRuNVezRZfAr4fZuCywMXZqFXa6efxabSe2ftPzFOo0sCZ6UgpVaxMkFZ+Xm5B9guhXOVHPbzitUp8Gop4MCScxIDOS8LvDoSiL3tisdUAq+KgW+XArtnwVh/rIi8OPCZrH/vT/VOTeP7S8V2LK6AAgo0XaCf1y9Nt7L/CiiggAIKKKDAVAXi79cvVGjkv4AZaY/3CtUsqoACCiiggAJ5AQOvXA8KKKBAdwXi92p8sLZPrtn5QCT1ntPdU42FSFxeCJI4Jn1A/VSXz2VzCiiggAIKKKBAVYEywVfXA4dm4VgGX1XVbV/ewKvuONqKAgooMFICBl6N1HQ7WAUUUEABBRRQQAEFei3gAzi9FrZ9BRRQQAEFFFBAAQUUUEABBRRQQAEFFFBAAQUUUEABBRRQQAEFFFBAAQUUUEABBRRQQAEFFFBgNAX6eb/664EvA6/LUUeo1EnAd4Bu7+9VDLy6D7gghR9FoFSZIwKg3gfcO0HhtwKfzfYuW7VMo7kyt6bQrx8W6hUDkm4DdgTmjdP+KkAEKa2YKxMBWPtloUh/6lCvGKB0btrnLfZ3m+xRl8CrZYHTgG0rDuQB4EPALYV6Uwm8KgaYxZ4wJ1TsV6v4TOCU9I9uBJRNshtWU0ABBQYq0M/rl4EO1JMroIACCiiggAIDFjgu7WtathvfT2FXPypbwXIKKKCAAgoo0F7AwCtXhgIKKNBdga3TB9UL55qNDxIj8KoXR3yYFx/qtY6ngW2AK3pxMttUQAEFFFBAAQUmIWDw1STQJlnFwKtJwllNAQUUGGUBA69GefYduwIKKKCAAgoooIACXRfwAZyuk9qgAgoooIACCiiggAIKKKCAAgoooIACCiiggAIKKKCAAgoooIACCiiggAIKKKCAAgoooIACCiigANDP+9Vj/7D9U8BVET9ChiIM6yoggqkWdGF2ioFX+SafyMKpLs/CoeYAERoUYVuvBrZIAVFL5QqfB+yb9f3xDn2KAK8vAmvmfv4o8Dng2iyo6ifp+yul8KUZQL7927Mgq12B+wvtF4OjNgG+No7LHumc+SITBWWtnAWQXZIL6toTOHOK9nUIvFoEOLqwKfe3gLOBO7LQs4fTGJcBNkuhY2HROmJthOfvc997URZStRjwAmBWmrP48Y1AuD2WysZairWSf21tDHw119ZEczneFKyTrbXrgGmp0HTgyinOmdUVUECBpgn08/qlaTb2VwEFFFBAAQUU6IZAvIdzPrBDhca+ksKuuvGeToXTWlQBBRRQQIHhFDDwajjn1VEpoMBgBOJD4DuBl+ZOHx/cbZ/7gK/bPYsPFW/JPixeI9fwPGCr7OsH3T6Z7SmggAIKKKCAAlMQKBt8dXi6pprCqUa2qoFXIzv1DlwBBRSYvICBV5O3s6YCCiiggAIKKKCAAgo8T8AHcFwUCiiggAIKKKCAAgoooIACCiiggAIKKKCAAgoooIACCiiggAIKKKCAAgoooIACCiiggAIKKKCAAr0Q6Pf96ounwKu9JhjMzSlI6BvAvwN/nMTgOwVeRcDV3kCEQbUb/9uBc7IQq+XTOR9Ke49FUFLxWDoFRG2d+0GEJX0U+HmHPq+QBV6dmsK1WkUi7CsCllqhSfH916cQsAjUiiP2DTmuTZ/jZ+OFe70t7afWrjvvBuamH/w0s94GuHcS1vkqdQi8KgZ5fTYLUTsIiKCzdscrgdOBCI9qHZ2CpIrWNwAx5kc6tB37kn4shWRFkQh0+5dsD70fT9I51uWFWYDW2qn+CWltPD3J9qymgAIKNFGg39cvTTSyzwoooIACCiigwGQF/jGFXa1VoYFPAv+vQnmLKqCAAgoooMAEAgZeuUQUUECB7ghE8FSEW62fa+4XwIbAz7pzio6trATcDrw4V+KbQHywPJkPv3vcXZtXQAEFFFBAgREXKBN8FTdJHWbwVeWVYuBVZTIrKKCAAgoYeOUaUEABBRRQQAEFFFBAgS4K+ABOFzFtSgEFFFBAAQUUUEABBRRQQAEFFFBAAQUUUEABBRRQQAEFFFBAAQUUUEABBRRQQAEFFFBAAQUUUOBZgUHcrx6BQXum/S+WKjkXEYB1LXAV8ADwTIl67UKg5gG7ANFepyP2kZwJnJwrEP09s02F3YCzct+P8KgIrvrdBP1bNrWXD1jaGZiTqzcthTDNSN+7FNi9w/5n+RCkCFSKYKdWINL+wOw2/VkUODGNNX48XvsluJ8tUofAq3yQV1hsDtw6wSDWAK7I5mW5VK5TkFTVwKviPE4UkDWR9ZJpzUU4WTfnbaLz+nMFFFCgTgKDuH6p0/jtiwIKKKCAAgoo0CuBjVPYVbxvUfaIUPEzyha2nAIKKKCAAgqUEzDwqpyTpRRQQIHxBOJ3aaTzxoelreNpYPv0wWg/9OKD3i8CC6eTxZvbpwH79ePknkMBBRRQQAEFFJiEgMFXk0CboIqBV903tUUFFFBg6AUMvBr6KXaACiiggAIKKKCAAgr0U8AHcPqp7bkUUEABBRRQQAEFFFBAAQUUUEABBRRQQAEFFFBAAQUUUEABBRRQQAEFFFBAAQUUUEABBRRQQIHRERjk/eqvBj4CxD5fZYOvYma+BRwDfGOC4Kt2gVcnAR/LwraemmCK35zCtVrhR0dk+5DNKtQpBg89lPZHu6Xk8nkHcEEuYKld4FQEb52S2vspECFH97ZpPzak/mr6foRY/QU4Mv07grqinQWFeq9IAVsbpO93CsYqOZxni9Uh8Crfh7KBVzGfpwOxqffd6esrwJMFgKqBV/kwsmiq03yUdS4Gld2V1t3PyjZgOQUUUGAIBAZ5/TIEfA5BAQUUUEABBRRoK/ChDmHfnbgeSe/pXKenAgoooIACCnRfwMCr7pvaogIKjJ5ABFt9CYgP11rHCcDh2VcEX/XriA9748Pa1vEnYDfg4n51wPMooIACCiiggAKTECgTfBU3q8WNeHdOov1RqmLg1SjNtmNVQAEFuiRg4FWXIG1GAQUUUEABBRRQQAEFQsAHcFwHCiiggAIKKKCAAgoooIACCiiggAIKKKCAAgoooIACCiiggAIKKKCAAgoooIACCiiggAIKKKCAAr0QqMP96hEgtCawSRbm9B5g5ZIDPSftmfHbDuXbBV7FOb5Wov0yIUWrABFStWJq71xgH2B+ifajyLQUsBSBX3G0C7RaA7giF4q1cwqpyp8i9r2MvUNagVzT0w/npv+9DdgRmFfo1zqZe2xKHf0oGwpVZmh1CLzKB4BFn7+QjH5fZgATlKkaeFVcJ0cD8VV87VXpWuzDF6FvccTcxbr+bpUGLKuAAgo0XKAO1y8NJ7T7CiiggAIKKKDAcwRiz/eDK5jE/qXxfsaPK9SxqAIKKKCAAgpUEDDwqgKWRRVQQIE2AhHQcBnw6tzPbgU2rfBhbrdgXwx8Gdgo12B8aLkW8PNuncR2FFBAAQUUUECBHgkYfDV1WAOvpm5oCwoooMDICRh4NXJT7oAVUEABBRRQQAEFFOilgA/g9FLXthVQQAEFFFBAAQUUUEABBRRQQAEFFFBAAQUUUEABBRRQQAEFFFBAAQUUUEABBRRQQAEFFFBAgdEVqNv96rGH41LAm4ENshCfzYDYN6PTcQ2wd5swpyhfDCZqFyjVqd2XpmCp2PMsjjOBmcCCXIXtgItz/94zlauymqLNU3IVtgcuyf37ZcD5ySG+PTttQP1krsySwFnANsA9QPRrsVwYV7swq2JI1vVpo+o/VOl8h7J1CLx6TRacdlEKUmt1MwK/LgCuBO4rzGWVYVcNvIpgsW/nTnBoNj+xkfhUjqJx2SC3qZzTugoooECdBOp2/VInG/uigAIKKKCAAgpUEfi79L5DvJdQ9oh92iPs6i9lK1hOAQUUUEABBaoLGHhV3cwaCiigQEug+AFrfP93wOrALwfE9Bbg34D4ELN1fAfYcAofWg5oKJ5WAQUUUEABBUZUwOCryU+8gVeTt7OmAgooMLICIxx4VbwxcGTXwBQH3oTPGKY4RKsroIACCiiggAIKVBDwAZwKWBZVQAEFFFBAAQUUUEABBRRQQAEFFFBAAQUUUEABBRRQQAEFFFBAAQUUUEABBRRQQAEFFFBAAQUUKC1Q9/vVWwFYERr0QeBdbUZ2BnAgML/ws2IwUSsM6oESOmUCr4phVZMJHXp3Fug1N9ef/VOoVetbCwOzsk2kD0nfuAmIsKPf5Oqskgu3inCsCABbJG1YvUUqVwzjyodkRZE4x9HA0yVsJipSh8CrWDcfBj7VobMRAnYrcAPwVeAnwFMTDSz9vGrgVTEYbecUplbydG2LFY270eZU+mNdBRRQoN8Cdb9+6beH51NAAQUUUEABBSYjsFJ672CNCpVPyvZiP6hCeYsqoIACCiigwCQFmrAZpW/QTHJyraaAAj0XOBXYN3eWJ1NqbwRODfLYFTgNWDzXiU+mD7rdzHmQM+O5FVBAAQUUUKCKQJngq68Bh2Y3+t1ZpeEhLmvg1RBPrkNTQAEFeiVg4FWvZEem3SZ8xjAyk+FAFVBAAQUUUECBGgh4f0cNJsEuKKCAAgoooIACCiiggAIKKKCAAgoooIACCiiggAIKKKCAAgoooIACCiiggAIKKKCAAgoooIACQyjQpPvV49nL2DMjgpnywVcRXrQ1cGNhfnodeHU4cEzunOumEKUqyySCvL6dq3BECp/Kt7FxCmWK78VYI1jru7kC+fCjVmBWMSjrTCACuhakevmQrPjWZMK6Oo2zDoFX0bfYKy72TomviY55wJXAZcDtOad29aoGXvUinKoYlGbg1UQz7M8VUGDYBJp0/TJs9o5HAQUUUEABBYZDYNMUdrV0heH8K/C5CuUtqoACCiiggAJTEGjCZpS+QTOFCbaqAgr0TGC3FCoVH+i1jjOAvXt2xmoNHw8ckqvyFPAe4KpqzVhaAQUUUEABBRQYuIDBV+WnwMCr8laWVEABBRRIAgZeuRSmKNCEzximOESrK6CAAgoooIACClQQ8P6OClgWVUABBRRQQAEFFFBAAQUUUEABBRRQQAEFFFBAAQUUUEABBRRQQAEFFFBAAQUUUEABBRRQQAEFFCgt0MT71acBpwC750Y5Gzg4Czd6Mve9YQm8Wh64MAu9WjuNbU8gAqziWBQ4MYVZRRjW5rnQre2Ai1O5m4AIXvpN+vceuU2qiz8rvXg6FKxL4FV0byHgbUAEgeVD0sYb433ZD48CrgCeaVOwDoFXxaA0A6+mumqtr4ACTRNo4vVL04ztrwIKKKCAAgoMr0C8r/DZCsP7PTADuKFCHYsqoIACCiigwBQFmrAZpW/QTHGSra6AAl0XiNCF+IDvVbmW7wA2ABZ0/WyTa3BJ4N+ATXLVHwZWB34xuSatpYACCiiggAIKDFSgTPDV11Po550D7engTm7g1eDsPbMCCijQWAEDrxo7dXXpeBM+Y6iLlf1QQAEFFFBAAQVGQcD7O0Zhlh2jAgoooIACCiiggAIKKKCAAgoooIACCiiggAIKKKCAAgoooIACCiiggAIKKKCAAgoooIACCijQf4F+3K/+omwPsYOANYAIC5oPREDPI1MYbrQV+5Utl9q4Jm2+/FiuzWEJvCqOI8KuZqZ92V4BzEn7tN0G7AjMSwarAJdmP18RyIdhFdtrFxY2hakZC9a6INfAEcCsqTRYqLsycAmwavp+mfbjud1lgXcA2wIbAhGc1ukIr9gA/CKg+BqpQ+DVu4G5uc4beNXFBWZTCijQCIF+XL80AsJOKqCAAgoooIACFQU+DhxYoU7sDR9hVz+pUMeiCiiggAIKKNAFgSZsRukbNF2YaJtQQIGuCSyefRh9LbB+rsVfAVsA93btLN1p6PXAdcA/5JqLhOHtgf/qzilsRQEFFFBAAQUU6LuAwVedyQ286vty9IQKKKBA8wVGOPCq+ZM3mBH4fv1g3D2rAgoooIACCijQFAGvF5syU/ZTAQUUUEABBRRQQAEFFFBAAQUUUEABBRRQQAEFFFBAAQUUUEABBRRQQAEFFFBAAQUUUEABBRRolkA/7ldfEjgL2CbR3ANsBzwwBaqlgQuBjVIbsQdYBC3lQ7R6HXgVoVOn5MawCfC1imMKh4tzdSJkKQKtikc+RCofbLVO2g8twpvyQVhRv+jeavs1KchpzXSS6cCVFfs9XvE6Bl4V+7so8NoUFBbhUeFYDMCK4LBYs3cWKlcNvOpFOFXR2MCrLi5gm1JAgUYI9OP6pREQdlIBBRRQQAEFFCgpsFj2d/D5KQS6ZJWxsOkIu/pr2QqWU0ABBRRQQIHuCRh41T1LW1JAgdEQOA3YJzfUBcBu6UPROgr8S+rbQrnOzQKOBp6uY4ftkwIKKKCAAgooUFKgbPDV4cB3S7bZ9GIGXjV9Bu2/AgooMAABA68GgN7sU3pDZbPnz94roIACCiiggAK9FvB6sdfCtq+AAgoooIACCiiggAIKKKCAAgoooIACCiiggAIKKKCAAgoooIACCiiggAIKKKCAAgoooIACCoymQD/uV49woROBCIhqHe8FLpsC+UuBOcCmqY1BBF4Vg4w6hVWNN8xiaFan8KlVgEuzMa+YGmuFa+XrF8+/MBD7oh2S6pwBHABE3bnpe7dnwWM7AP85hbkoVm1C4FWxz0sAsSYPyvaWWzn3w/2z4LDZhcJVA68iTOvbuTYOBU6YonfReDJha1PsgtUVUECBgQr04/ploAP05AoooIACCiigQBcF/imFXb2lQpvxPk7r/YQK1SyqgAIKKKCAAt0SMPCqW5K2o4ACoyCwDfDlwkA/A+wHPFNTgPg9f3LhA/S/ADtO8UP0mg63L90qfnDQl5N6EgUUUEABBRSYksDXs7DPUQi+MvBqSsvEygoooMBoChh4NZrzPoVRe0PlFPCsqoACCiiggAIKjICA14sjMMkOUQEFFFBAAQUUUEABBRRQQAEFFFBAAQUUUEABBRRQQAEFFFBAAQUUUEABBRRQQAEFFFBAAQUUGIBAv+5XLwb0xJ5je2T7jD02yTG/Pu1b9rpU/6y0Z9mfcu0Vg4nuAbbLAp4eKHHOYqDWmWm/sQW5usUQqnOBfYD5JdqPIksC0e/Ygy2On6b/f2+b+sWysdfHqUDs1TYjs3wI2DL7uqtQNx/KdRPwPuBfc5tWtxtXye53LDbowKtpwOZAbOQdX2HyMeDJEgOL4KgIFos24miFhP15nHXVLmwtf6rYWPzfgDekbx4NxNdU9lyL+T8mtfdECjH7bonxWUQBBRQYFoF+Xb8Mi5fjUEABBRRQQIHRFYi/j88H4n2Oske8X/P5soUtp4ACCiiggAK9ETDwqjeutqqAAsMn8Frg+8ASuaF9M33o+mjNh7sQEB/wrZ7r538AW5T8QLvmw+t796by4WvfO+sJFVBAAQUUGEGB+G91p791bwQOS9dGw0hj4NUwzqpjUkABBXosYOBVj4GHr3lvqBy+OXVECiiggAIKKKBANwW8Xuympm0poIACCiiggAIKKKCAAgoooIACCiiggAIKKKCAAgoooIACCiiggAIKKKCAAgoooIACCiiggAIKtAT6db/6a4CLgDVz9AdnwUInZ/tVPFVxOhYBou6sXL3dgbML7fQ68KoYQhWhU9sDt5QcTzFcKYKWYhx/7FB/ZrZX2ynpZ1H2k0AEVq0KXJ+Cr/5QqJsP5YpgpJ1T4NVmqVz8e07J/pYtNujAq+K8fD0FfcX8THSsDFySTKNsNwKvXpGMN0gnbxfONlG/8j9/QXrd7JW+GYFese5+VqURyyqggAINF+jX9UvDmey+AgoooIACCoy4QPzdeHoFg9+l9xa+VqGORRVQQAEFFFCgRwIGXvUI1mYVUGCoBF6UPiRdJzeqh4GNgPsaMtJXAXcAy+b6e1P2vXcCCxoyhrp008CrusyE/VBAAQUUUKC9QFynLdMB5wbg2Ow67ttDimfg1ZBOrMNSQAEFeilg4FUvdYeybW+oHMppdVAKKKCAAgoooEDXBLxe7BqlDSmggAIKKKCAAgoooIACCiiggAIKKKCAAgoooIACCiiggAIKKKCAAgoooIACCiiggAIKKKCAAgrkBPp1v3rszfhh4FO5c0cA0ydSiNP8krOyELBjCiKalurcmoKcHiy00evAqzjdbkAEGLWOucAeWahUbBI93hF7lkVY1fRcoXahXfk2Yq+267Kwoxj3T4Evpb0+oswJwOHZ19OFkxbDn64F1ktt3A9sm339sKR92WKDDryKtRbhYBGm1jpmpNCpifY5K4aQ7Q/MnmBdxZ4rMeZHOgD9PfDpFGYWRSKAK9bw78uCFsq9BDgf2CJ9f6KgtEmexmoKKKBArQX6df1SawQ7p4ACCiiggAIKjCMQ77d8tILQd1PYlWHKFdAsqoACCiigQC8FDLzqpa5tK6DAMAjEh8bHZ6FQB+UGEx+UbgVc3bABxgeHX8zGs2jqd7wB/pn04XrDhjLQ7k70QfBAO+fJFVBAAQUUUKCtQNxEdRQQN/8N82Hg1TDPrmNTQAEFeiRg4FWPYIe3WW+oHN65dWQKKKCAAgoooEA3BLxe7IaibSiggAIKKKCAAgoooIACCiiggAIKKKCAAgoooIACCiiggAIKKKCAAgoooIACCiiggAIKKKCAAgoUBfp5v/rSKeRp60InvpeCsCLM6bEOU7QI8Lq0WfP7cmUiNGtP4CKgOJZ+BF61G9PlqZ8/7zCWFYBTc4FFUSzqRFDWeCFIywHnARuldh/KPON7cURw1pVtzrcwMAs4pM3Pcjxx+AAAIABJREFUIjRpbyAMu3kMOvAqxrIKcHFaM/HveWmsscae6TDYf0rBVBF61aqzDXBnoXxxXUVw2PbAveMghn/suRdHhJVFu+OVH28+/jGN7c2p0NFAfLmHWzdXsW0poEDdBfp5/VJ3C/ungAIKKKCAAgrkBeJv1guyvznfU4El3lOJoOhiiHaFJiyqgAIKKKCAAt0WMPCq26K2p4ACwyawXfrALD+uE7IPAo8AnmrgYE8H/jX70K/1+/+/04eb8eGwhwIKKKCAAgoo0CSBN6ZrsriZrdPftt8APgZ8t0kDm0JfDbyaAp5VFVBAgVEVMPBqVGd+0uMexRsq35FujoiHKdbtc4jqMumBji2BuP5dOc1cPLBwD/BN4Ir0AEM/b/B/CbA28E7gDVkfVgOmpb49APwMuB24AfgB8GSFFbdONuZv58rH+7DxkIpH7wSKD61UOVM8IBRz/Ahwc7Yuvgr8pKHvnVcZd6ey8Rq9JHtoa9VUwPXbDdVqbcQDgfHQ06Hp9/XOwIO5Jl4JxANubwfOAA4E5lc7haUVUGACgVG8XnRRKKCAAgoooIACCiiggAIKKKCAAgoooIACCiiggAIKKKCAAgoooIACCiiggAIKKKCAAgoooIACCvReoN/3q68IfAZohQoVRxj7WHwf+EX6waLAW9KzRcu34TgKOAlY0OZn/Qi8itNGENcXgTVzfXgU+BxwbXo2LH60Unp+MAK6lsqVjecGdwUiOGm8o1N4VTwXGXu6xXOI7Y53Z89Szm3zg+jHmT1YYsXAqzC4ZZLn+Uvaq+63ufplnjcLq/3T2sif+svp2dZYY7FmFsqei3pt9szUxsBu2Tzm19jhwIltnuuLvViOTF+ttsP+K9k5Hwd+DcR5ou+tI9qP5wRbR6eAsjJM3WyrzPkso4ACCtRRoN/XL3U0sE8KKKCAAgoooEBR4J/T37yxn1LZI8KZY19RDwUUUEABBRSomYCBVzWbELujgAK1EogPjy8tfLAXm8i+F3isVj0t35m/Sx8mbpCr8p/Au4AflW/GkgoooIACCiigwMAEygRd3ZjdiHXYCAVdtSbDwKuBLUtPrIACCjRXwMCr5s7dgHo+ajdULpsegogb8uPoV+BVPAByAFB8GKTTtEeYfVz//rLH6+LVqV+75AKuJjplPPxwGnBuyVAZA68mEu3+z6cSeNWuN99LYUMRQPxM97tb6xbLPIBU6wFU6Fw8IBWBgH8PXFmhXq+Lbg98Pv2OmgHMyR7IKv63K36nR+hVHPF79qI2ZXrdT9tXYJgFRu16cZjn0rEpoIACCiiggAIKKKCAAgoooIACCiiggAIKKKCAAgoooIACCiiggAIKKKCAAgoooIACCiiggAJ1EhjE/eovB47LQq0+MAWIJ9KGzPHMSz5YKN9kvwKv4pxvBT6bgrmqDOtW4MMp5KtMvXbhVfFMz97Zc4ph0u5YJe35FmFjreMhYMvs664yJ61Yphh4VbH6c4q3C/Mq+7zZ4inwaq9JdCDm8qBxTDuFiMWpbgDC4JHceV+Rnslq7VF3AhCBWk9X7FvscRobkc9K9W7LAtV2zALT5lVsx+IKKKBA0wUGcf3SdDP7r4ACCiiggALDLbBFCrt6cYVhfhA4q0J5iyqggAIKKKBAHwUMvOojtqdSQIFGCSwDfCkLSdgs1+s/AmsBP27USJ7f2QiJ+Eo2vtfkfnRL2pyy6oeKDaew+woooIACCijQIAGDriaeLAOvJjayhAIKKKBAQcDAK5dERYFRuqGy3QMC/Qi8igcxPgNsUnFubk8PevTioY0Itnkv8Alg+Yr9ahUv+zCLgVeTBJ5CtW4HXkVX4oGjeBBldhbG9tQU+ta0qmUfQGrauIr9jfC7o4H3ATunB5jqMKb4/RkPva0JfBnYA3isTceWSEF80f94kGwH4P46DMA+KDAkAqN0vTgkU+YwFFBAAQUUUEABBRRQQAEFFFBAAQUUUEABBRRQQAEFFFBAAQUUUEABBRRQQAEFFFBAAQUUUECBRggM6n71eL7ubcD+wLsqSMUzVpem5/Jiz7Ji//NN9TPwKs67dPYM2AFABCxNm2BMjwKfAz6VPcP4+wrjj2cRLwTWztUJw3jmrNOxZNrAeptcgTDcHYj937p91CXwKsYVa2DP7Hm8w4ClSgw0gqM+DpwzTpBaNDNemFa7kK6Fs7V6ZAq5ivrXAzOAP5ToU75IcS5j3g8GnqzYjsUVUECBpgsM6vql6W72XwEFFFBAAQWGU2Df7G/eUysMLUKw42/SGyvUsagCCiiggAIK9FnAwKs+g3s6BRRohMAiwHHAgbneRhBUfAh6RSNGMHEnYyPH04EX5Yp+Evh/E1e1hAIKKKCAAgoo0FeBMkFXX89uwDokuznwzr72rH4nM/CqfnNijxRQQIHaCxh4VfspqlsHR+WGyngwIN4bPKowAb0OvFoWOBOYnjtv62GQa4GfAM8AETbzTmC3QgBVhF7t2uXglvgcKcJg4oGU4oMr8UBEPNAQ1+Gthwxemt0ksl72EMNabRZvmf4ZeNX/V327wKsIXftVya78E7AqEH+75Y94ICsesLlogoexSp6mEcVGIfBqjSxQ6rrcQ1N1CbxaLH2uEw/axdqLz3O+Os6qWR+4OPuduxzwheyBt5nZ5yPzG7HK7KQC9RcYlevF+s+EPVRAAQUUUEABBRRQQAEFFFBAAQUUUEABBRRQQAEFFFBAAQUUUEABBRRQQAEFFFBAAQUUUEABBYZLYND3q8ezdvEM4AbpGbqVgBULz/h9F4hwqxuAb2SBUg+XnIJ+B161urUMsCWwUXo+LJ6PiuMB4DtAPNcYY3m85DjyxYpjimd+NgduHaetCFualfYPaRWL54UiLGm8wLBJdG+sSp0Cr1pjWCKz3zQ9QxrP7uWf1Yz19f1sruYmx7LPQ8WzVxHW9v4UQJYP1Gr33Gw8QxZ77cWzV2XmrZ3/m4Grcm1s7Qblk12m1lNAgYYLDPr6peF8dl8BBRRQQAEFhkjglLS3R9kh3ZbCrn5etoLlFFBAAQUUUGAwAgZeDcbdsyqgQL0FdgTOyz74jA8/W0ds8BkpwMNyxO//TwEfzg0oNsuND5/jQ2YPBRRQQAEFFFBg0AIGXVWfAQOvqptZQwEFFBh5AQOvRn4JVAUYhRsqI9TpuA7vBfYy8Crei4yQreNzkxJhLfulB1zazdXyKdR+i9wPIzArglsWVJ3cDuWLAT5R7Grg6PRgRLyn2O6IhyoikOuwXDBOlIsHKfYAftehnoFXXZq4Cs20C7yqutYXAjYEPpHCr1qnj0C07dIDThW61NiioxB4VXyN1iXwahPg0hTMdy6wzwQBVvGQ1knpM5J46GpG+v3U2MVnxxWokcAoXC/WiNuuKKCAAgoooIACCiiggAIKKKCAAgoooIACCiiggAIKKKCAAgoooIACCiiggAIKKKCAAgoooIACIyPg/eojM9UOdMACiwOx514EZMVxeHrutmzoWOxvF8+5npzqX56eN31swOPy9AoooMAgBLx+GYS651RAAQUUUECBOgm8CDgf2KpCp+akfUDK/h1aoWmLKqCAAgoooEC3BQy86rao7SmgQNMFIljha8BLcwO5C1ivi5vE1sUoNp2NDWY3yHXoD8CbgV/UpZP2QwEFFFBAAQVGTqBM0FVcrx0K3DlyOuMP2MArF4QCCiigQGUBA68qk416hWG/oXIF4JPA1h0mumoIUJX18hrgImDNVOl2YNcsLOj+CRp5Zbqp4+2p3EPpBo87qpy8Q9kI4ToyPYzQKnJGCuaaX7L9twKfLYQgfQg4K2u73U0lBl6VhO1isW4EXrW687q0jlfN9e8AYHaH+e7iMGrRlIFXg5mGlwAR9rctEOFV8Tv8xhJdWQO4Iqu7HHAl8EHg4RL1LKKAAhXen8pCMptwT4pzqoACCiiggAIKKKCAAgoooIACCiiggAIKKKCAAgoooIACCiiggAIKKKCAAgoooIACCiiggAIKKFB/gWF/vrH+M2APR0ngPcBX0oC/DrwPiOdXyxzxvNfZuWd1dwZis3IPBRRQYBQFvH4ZxVl3zAoooIACCijQEnhD2hcpvw/NRDrHFvY6mqi8P1dAAQUUUECBAQs0YXMh36AZ8CLx9AqMkMDiaRPE1qayMfRHgfWzjRJ/OKQOrwJi89yX58YXARLvykIknhzSMTssBRRQQAEFFKingEFXU58XA6+mbmgLCiigwMgJGHg1clM+1QEP6/v1iwHvBY7IwnoisKbT0cvAq52AC3InHi8Uqti//IMD8bMIhz1hqpOdQmDOAzZKbcX7iDsA/1mh7fgcKsZ2fq7O9cAM4A9t2jHwqgJul4p2M/Aq5nsmcHKub5cCu2ff/2OX+lvnZgy8Gszs5H9/npv9btkHKBPKV1z7VX7vDmaknlWBZggM6/ViM/TtpQIKKKCAAgoooIACCiiggAIKKKCAAgoooIACCiiggAIKKKCAAgoooIACCiiggAIKKKCAAgooMLwC3q8+vHPryOonUAytimdwLyvZzQ2By7PnDKcBVcOySp7CYgoooEBjBLx+acxU2VEFFFBAAQUU6LLAu9N+Q0tUaHc34JwK5S2qgAIKKKCAAjUQMPCqBpNgFxRQoDYCnwX2AFq/G5/JNm/dpbDRbG0628WObJk+SFwk1+aJwCFdPIdNKaCAAgoooIACnQTKBF19FfhYFsp5p4zjChh45QJRQAEFFKgsYOBVZbJRrzBsN1QuBKwNHJQC4PPzew1wVwrBan2/V4FXiwLxflwEBcXxU2Ab4N6SC+6fgH8D3pDKn5naWlCyfqdiqwARVrRiKjAbODgL1HqyYrvFBxueADYBvtumHQOvKuJ2oXg3A6+iO8V1cw+wXRaW9kAX+lr3Jgy86v8MLQN8AYgb3eKo8uBUlN84++9AvOcQhw9P9X/+PONwCgzb9eJwzpKjUkABBRRQQAEFFFBAAQUUUEABBRRQQAEFFFBAAQUUUEABBRRQQAEFFFBAAQUUUEABBRRQQAEFmifg/erNmzN73GyB6Wlz8giuOg/YF3h8giEtDnwGeH8qt3P2jOqcZjPYewUUUGBKAl6/TInPygoooIACCijQUIH9gE9V6PuvgRnANyvUsagCCiiggAIK1ETAwKuaTITdUECBgQvsCHwRiM1lW8cJKVih+EbxwDvb5Q4sDBybNqttNf1n4APARV0+l80poIACCiiggAItAYOuur8WDLzqvmltW7z11ltZd93I3PjbscceezB79mxe+MLIK/DolsD8+fO56qqruPzyy7n99tuZN2/eWNNrrbUW//zP/8ysWbN4xSte0a3T2Y4CAxEw8Gog7E0+6bDdUFkMp2nNzRnA4cDmwAW5CetV4FUEQp0PbJHOdUMWerVTdvP/IyUXy0vTDf+bTrJ+p9MUw6eOBuKr6vul8VlUBNjOyp2o00MKBl6VnPQuFut24NXSwIXARqmPD2XhcVumALkudruWTRl41f9peU8W9veVdNqb0u/O31ToxnLpYavWevUBqgp4FlWgg8CwXS860QoooIACCiiggAIKKKCAAgoooIACCiiggAIKKKCAAgoooIACCiiggAIKKKCAAgoooIACCiiggAL1EPB+9XrMg70YHYElgNOA9wFPAFsDN04w/DWAK4B4buvLsRUG8NjokDlSBRRQ4HkCXr+4KBRQQAEFFFBg1AQi6CoCr8oe305hVw+WrWA5BRRQQAEFFKiXgIFX9ZoPe6OAAoMR+EfgTmDJ3Om/CsTGhr8fTJf6ftYY+zVAbCjbOn4G/Atwd9974wkVUEABBRRQYJgFygRdxQb/h6VrtGG26PbYDLzqtmiN26tz4NWDDz7I1VdfzW677dboAK4It5o5c+ZY2FW7Y4MNNmDOnDkGXtX4dWLXygkYeFXOyVLPCgzbDZXFcJoHUqBT3ET/VApO6Vfg1fuB9dN7lPcDHwUWlFx7kb44B9gglb8U2B34Y5v6EeR1TO77RxSCqPJV3gxclR4siO9HKNfe6cGEkl17tth2wMcz058CzwAXAee2aWS8wKtlgK1SeNLawFLAo8BtqZ/xEMTDVTsGLAKsmQLHItRsNWBaGucPgJuBK9P7pLEu2h1R/vR0A038PPq0I/C3tMzOR3ENnpVu2vnTOHUWBU7M5ndmKnN9Ou8fJjH2qNLtwKtiAFs8yLIJ8N1c/4rjboXJvTqb0w8DEWK0fDKP960vyd6r/lFaO+2GGWsjQrUitCj+5oz244jXdLy/Hev465NcH9FOu7UXc3s7EBeL1wKPp/NGX1dN5+/0+iqu8yohS/nX8D1AvLZinBMdMc/rZR7Tgbcmp6JR/C3eLmivUzhgu3N2CgaMz6RjTuM1/PZkFP+OI+YoxhBzFHNV9nW8OPAZIH5/xnFCCit8eiKM3M+LgXwxn7v5EFUFQYsq8HyBYbtedI4VUEABBRRQQAEFFFBAAQUUUEABBRRQQAEFFFBAAQUUUEABBRRQQAEFFFBAAQUUUEABBRRQQAEF6iHg/er1mAd7MVoC8SxcPL8az4Kdlz1/tm96lq6dQv5ZxYfSHn7fGC0uR6uAAgo8T8DrFxeFAgoooIACCoyKQIQmx95E764w4CgfIcseCiiggAIKKNBgAQOvGjx5dl0BBboi0C7o6T9T0FOEYI3S8apsU9C7sg0iX5Yb9NXALmnj2FGycKwKKKCAAgoo0H0Bg666b1ps0cCr3hvX5gx1DLyaP38+n//85zn22GPZdtttmT17dmMDr2IsEXb1hS98oeOcz5gxg9NPP51p0yLfwkOB5goYeNXcuRtQz4fthspWiMsKWaDNGVnI0clZoNPvc7Y7Af0IvJrqdBaDqWIsBwB/btNwlcCrYpBWBBftmcKqimthqmNo1W8XePXJdN4IxY2Qq05HhF8dC3yuZFjYQsA7gOOB1UsM4FspLCwesIjQruIRAVSn5L4ZIU9fm6DduElnbq5MmaCs4rzEnB4HTHZOuh149Y/AxVlwUazLONqFMrULvFoY+HwurCpPF0FIcYNSPOSSP5ZOa32vFFI2Hnesj1gbnyq8zserE4FKH0qBzOOtvQhr+kj2Xnp8tlC3wKuY3xhDrM9WwNR4r6EI6Yrgtb/kCk018Oof0muzzE1m8Xum3e/jdn0u/u6LMK8Ip6t6bJiCy+LCPtZYhHLdUbURyyugwLMCw3a96NQqoIACCiiggAIKKKCAAgoooIACCiiggAIKKKCAAgoooIACCiiggAIKKKCAAgoooIACCiiggAIK1EPA+9XrMQ/2YrQEFknP8J2Y/W88+zWj8ExkXmP99Gzhcum5zSOzZ/OeGi0uR6uAAgo8T8DrFxeFAgoooIACCoyCwKop7OoNFQZ7dFb2qArlLaqAAgoooIACNRUw8KqmE2O3FFCgLwLxQdqsbOPXgwtn2xmY05ce1O8kO2SbXn4RWCzXtZOyDWIPql9X7ZECCiiggAIKNESgTNDV9cChwN0NGVNdu2ngVV1npgf9qlvg1WOPPcauu+7K3Ll/y2vYY489Gh14Fb6bb745TzwR91z+7VhzzTXZaKONxgKunnzyybH/3XfffVl44chm8FCguQIGXjV37gbU82G7oTKCeSLs/WzgwTamTQi8is95IsgmwrpaR4RSndlhjVQJvIr/yMUDBVGndURoUDyY8CXg4R6sw2LgVQQURT8+WOFc0eePFwJ7itUjyCj+BomvKkdcHESo1qfbtF8M39kfmD1O4zGueH/6kEKZt2VBXLeMUy8fzhP92Rq4scogCmW7HXi1MfDV3Dni7714iOUPue8VA5T+NXsNvj8uuTqMIwLcwjL/O+itwGezoKK46anKcWtcrgI/nKDSssBpWbltSzYecxHrdTOgdQNWhEfFHBeP4jqv8plE/jXcLkwsf66qY2jVjfX9MWB++sZUAq+ibvyOjTFXOWKedgMiTKzTkQ+ZuwvYHvhZlZOkshEEdmG2btdO/55qiNwkumAVBYZKYNiuF4dqchyMAgoooIACCiiggAIKKKCAAgoooIACCiiggAIKKKCAAgoooIACCiiggAIKKKCAAgoooIACCijQYAHvV2/w5Nn1RgvEc2rxzOp04Mr0vGfx+dKXpDLxPN41wO7Abxs9ajuvgAIKdEfA65fuONqKAgoooIACCtRXYKsUdvWiCl2MPWZi7yIPBRRQQAEFFBgCAQOvhmASHYICCkxaIP4gujRtmNpq5Li0ievTk261+RVPB2KD0dZ/IxakDUDPb/7QHIECCiiggAIK9FHAoKs+YqdTGXjVf/OBnbFugVePPPIIO+20EzfccMOYSdMDr8477zx22SXyT/52HHLIIRx55JEstlg+G3hg0++JFeiqgIFXXeUchcZG7YbKJgRevQ64KBf6c38K6OkU5lMl8CrW9IrpppJiEFGE+0TI0peBm9KDB8904UVQDALKN3lfCs6JMKV4GCKCmlZP711umisYfdumELqUb2cRIAKUIrgrf8SFzBzg28DjwBLA+il0Z71C2YNTyNhTue+/LFlF4FEc8X7q3tm5/jdB87mNvCKdb4NC2+MFZcV7thFE1ApRCvtYp7+Zgn03A6/CLEKi3pfrT/T16Cw4Lf+ee6cApXkp2Oor2Tj/mtZ1vI8fAUz54KNY918sBGRFGFsETl0L/CSdf6X0eojAraVyfbod2BWI10u7IwLRTsrW2V6FdRU3S8W8/kcWfBbrKF4XEcb2rg7tDDLwaun0gFAEorWOWIuXp3UXYVmxfl+bAsni4ndarmx+jcdY42cLpdfcdblyHwIuK5zjyfTvduvh6nTTWQRUxessjlcDWwD7FebpM8CBQHxGUTyiP/FZRsxtmdfbeC+R4msgPjeKB6r+OIXXlVUVGGWBUbteHOW5duwKKKCAAgoooIACCiiggAIKKKCAAgoooIACCiiggAIKKKCAAgoooIACCiiggAIKKKCAAgoooEA/BbxfvZ/ankuB5wq8Je3Xtzzwkew5sFOzvfpar8l47jGec4xn7+IZwXhW7WYBFVBAAQXGBLx+cSEooIACCiigwDALzMz25zmlwgB/kfYJuaVCHYsqoIACCiigQM0FDLyq+QTZPQUU6JlAbKj5rWxDxNj0sXXEBq3Tgfk9O2szGo5E5K8Ba+W6+ysgNo39UTOGYC8VUEABBRRQYIACZYKuYnPs2KT97gH2cxhPbeDVMM5qhzEZeNXbyZ41axZHHBH5BDBt2jSuu+461lkn8jc8FBg+AQOvhm9OezyiUbuhsu6BV+1CeU5O19p/6eJaeFsKqIkHETod8RBChC9FGNVtWVhMvJ+YD4Mq251OgVcRTnV8h/CoCL75OPCvuZPEwxIRlNPOYXvg87lwnwhK+ihwYYfykXi5cwpiagUCRXBQBO3MzZ1z4eym4yOzYKcIFYsjAoW2KwQ15R1irPG3UT5kKH5+Vgr++VMbtCXTzyPQK44T0vnyYVJlrVvluhV4FeM4FIigpNbxEBCBVXcUOtUu8KrsgyztgpwixCnm8OcdBr9CeoAmQpVaR4S17ZFZP9amTvG1HwFZ+2bBVne2ubE8wqCifNyAlQ/VimYHFXgVn/9+GPhUbmyxHiOALV6f7X6Xvx04JwsSa73OYz5incWYi+s2QuFaR7w2Iiiu3VFc47E+wqnT76f/m9Z3K2Av1s+W2VeEYxWP4hqKULX4Ko6t7OshfxPdT9PY7y1b2XIKKPAcgVG7XnT6FVBAAQUUUEABBRRQQAEFFFBAAQUUUEABBRRQQAEFFFBAAQUUUEABBRRQQAEFFFBAAQUUUEABBfoj4P3q/XH2LAoooIACCijQPQGvX7pnaUsKKKCAAgooUC+B2Nsn9mIpe0QwcuzV88uyFSyngAIKKKCAAs0QMPCqGfNkLxVQoLsCLwMuBWKj1tYRm1pGwNNPunuqxrYWG0tG6NXLcyOIgLCNx9mMsrGDteMKKKCAAgoo0DWB2HD6x+O0diUwq82G2V3rwIg3ZODVCC0AA696O9n5wKtVV12VSy65hJVXjl9xHgoMn4CBV8M3pz0e0ajdUFnnwKsI2TkAiCCo1hGhPLtmIUv392AdrJau5d9Vsu1WAFaECsX7io+XrNcu8OqMFF41f5w2XgNclAVItYJyInwr5u83hTrLAecBG6XvR3DVnqnueEE58XnaDtn7pZ/LBVTF3zcfBB7OnSPeP43Qr9YxHYhy7Y58wM41QCuMKQKJdszmMgyLx5uBq4AYRxzjtV+SnKkEXkXdeA95s7T2Vi+ctFMAW7vAq1jPs0sEFu2WQpFap4rQsQiu+t0EA142czszmbWKtgtrKq6RMkFc7dZHnGNQgVfF10OMIcLX4ndEpyPGEK+Z83MF4u/3CJHKB6oVX6PjBV7l1/hEAXCt074H+EquD/H6jHkrHsXX2nj9KPNaeHchwK4br60y57WMAsMoMGrXi8M4h45JAQUUUEABBRRQQAEFFFBAAQUUUEABBRRQQAEFFFBAAQUUUEABBRRQQAEFFFBAAQUUUEABBRSoo4D3q9dxVuyTAgoooIACCown4PWL60MBBRRQQAEFhk3gxWlvkrJ7EMX4z0370gybheNRQAEFFFBAgWyTMgOvXAYKKDBqAgsDnwBio8X84eaFz18J7wXmAIvlfnRK2kh31NaN41VAAQUUUECB8gI3Au8oFL8WOCzbWPzu8s1YchICBl5NAq2pVQy86u3MGXjVW19br5eAgVf1mo8G9GbUbqisa+BVu3CdssFNU1lm8T5h3GyyH7BehYYeTUFRnwJ+P0G9YpjOT1NQz0R/Syyawr9a7/t2CtcphtpEkE7UWVBiPIunQKYIuWodxfeVlwcuzEKv1k4FTsjCgg4vBAbFj6YBpwMzspChGGOUOQRYNXv/NeZyc+DWNn2KYKcI3YpjvGCsEsN5tki7wKsq9TuVHS+Iqhh49RCwZfZ11wQnXjKFXW2TykW97bO/QW8p2eFFyyaLAAAgAElEQVT4W/WCXGDYpcDu2Rr4Y65+MUjp+CyE68jsb9qnJjjHEsBpwPty5QYVeFX83VU2TOwlwNnA1mkM16c1+ofcmKoEXsW6PibVLRt4Fa+heF2G9w+A7wARCFc88mFa8bN1O7xmSi4NimFyh2afjcTr10MBBaoLjNr1YnUhayiggAIKKKCAAgoooIACCiiggAIKKKCAAgoooIACCiiggAIKKKCAAgoooIACCiiggAIKKKCAAgpMRsD71SejZh0FFFBAAQUUGKSA1y+D1PfcCiiggAIKKNBtgTemsKvXV2g49mxp7T1SoZpFFVBAAQUUUKApAgZeNWWm7KcCCnRLIDYQjc0SYxPP1hEbrRYDsLp1via3E+Fgx2WbvR6UG0S8ab4VcGWTB2bfFVBAAQUUUKCnAmtkm7Pfns5g0FVPqZ/XuIFX/fUe6NkMvOotv4FXvfW19XoJGHhVr/loQG9G7YbKOgZeLQTsCJyRQpNay+bg7N8nlwjl6cYyi8+W/g/wTmAzYMNCXzqd44EUhHsZ8EyHQsUwnfOzkKy9UwjURH2fKAAn3u+clYKloq0IlopgnwjtLXsUw5CKgVYRCnYS8OHUYLvAoPhRPvApQpc+CnwSaAU57Z/CtfL9KgZTVQnrGm98vQi8Ogf4GPDbDicuBl59Pa3riQLRVgHCa8XU7rnAPsD8khOYDxqLKhE2Fub3pvqxtqPfsU5aa6RT+Fi7UxZ/Zwwi8OoF6XfBXqmDxTGORxXjj6CnTYH7stf4HUC8XuO10jqqBF7lA9qi/tHAJyrMV6e+Fl/L0dd/ycLPflxyHbQrVlyT8Ts2gsL+PIU2rarAqAqM2vXiqM6z41ZAAQUUUEABBRRQQAEFFFBAAQUUUEABBRRQQAEFFFBAAQUUUEABBRRQQAEFFFBAAQUUUEABBfot4P3q/Rb3fAoooIACCigwVQGvX6YqaH0FFFBAAQUUqIvAe1LY1d9X6ND7Up0KVSyqgAIKKKCAAk0TMPCqaTNmfxVQYCoCqwGXA6/ONXJL2pD1qak0PMR1lwYuADbJjfFRYK20GegQD92hKaCAAgoooMAUBGIT6wjIvGsKbVi1uoCBV9XNalMjH7AUnTrmmGM4/PDDO/avSuBVvuyqq67KJZdcwsorx37u8Otf/5orr7ySa6+9lttuu41HH32UpZZairXXXpstt9ySrbbaimWWWaZtPxYsWMDMmTM588zIWhj/mGg8//M//8O8efO44oor+OY3v8k999wz9u841lprLd70pjcxffp01ltvPV74wnx+cfvzthvzSiutxL333sunP/1p5s6dOzbWt73tbbzzne/kLW95C/vvv//Yecsc440nxvKrX/1qzPSmm27igQce4O6773622Te+8Y1j/htttNGYcSff8frxzDPP8KMf/YjLL7+cm2++mTvuuIMnnnhibO5WX3113vGOd4x5xZjbhBl1bDrfbhh+73vfG3OaNm0aq622Guuuuy5bbLEFa665JossskgZKss0QMDAqwZMUr26OGo3VNYt8Cp++e6SgpAiuKd1REDNKVmQ018GtFwWzW4ueS2wfnqvNQKwlurQlwjOiWCqL3UI5yqG6RQDpcYb4kTz9ZJ0E8wWqZGbsvc4o85vKrgtD1wIrJ3qXAPMAB7LtZHvx0PZ30Vbtvnb6N3A3FQnLvpOjEvAXBhXuzCrYiDPzlnw05wKfe9UtFuBVzG38f7751IIcqdQs+hHcSxnZYb7AX+aYDzbARfnyuwJTHwx+txGi8Fo2wOXpCLFQKyqa6QYyDWIwKt4Tz/W6EbjrNGpLJsqgVcRiH1FNkfL5U4Y4VTxmUMEZP8kC9h6chKdKa7ZeO8h5vFnk2irVeWl6fUUYV9xVAnbm8JprarAUAqM2vXiUE6ig1JAAQUUUEABBRRQQAEFFFBAAQUUUEABBRRQQAEFFFBAAQUUUEABBRRQQAEFFFBAAQUUUEABBWoo4P3qNZwUu6SAAgoooIAC4wp4/eICUUABBRRQQIFhEDgA+GSFgTyY9uP5doU6FlVAAQUUUECBhgoYeNXQibPbCihQWeAFwDdTUFOrcvzx807g/sqtjVaFNwGXAbGZa+u4EYhk5cdHi8LRKqCAAgoooIACtRYw8KrW0zN+5/odePWqV72Kk08+mZNOOmksKKnTEQFKhx12GHvuuefzgqa6FXj1y1/+cuwc55133oQzGEFRRx55JNtuu+24gUvtAq8idGrvvfceC3AqHltvvTU/+9nPuO++2H9/4qNd4FUEXcU5jj322LEgqjJHBEnttddeHHjggWNhVRMdcY4IBDvqqKP41re+NVFxPvCBD3Dcccfx8pe/fMKyP/jBD8ZC1q6++uoJy0ao1oknnsjb3/72SoFaEzZsgYEIGHg1EPYmn3TUbqicKECpn3O5WAoEOgyoU9hVO4MIwFoJ2BrYrfC+YpSPVMsI7rq5TeVimE6nwKB2551ovophVZMJtFkSiHCmbVIHbstCe3ZMY2r1qRh6VAxlWhiYlQu32gT4WvY+dT7MqV3QUj4kK97T3jb7+mEXFmG7wKvPAL8q0XZcSD4A/DyyVCuEFxUDr2YDB5eoXwyratmV6OqzRfKO8c39U4hc/P9iWNSlmcPuWUjbH0ueoFh/EIFXRdt24Wklh9O2WJXAq/i9dRwQN661O+LCPD5riK/rs98XvwTGC0prtVEMr7shhdc9MoWBFQOvutHmFLpjVQUaLTBq14uNniw7r4ACCiiggAIKKKCAAgoooIACCiiggAIKKKCAAgoooIACCiiggAIKKKCAAgoooIACCiiggAIKNEjA+9UbNFl2VQEFFFBAAQXGBLx+cSEooIACCiigQNMFYg+avSsMIvZ/n5H2oalQzaIKKKCAAgoo0FQBA6+aOnP2WwEFqgqcAcTGoq3fewuADwEXVG1oRMvHJqBX5PyCITZlParkBpQjyuawFVBAAQUUUECBvgoYeNVX7u6erJ+BV2effTbnnHMOZ5wRfyaVOw4++OCxkKXFFos96/92TDXwKsKbbr755rEwrQceiJyE8sd+++03FuS0+OKLt61UDLz64Ac/yCc+8QnmzYt8jecfp512GmeddRb33HNPqU4UA69iLJdccknHQK2JGo3Qqwgf6zSeqP/UU08xe/ZsYq2MF1JWPNc666xDzHmEhbU7nnnmGS6++GL23XfftmFgnfoeYV0RkDVz5sxxw8cmGrs/H7yAgVeDn4OG9WDUbqicKECpX9MXAVcRGrNv7oQRNBTvz0VQ0FP96sgkzhP/sY73YSOoK5/ueC6wDzC/0GYvA6+6EQRUDIeKi4cIqspfzMR8nZ5uvonhxUVXBP78OY31ZUCEbW0G5AOz8kFZMb+bA7emOsWQrMmEdXWavnaBV+vmzj2JaZ+wSnEuygabHQ4ck2t9Mv0cb41NdY0Ug5gGEXj1ZuAqYLnkVNZ2wklLBaoEXkWVCAE7Ofd6GO888Tr6MnAlcPc4v9t6EU5VDLMz8KrsirCcAs8XGLXrRdeAAgoooIACCiiggAIKKKCAAgoooIACCiiggAIKKKCAAgoooIACCiiggAIKKKCAAgoooIACCiigQH8EvF+9P86eRQEFFFBAAQW6J+D1S/csbUkBBRRQQAEF+isQ+wTF/jbvrHDac4DdKpS3qAIKKKCAAgoMgYCBV0MwiQ5BAQUmFNgZ+ALwglQy3viNTUZjQ1WPcgILpU11D84VD8etgbnlmrCUAgoooIACCiigQI8FDLzqMXAvm+9X4NWKK67IG97wBi677LKx4ay++ursuuuubLDBBiyzzDI8/vjj3HLLLZx++ul873vfe3bIEW50+eWXs+GGGz77vQh5ivIRxPTYY4+NBVfdeOONYz+PNmNML3jB3/4Mi6CsF73oRc8hjLCrXXbZ5TkhVMX+RNv3338/V1xxBeeff/5zApnGC4nKB17lT7rqqqvy0Y9+lI033pi//vWvY2P8xje+wSGHHMILX/hCIvwpjlNOOYXjjz9+7P+HVwRGrbDCCs82VRxPu7Fsu+227LDDDqy22mosscQSY3Uffvhh7rzzTubMmcMNN8Qe+v97RODWbru1/5zu6aefHuvTgQce+Jw666233lid9ddff+wcMR9hdeaZZz4nRGz69Olj31t22WWfUz/m8KKLLhqbu3yI1qabbspOO+3EuuuuO9ZuhJv9+7//+1jZWAf5sieeeCIHHHCAoVe9/AXR47YNvOox8PA1P2o3VNYh8OqVKdRq29xyijCkmcCXah521epyfBYVFxHn5UJ4HgK2zL7uKrxMhiHwKoYU83NKGttNQKyl36R/5wOJzkxlFwDFsKQ9M6/4eRyvAOYAG6R/53821d80Bl79LTwujqkGXhUtBxF4NZXXUJm1VDXwKtqM1Nx3AfsB65U5SfY741tZSFx8HvEdoPjfnl4EXhXnzsCrkhNlMQXaCIza9aKLQAEFFFBAAQUUUEABBRRQQAEFFFBAAQUUUEABBRRQQAEFFFDg/7N3L3B3TQf+/7+vUEYzqZG6NNppjKma1J/UoDSo+73EJUoQlwqhUplQKlQ1UmQyjdQlkbiMW6LSJCJuIWrQog1Vt7+S8lPmNwQtRjWUor/9PdaJbdvnnL3P/fLZr9fzIuestfZa77XO8+yzn/OsLwIIIIAAAggggAACCCCAAAIIIIBAcwT4vHpznDkLAggggAACCNRPgOuX+lnSEgIIIIAAAgg0T8B74zjsalCOU54u6Yc5ylMUAQQQQAABBLpEgMCrLplIhoEAAiUFvCP5vZI+EyvhjQr3kvQObrkEvEP7DZK2idV6RtJ+kh7O1RKFEUAAAQQQQAABBBohQOBVI1TbtM1koNOoUaM0ZcqUQmhT8kgLf3KA1UknnaQTTjhBffv2/VgdBxp997vf1UUXXbT8ueOPP16TJk0qhFclj1deeaUQkFQMcSrXH9d9/vnnNWLECN15552Fptyfs846S0cffXRq+y7zzDPPyH24+eabl9e5+OKLdeCBB2Ya8+abb67LL79cgwZV/v1ZPIDMIVmzZ8/W+us7/+Djh8O+PN45c+Ys79e0adN00EEHqU8fZwd//Hj77bc1c+ZMjR07dnl4lD0cNGaL5OGQrGHDhi0PB6vkZd/jjjtOCxZ8mE/84x//uOAXDzd69NFHC34OFfMxcOBA/cd//If222+/1L47IMt9+fa3v63Fixcvr+MAry23dPYBRycKEHjVibPW0j732gcqWx14tUEIPIp/k31O0gmS5qeEwNRzcTiUxuf5pH9E6INAIAcuVXv4AmKSpONjDfiH+OxEg7WE9VSar1rDjNzVZCjOI5IOkLQkZRwLfZkjyQFlu4X71C42KrpfPT2Ut/GU8P8rBOdx4d/xMCy7FNsrFRZW7dwQeFW/wCvP91RJI8JktCLwagtJi8LaczdK9aHa9VJN4FXxXL44/kdJu4ffK3yYppveG3+/O0zS3YmnGxF4taqkSyUNC+ci8KraFUI9BD4eUtcJn0lh3hBAAAEEEEAAAQQQQAABBBBAAAEEEEAAAQQQQAABBBBAAAEEEEAAAQQQQAABBBBAAAEEEEAAAQTaX6DX/r6x/WeEHiKAAAIIIIBAJQGuXyoJ8TwCCCCAAAIItJuA991w2NXfZeyYr3e8z0ot+xJlPBXFEEAAAQQQQKAdBTphcyFu0LTjyqFPCHSGgDdR9UaIm8e6+7SkfaPNFB/rjCG0XS+9M/x9kv4h1rNbor3nD5X0Stv1lg4hgAACCCCAAAK9JUDgVQ/Nd62BV6eeeqrGjx+vFVdcsaTakiVLdMABB+iRR5zjIG277bZysNHaa6/9sTp5Aq8cmuRwrhNPPHF5O1dccUUhAKtUQFSx4IsvvqiRI0cuD73acccdddVVV2nAgAEf6VNayNe8efO0775+O1j5yBN4dccdd2ifffZZHlzlcTm8Ky0YLH5mB2UdeeSRmj/feSXSkCFDdM011xRCp+KHw7FOPvlknX/++csfPvfcczVmzJiyXg6xGj58+PL5S1ol27WhLXfYYYePhGKlaSXbPvzww3XhhRemhqdV1qZEqwUIvGr1DHTc+Xvtfn2lAKVGTuDXJF0sKZ646B/Kx0r6ZSNPHNreS9KHyYnS6ZLOqjFky/cQr4z1/ZCUD6s0MvDKP2Sv8Y/d0Ad/uOa4EEiVlXS18KGcPUKFuyR5nbyQaGD1UG7X8Hgx2CoeLpUMwnLRuHuxbQdcjY0CjCaHtuZKGhk99nrWTlco10mBV3Y4NzaenSXdntPBAWXXxuocE4Ll/NAaYY3sWKV1Moip3oFXK0UfCJsY1oO7mBa4Vo9gt3KktQReJdv12vuSJAdfOQRrm5QT3yvJ3yuejT3XiHCqRoRo5VyaFEegawR67XqxayaOgSCAAAIIIIAAAggggAACCCCAAAIIIIAAAggggAACCCCAAAIIIIAAAggggAACCCCAAAIIIIAAAm0uwOfV23yC6B4CCCCAAAIIfEyA6xcWBQIIIIAAAgh0ksBJkibl6PAzIezKe5VzIIAAAggggECPChB41aMTz7AR6AGBPuEN0oc7qEtvSjpMkjcE5ahewEnLsyXZuHj8u6RTJb1ffbPURAABBBBAAAEEEKhRgMCrGgE7qXotgVeDBg3SnDlztMEGG5Qd8ltvvaWxY8dqxowZhXKDBw/W7Nmztf768dyND5rIE3i1dOlSHXroofrZz35WqLv//vsXzrHaas6PqHxcd9112m+//ZYXXLBggfbay9kQHx5Jn1JhUqXOljXwyuFdDrc6/XRngKgQvHX99dfrK1/5SsWBuK5Dx/xVzjcZPOZwrcsuu6yiVzJYrF+/flq4cKG23NIZBdLjjz9esHd4lY+sQV0um2zb477xxhu1ySabVBw3BdpPgMCr9puTNu9Rr32gslWBVw59cTBUPAVxkaTRUbjSU01aI/6mfqN/vIXzOaHxSEmv1XD+pGezA6+SITmlwqrKDTEZmlUqfGoFSRMkjQuNFcO1+sdCt9LOv1G4f71eCOJyoJN/WF8qyfdlCz+2JU2pMXwsPsZOCrxKBrHFw6qyLs1kaNZQSTeEyv2i0Kup4cNUfsgfqDpI0nMZG/9CCNMqXhTVO/AqOVdpgVdOp53lvNrQ57wBae67k1ZfjgLYfhOFUf0iastrtXjUM/Aqybpm+B3OKVEf/FopHvE58mNJhwclHRgFYz2dcZ7SiiUDr6oJxKvh9FRFoKsEeu16sasmj8EggAACCCCAAAIIIIAAAggggAACCCCAAAIIIIAAAggggAACCCCAAAIIIIAAAggggAACCCCAAAJtLMDn1dt4cugaAggggAACCKQKcP3CwkAAAQQQQACBThGYJunYHJ29I+zPsjRHHYoigAACCCCAQBcKEHjVhZPKkBBAoCDgDRC9CWv8+9xkSScTylSXFXKhpONiLb0VbbbrDWttzoEAAggggAACCCDQGgECr1rj3pKz1hJ4NWLECE2dOlUOQKp0xIOf1ltvPc2dO1cbbeQcho8eeQKvbr/9du28s7MbPjimT5+uUaNGVerK8ueTAVDjxo2T+7nCCs6V+OBI+owcOVLnnXeePvnJT2Y6T9bAq3feeUfz5s3TQw89VPj6+7//e11yySVaffXV63Yeh4wdeKD378/vZYcxY8bIc7fppptq6NCh+sIXnMOgQsjYMcc4I+KDY9GiRdppp50y9btovNtuu+mNN96oah4zn4iCDRcg8KrhxN12gl77QGUrAq/Swq7mSHJIz/NNXFD+YebAl13DOf0Nf4SkBVX2wT+oz5D0QUrkB4fH+vNEe8kwnVKBQWndqDRfyRAqj2kfSf4ATdYjGbh0ThjTeykNxMsWg4k+7x+7oaxDqxzs806sbjKUyz+sf5kIwdrNlztZO5yhXCcFXsUDwTy0K0IQ3LIM43SRpK8D5Bwk9mio798nnBbCyopN+sL19ozt+2KqOL+ukjXwKus6T4ZZpQVeJeczOcZKQ0m+jpLjzxp45e8h/j3Nv0raMPqaJ+m8SicPv9MZKeniWNlTJfm1Vjw8T/5+4i8fj0n6RhR69WSG9ksVcarvbOf8hgL+IJ7D5f5SQ5tURaBXBXrterFX55lxI4AAAggggAACCCCAAAIIIIAAAggggAACCCCAAAIIIIAAAggggAACCCCAAAIIIIAAAggggAACzRbg8+rNFud8CCCAAAIIIFCrANcvtQpSHwEEEEAAAQQaLZDcYyjL+S6N9kE6KktByiCAAAIIIIBA9wsQeNX9c8wIEehFAW9MeGe0f/eA2OB/FjYv/XMvgjRgzH8XNvncKtb2y2GT2lo2lWxAV2kSAQQQQAABBBDoGQECr3pmqj8e6OTAqClTpmiVVby//UePZPhTWkBUKbp48JPL3HPPPdpyS+9x/9EjT+CV+3nCCScsb2DhwoXabLPNMs/ea6+9VghquuOOD7Iphg0bpksvvVSrrur8gg+O5JjPOOMM+Ssl2Cf1vFkDrzJ3OhR0QNbzzz+vhx9+WPPnz9fNN9+sV199tfDs4MGD5XCr9df3W9oPjr/97W8aP3584cuHQ8ocTLXFFlvkPfVHyrsfp5xySmHN+Nhwww112WWXad11183c7jPPPKMjjzxSjz3mfAFp7NixmjhxolZaaaXMbVCwPQQIvGqPeeigXvTaByorBSjVe+oGSbpc0uaxhi8JoUgf/MBo3uHfHzlka3LslIslHSHpiSq64bH9JBYm4/u1h0pammirkYFXPlUysGpGGOdbGcb0KUkXhH4XizvQ54YSdQdKuiYKQBoSnt87BP9MCP8+RNKsRN1kKJdDdx6S5HXg49YQPPbHDP3NWqSTAq+SgVVeP04GTQanlRq7w5vm+rIqFPD/O1zp9VgFr8GFsTJZ18jKkiZJOj7WVqkgq00k3Rj7HUa54LT4WHaIXkPzY31LC7xy+SMl+cNhxePfJJ3vy8sKi6KvpAslHR7K3SfpoOh1/1zC557Yv9PWsZ9Orv884WTJ7wPJwCu378Tc6bF+pAXoZX0NuJwvsB1WVlwbaefM0x5lEehlgV67XuzluWbsCCCAAAIIIIAAAggggAACCCCAAAIIIIAAAggggAACCCCAAAIIIIAAAggggAACCCCAAAIIIIBAMwX4vHoztTkXAggggAACCNRDgOuXeijSBgIIIIAAAgg0SsCb/10d7Qn04cZ3lc90mqSzKxejBAIIIIAAAgj0igCBV70y04wTgd4R8IaXP5XkjSuLx0uSviLpv3uHoSkj/bKkm6LNVj8bO9uvgv0bTekBJ0EAAQQQQAABBBCICxB41UPrIRnolCfw6swzz9Tpp5+eSavegVfJoKVMnahQaNttt9WsWbO09tprLy+Z9Dn33HMLgUxZj1oDr/785z/r6aef1u9//3s98cQThVCoJUuW6KGHnFeRfqQFXr311luFfs+Y4ZyF9FCsrGOKl3v99dc1cuRIzZ3rjIf6HCNGjNDUqVMLoVwcnSVA4FVnzVcb9LbXPlDZzMCrtDClBSHUxfc3W3GsI2lmFHwfT7u8V5LDcx7MEJ5T7LPvH06NgpscDlU8SgXwNDrwaoCkq6Iczx1DR3wf85gQxlUuDMi/TxseAnaKP+xKhXYVx5gMkrpYku9fHyDpKed2Sno0ZWLjoVwOF3O41dahnMOynIT5Xh0XRCcFXnnYyTCnrK+TtaKAKV9Uxdehw64uS1gmX4tZ10gyTMvNlgq8SoZB+XXl4Khny8xr2veIUoFX/xTWdDE8z+W8fiuF1SXHkLbekq/RUoFXyQAwh5O57H9VWLt+rXle/HopHmnBcl+TdHeszGHhtV3tS8Ovy2srnLPatqmHQK8J9Nr1Yq/NL+NFAAEEEEAAAQQQQAABBBBAAAEEEEAAAQQQQAABBBBAAAEEEEAAAQQQQAABBBBAAAEEEEAAAQRaJcDn1Vslz3kRQAABBBBAoFoBrl+qlaMeAggggAACCDRa4BthX6FPZDyR97oZEfYzyViFYggggAACCCDQCwIEXvXCLDNGBHpL4MeSxsSG/G7YwPKW3mJo2miPCJvVelNUH76pPl3St5rWA06EAAIIIIAAAgggUBQg8KqH1kKnBl4lA5zqMWVpQVFJn5kzZ+rgg51Zku2oJvDKY7vpppt0wQUX6Be/+EW2E8VKpY0jGUy1yy67FMK9Pv3pT+duP17hlVdeKXjcdtttNbUTr1yvvtWtQzSUWYDAq8xUFPzw3k/cohN+x1DL3DUr8Cot4GWxJN97qxRQU8v4stQ9MATPxBMNHQB0ZXjc/fM92LRjNUl7S/pu9GGV9WMFygUUNTrwyt1IjulVSd+RdI2kt1MG4uAeB/VMkVR0sMHRiYCcNIN4ONPLknwf1W04ddKhPq+nVNooPL9eynMOJLo9y8TlKNNpgVdrhOCqfWJjnB/m8JkS415X0vmS9kjUGSXpDyl1tg8fynJAmo/nJJ0kaV4UYvV+orxfv7tKukiSg6ziR6nAq76SLowCrg6PFZ4m6eToPMtS+uMxnyXpqMRzpQKv3KfjJfn3JcXDoVp+7Dcp7bv8kHCvf3B43q9tv1aSoWzJ1+jZ0e8FzijxfSAZoOXva9+W9OsSgXlp/SgVBvaF8PrbJPT3nCgIzqm+1YbBjZPksfh4TJI/mPdkjtcRRRFA4EMB/gCH1YAAAggggAACCCCAAAIIIIAAAggggAACCCCAAAIIIIAAAggggAACCCCAAAIIIIAAAggggAACCCDQCAE+r94IVdpEAAEEEEAAgUYKcP3SSF3aRgABBBBAAIFqBU6R5H06sh5Ph7CrX2WtQDkEEEAAAQQQ6B2BTtiMkhs0vbMeGSkCtQp4A1hvEvnJWEOTJPlNVPJ7Sa3nov6HAhPDprXFR/4qyRu5Xg0SAggggAACCCCAQFMFCLxqKndrT0bg1Yf+7RB49eSTT2rMmDFatGhRxYUxcOBAbbvtttpjjz20ePFiTW3U+PIAACAASURBVJ48uVAnbRzJYKp6hUoReFVxmnqqAIFXPTXd9Rhsr92vrzXwKll/RhRwNDa6l/ZWYjIcqnOVpB1jj98i6edVTppDlGZGAUB/TqnvQJgzY4+XCuQpFllR0jEhCCYeelV83kFADt1xgM074cHPS/pXSVuknN+BN8dJerDE2JoReOUxnSjJ9zXjh5MgZ0XzcI+kP0n6lKStJHked0mU9T1n/xAvFfZVLF4qvMrz4ACjtPvWq0q6VNKwxDnvCn15ocp1UapapwVeeRyDonCpyyVtHhuUg8umS/Jr53fh8S9K2j2s4f6xspUC5UqtkZ9IuiKseQdfbRCC6Ry+lfb6KPf6GhruocfreQ36+8QD4fvEOqH/vt/uMC0HrTkwzgFsPkoFXvk5B85dENZMceg28n37OQkjB1sdlgh08+ve402u0X+R9NMo/GvDmKfbK76m3b9iUJTXln9HMzpW1mPw68whZe6/X0P29pw6IG9EFE4Wnyv/2+WT/bDb1FDezZcLkav0kqlnW5XOxfMI9IJAr10v9sKcMkYEEEAAAQQQQAABBBBAAAEEEEAAAQQQQAABBBBAAAEEEEAAAQQQQAABBBBAAAEEEEAAAQQQQKAdBPi8ejvMAn1AAAEEEEAAgTwCXL/k0aIsAggggAACCDRDwPuaHJ3jRLeHvT1eylGHoggggAACCCDQQwIEXvXQZDNUBLpcYDNJ10Ybw64bG6c3rdwuZQPZLqdo+vA+HTbJ3C125tckbSrpmab3hhMigAACCCCAAAK9K0DgVQ/NfbcEXqWFPNVjGpM+M2fO1MEHO6si2zFhwgR9//vOJ0gPooq38sQTT+iII44ohFfFj/79+2uzzTbTpptuqi996Utab731tO6662q11VZTnz59CkUrnee1117TiBEjdPPNNxfKNyrwql7tZtOlVLsJEHjVbjPS9v3ptQ9UNivwaq8QYlOvBeDQHPf9lZQG8wZeuQn/4No3CqX5YRSAs34NnXQy5JhYGE5aU80IvPJ5+0YBXaeGrzxDcliPA3wcdpUMLktrp1R41c6S/IGetGMFXyZIGpd4cookB20Vg8Xy9Ltc2U4MvPJ4virpIl+u5YS4V9Lxkn5ToZ5dTo7K/CBH++dHr+WNJW0d6pQLvHL7Z0v6t4zte+15XdwvyeFnPsoFXvn5NcJadWhU1qN4Hq+3tEC3Umu62L7DuBxQVTzWCiFeDvjKe/g1em70Wni7RMVRIeTMTz8VQuIezXuS8H1tdmwtnSDJ4+dAAIHqBHrterE6JWohgAACCCCAAAIIIIAAAggggAACCCCAAAIIIIAAAggggAACCCCAAAIIIIAAAggggAACCCCAAAII5BXg8+p5xSiPAAIIIIAAAq0W4Pql1TPA+RFAAAEEEECgKLCmpJmSdspBcrEk7+3BgQACCCCAAAIIlBQg8IrFgQAC3SDQX5I3I9wxNpjnJW0l6dluGGAHjOFfJf00Cr7651hffylpj2gTW4dfcSCAAAIIIIAAAgg0XoDAq8Ybt80ZOjXw6i9/+YtOPPFETZs2rWA5YMAA3Xjjjdpkk03qatuswKu33npLY8eO1YwZM5b3f8sttywEWfm/K620Uslx/e1vf9P48eMLXz7Swr+S7dcrICwZpDVkyBBdc801GjhwYF3ngcY6Q4DAq86YpzbqZa99oLIZgVelwo1qmfZ6B14V++LwnKMkHS0pzw+Nx0LozlxJyyoMrFmBV+6Gg7y2D6FDm2UA/0VU50xJ/yXp/Qzli0XGhtCe4r/vk3SQpOfKtJEWgubAoBtynDdr0U4NvPL4vCZPlPStaI31qzDgV0M40o8l/SEjTtawN4dE+aLOv6e41Dmlof1ygVcuYvtjomCp70ny7zlKHUtCmetC0Nc9oWClwKs853DZB0IIXKU1vo2kK0t8H0gbs8fm8LAs8+R++HuGg8aur/Ba20DSnMh9UPBIhm1lnGbFX29LJe0ZfT2YtTLlEEDgYwK9dr3IEkAAAQQQQAABBBBAAAEEEEAAAQQQQAABBBBAAAEEEEAAAQQQQAABBBBAAAEEEEAAAQQQQAABBBBojgCfV2+OM2dBAAEEEEAAgfoJcP1SP0taQgABBBBAAIHqBTYPYVdfyNHEOEkTc5SnKAIIIIAAAgj0qACBVz068QwbgS4TOF/St2NjejNsvHpNl42z3YfjzSS9mefKsY5OChtx/rXdO0//EEAAAQQQQACBLhAg8KoLJjHrEDo18MrjO+ecc3TqqacuH+rMmTN18MHOE6nf0azAqwcffFB77rmnli71vvjS5ptvrssvv1yDBhX33C89pixhVu+9955OP/30gpmPvAFhr7/+uo477ji99NJL2njjjbXBBhvoG9/4hhxwFA8e69evnxYuXFgI6eLoPQECr3pvzmscca99oLIZgVdpYUM1TpMaFXhV7JcTHb8sadsQvvMZSVvEOu0gp8cl/Sp6/FZJD0X3CN/NOKhmBl4Vu7Sif4xHYT97SNoqjM3hSQ4xul/S3VE25XxJv80ZdFVs32NaGAtkclKmQ7DeKmOykSQHhK0XyiyWNFzS7zM65inWyYFXxXGuGUKKdpS0saT1wxMOivqlpFuiterXxZ/ywMTK9g3rfVhY826/uD4WSbpW0n9L+nQ0Z7NyBF7F+793GMOQEH7l15Hn3WvP/S/2Pf4ayRJ4VTzHp0K/dnfWanDyc0Wjn0hyqFu5dRnnWyf8Xma7WFt+vtz6js+TDT1XPmz5sCQHeXmsft29k2Gu/LsI/w7i+FA2y2sr2ay/n/kDdn5N+rhC0ugM4XwZukcRBHpWoNeuF3t2ohk4AggggAACCCCAAAIIIIAAAggggAACCCCAAAIIIIAAAggggAACCCCAAAIIIIAAAggggAACCCDQZAE+r95kcE6HAAIIIIAAAjULcP1SMyENIIAAAggggECNAt6v5mpJK2Rsx3uIj5A0O2N5iiGAAAIIIIBAjwsQeNXjC4DhI9AFAn4DdHnsTZNv6p4X25ywC4bYUUPw5pInxXrsjWz9xtabs3IggAACCCCAAAIINFaAwKvG+rZV650ceHXDDTdo6NChyz2PP/54TZo0SSuvHM/OrY27WYFXs2bN0iGHOPv3g2PChAk67bTTCoFSlY4XXnihEPR11113FYoOHjxYs2fP1vrrF/MZPmgheY7p06dr1KhRlZovPL9kyRIdcMABeuQRZyFI48aNK/RxhRVW0JQpU3TCCScsb2fy5MkaO3Zspr5nOjmFOkaAwKuOmap26SgfqGyXmaAfCCCAAAIW2CGEgjmkLk8AWFHvn6KANId9OfTOx36SroMWAQRqEuB6sSY+KiOAAAIIIIAAAggggAACCCCAAAIIIIAAAggggAACCCCAAAIIIIAAAggggAACCCCAAAIIIIAAAgiUEODz6iwNBBBAAAEEEOg0Aa5fOm3G6C8CCCCAAALdJXCqpLNyDOl3Iezq/hx1KIoAAggggAACPS5Qeffd1gNxg6b1c0APEGhXgXUlPSCpf6yDv5K0s6Q32rXTXd6vT0i6I/raOjbOlyRtGb1h/T9dPnaGhwACCCCAAAIItFqAwKtWz0ATz9/JgVe///3vNXz4cC1evLggNnDgQM2dO1ebbrppJsFHH31Uhx56qPr376+11lpL22yzjUaMGKG+ffsur9+qwKsrr7yy0Lcsx4IFCwr9fuOND96+lgq8evzxx7X//vvriSeeKJTz/8+YMUOrrbZaxdNcdtllGjly5PJyPudee+1V+Pf999+vvffeW0uXLi38e8stt9TMmTO1zjrrVGzXBRYtWqRjjz1W6667rj73uc9p11131b777qtPfMJvCzk6SYDAq06arbboK/fr22Ia6AQCCCCAQBDwRfFlUdjVPuHfvvj1v7Me+0qaFwrfIOkoSS9nrUw5BBBIFeB6kYWBAAIIIIAAAggggAACCCCAAAIIIIAAAggggAACCCCAAAIIIIAAAggggAACCCCAAAIIIIAAAggg0AgBPq/eCFXaRAABBBBAAIFGCnD90khd2kYAAQQQQACBcgKXSPpwA7rKVreFsKs/VC5KCQQQQAABBBBA4EMBAq9YDQgg0KkCK0ry7uj/GhvA/40CsPaQ9FinDqpL+v2P0eaSj0iK775+jyTvqv5al4yRYSCAAAIIIIAAAu0oQOBVO85Kg/rUyYFX7733nsaPH68JEyYs1xk6dGghxMkBVuWOZcuW6eSTT9a0adOWF5s8ebLGjh2reGhPqwKvjj/+eE2aNEkrr7xy2XE4vOqII45YHvrlwv369SuESG2xxRYfqfv2228Xxnz++ecvf/zqq6/WwQcf/JExJ0/4/PPPFwK17rzzzsJTO+64o6666ioNGDCg8G9bjh49WldcccXyqt/61rcK/Y+Hh6UN5KWXXtKoUaPkAK3iMW/evELgFUfnCRB41Xlz1uIe84HKFk8Ap0cAAQQQ+JhAPLRqvqQjM/4uwom5F0o6PLSYNyyLqUAAgXQBrhdZGQgggAACCCCAAAIIIIAAAggggAACCCCAAAIIIIAAAggggAACCCCAAAIIIIAAAggggAACCCCAAAKNEODz6o1QpU0EEEAAAQQQaKQA1y+N1KVtBBBAAAEEEEgT8CZzV0vaIQfPdEnH5ihPUQQQQAABBBBAYLkAgVcsBgQQ6FSBcyWNjXX+r5L2l/ThbtudOrLu6Pc+kuZK6hMbzkWSjpOUvPHeHSNmFAgggAACCCCAQOsFCLxq/Rw0rQftHni13XbbyaFMn/3sZ1NNnnrqqUIY0+LFzjH+4Nhnn330ox/9SOuuu25qnTfeeENnn322Jk6cuPz5LbfcUjNnztQ666zzkTrNCrx68MEHteeee2rp0qWF8w8cOFAXXXSRdt1119Qwqvfff1933HGHTjrpJD3yiHOCP3rcc8898piSx69//WsNGzZMzz33XOGp/v3769xzzy2EXq24ovOgP3q8+OKLhZAsz0HxuPjiizVy5MiPBYO5jWK7LuvQqx/84AdaY401Uuchre3999+/EFi22mrx3OOmvRw4UY0CBF7VCNh71flAZe/NOSNGAAEE2l3AF6Ezwu+I3pA0TNKiDJ32h/MckNVP0g2Sjoouh1/OUI8iCCBQXoDrRVYIAggggAACCCCAAAIIIIAAAggggAACCCCAAAIIIIAAAggggAACCCCAAAIIIIAAAggggAACCCCAQCME+Lx6I1RpEwEEEEAAAQQaKcD1SyN1aRsBBBBAAAEEkgJDQthV+kZ+6V7flTQJSgQQQAABBBBAoFoBAq+qlaMeAgi0UsDBVj9NdGC8pB9KereVHePcHxG4QNLo2CPLJH072gP+cpw6RsDXCQeHmxXejf8ASUsa1Pv1Jc2ONhgdHNr3xqRHS7q2hvM5KeCeWP3vS5pQQ3tU7XyB06MgvjPDMBq9pput5aQL/yw8VdK9kg6R9GysE04bceLFdpKmSTpZkr8vcyCAQHcJEHjVwfM5YcIEff/7vlz54DjzzDN1+un+0ZV+tFvg1ZtvvqkxY8bo0ksvXd7hzTbbrBAGtdJKK2nQoEGF/48H68yZM0fHHHOMXn311eV1HOTkx3bffXd98YtfVJ8+ffTss88WQqIcbPXYY48tL9uvXz9Nnz5dw4cP/1i4VLMCr5YtW6bRo0friiuu+Ei/DjvsMB144IHLx/Dyyy/LoVU//elPddNNNy0vu95668nhX8WjVODV3/72N02dOlWnnnqqHPxVPL7+9a/rm9/8pmy9yiqryOe59dZbC+FTS5Z8eOnuEKtJkyapb9++H1lQ7733ns4777xCwFW83fXXX19HHHGEdtxxx0KYmIO6fve732nhwoWFeYgHZDnk68orr9Q222zTwa/A3u46gVe9Pf9VjJ4PVFaBRhUEEEAAgYYL7Cxpbgiv8sW5fzdR7t7XyuEDd8dL8gX2CEkLGt5LToBAbwhwvdgb88woEUAAAQQQQAABBBBAAAEEEEAAAQQQQAABBBBAAAEEEEAAAQQQQAABBBBAAAEEEEAAAQQQQACBZgvwefVmi3M+BBBAAAEEEKhVgOuXWgWpjwACCCCAAAJZBYr7R2fNnHg77FvrvTo4EEAAAQQQQACBqgWyXnxUfYI6VOQGTR0QaQKBLhJwGM4tktaOjWlheIP04S7pXTTgDh5KH0l3Sdo6Nob/lrSfpF938Lh6qeuDQkDZ5pIaHQ6UDLyyc1poTx5/Aq/yaPVG2W4OvDow+tl4cdjU1xv0zpKUvI4eGkKvPNvHSPpJSpneWAmMEoHuFSDwqoPnttMDr0w/ZcoUnXDCCamzMGrUqMLzDmUqHg5xmj9/fqFOPEApyzQ6GOuCCy4ohEo5FCt5NCvwyud94oknCuFQixcvztL1Qhn336FmG2+8sYYNG6alS5cWHndw1KGHHprazrvvvlsI+EqGXlU66f7771+wWmutterarhtzMJb75LCrlNCkSl3j+TYRIPCqTSaic7rB/frOmSt6igACCPSSgN9oTApBVw6wGiZpURmAr0m6VtIASZdIGks4fC8tF8baYAGuFxsMTPMIIIAAAggggAACCCCAAAIIIIAAAggggAACCCCAAAIIIIAAAggggAACCCCAAAIIIIAAAggggECPCvB59R6deIaNAAIIIIBABwtw/dLBk0fXEUAAAQQQ6CCB70makKO/T0jyvrUP5qhDUQQQQAABBBBAIFWAwCsWBgIIdJLA6pJmStol1unnJe0abV74/3fSQHqorxtKujEKTRoYG7NDjLaX9E4POXTiUL0b/gxJDsjx0YrAK593sqTTJDn5O+9B4FVese4v362BV+uFICuH082RNErSaynT+SlJF0hyioZf08Od0dH9084IEegpAQKvOni6uyHw6qWXXpKDrRYsWPCxmdhll100a9YsffrTn/7Yc88++6zOOOMMXXXVVZlm8Otf/7rGjx9fCIsqFbLUzMArd/rJJ5/USSedpJtuuqniGIYPH65x48Zpww03LAR9HXTQQbrvvvsK9caOHauJEydqpZVWSm3HIWF33nmnTjnlFD3wwANlz+VQre9973s6+uij1bdv37Jl3e5DDz1UmIcsY3BjDubyPKyzzjoVx0yB9hYg8Kq956cNe8cHKttwUugSAggggEBBYFD0u4jLJVW6R+ZwrCnhHprvjTlI/lEMEUCgbgJcL9aNkoYQQAABBBBAAAEEEEAAAQQQQAABBBBAAAEEEEAAAQQQQAABBBBAAAEEEEAAAQQQQAABBBBAAAEEYgJ8Xp3lgAACCCCAAAKdJsD1S6fNGP1FAAEEEECg8wQuk/TNHN2+JYRdvZqjDkURQAABBBBAAIGSAgResTgQQKBTBFaUND4KSTo11uH3Je0dApU6ZRy92M8jQsBKfIf1SyQd3YsYHTLm/pImSjoq1t9WBV69EW6EfDw1oTImgVeVjXqtRDcGXq0s6SxJJ0Zffr0Mk7SozMR+TdK1UaDdAEn+XjxW0rJeWwiMF4EuFiDwqoMntxsCr8y/bNmyQnDVvHnzdP/99+uNN/zjSRo8eLBmz56t9ddfP3WWHLjk8Kfrr7++EOj0yCOPFP7tY+DAgYX62223nRyc5Tb69OlTdrabHXjlzrz99tv65S9/qfnz5+sXv/hFIUAq2f+99967MJ5iwJDrnHzyyTr//PMLZQcNGqQ5c+Zogw02KDu+d999V4sXL9bNN9+se+65Rw8//HDB2iFXQ4YM0Z577imfa80118z1qnj//ff129/+tjAGGzpU69VXP/idpN0dMrbttttq99131+c+97mSgWO5TkrhlgsQeNXyKei0DvCByk6bMfqLAAII9I6Af+/tgPfpkvpJOkTSrJThDw3h8S4zIpRJ/nzrHTVGikD9BbherL8pLSKAAAIIIIAAAggggAACCCCAAAIIIIAAAggggAACCCCAAAIIIIAAAggggAACCCCAAAIIIIAAAghIfF6dVYAAAggggAACnSbA9UunzRj9RQABBBBAoHMEPhv2ztguR5enShqdozxFEUAAAQQQQACBigIEXlUkogACCLSJwIGSrolCr+LftyZJ+m6b9I9ulBfwG9pjY/P3V0mHhznFrr0EfMNiiqT9E91qVeCVu3Fv2Jz02ZxUBF7lBOuB4t0YeLWzpLlhE98rws3DcgFWDsjyz8/jQ0CWN/WtJlCuB5YLQ0SgIwUIvOrIaaPTCCCAQGsFCLxqrX8Hnp0PVHbgpNFlBBBAoIcE4uHwafeVPyPpUkl7SJom6WTC4HtodTDUZglwvdgsac6DAAIIIIAAAggggAACCCCAAAIIIIAAAggggAACCCCAAAIIIIAAAggggAACCCCAAAIIIIAAAgj0lgCfV++t+Wa0CCCAAAIIdIMA1y/dMIuMAQEEEEAAgfYT2CqEXa2To2vfifatnZyjPEURQAABBBBAAIFMAgReZWKiEAIItFhgU0nzo00IPxfrx32Stpf0dov7xumzCawi6WZJ8dTnlyX5DfJT2ZqgVIMFfE2wiaQfS3JQVPJoZeCV+3K2pDMkvZvDgcCrHFg9UrTbAq9WkzQjBNS9IWkfSXdkmMuvSLo+qjtA0g2SjpLk78kcCCDQ+QIEXnX+HDICBBBAoOkCBF41nbzTT8gHKjt9Buk/AggggAACCCDQWAGuFxvrS+sIIIAAAggggAACCCCAAAIIIIAAAggggAACCCCAAAIIIIAAAggggAACCCCAAAIIIIAAAggggECvCvB59V6decaNAAIIIIBA5wpw/dK5c0fPEUAAAQQQaFeBEZKuytG5NyW5znU56lAUAQQQQAABBBDILEDgVWYqCiKAQIsEHOYxLxGU9KcQzPN0i/rEaasT+BdJt0n6fKz6A9FjX5X0XnVNUqtOAn0lHR2FSX1PUv8SbbY68MphPsMkLcoxZgKvcmD1SNFuC7w6WNLMMHdXSBotaVmGuXQI4RRJo0JZv/4vjULlkr8YzdAURRBAoM0ECLxqswmhOwgggEAnCBB41Qmz1FZ95AOVbTUddAYBBBBAAAEEEGg7Aa4X225K6BACCCCAAAIIIIAAAggggAACCCCAAAIIIIAAAggggAACCCCAAAIIIIAAAggggAACCCCAAAIIINAVAnxevSumkUEggAACCCDQUwJcv/TUdDNYBBBAAAEEGi7wfUnjc5zl8RB29VCOOhRFAAEEEEAAAQRyCRB4lYuLwggg0AKBC0KAR/HU70o6RNLsFvSFU9YusK+kayStHGvqHEmnEbRSO24VLXgedozsz5C0WaL+JSGI7JjweLMDrxze45Crb8f6dWe4UfJ8xrESeJURqoeKdVPg1ZqS/DrdK8zffpKuyzGXO8UC5H4m6dAoAGtpjvoURQCB9hQg8Ko954VeIYAAAm0tQOBVW09PO3aOD1S246zQJwQQQAABBBBAoH0EuF5sn7mgJwgggAACCCCAAAIIIIAAAggggAACCCCAAAIIIIAAAggggAACCCCAAAIIIIAAAggggAACCCCAQDcJ8Hn1bppNxoJA9wqMlnRh9w6PkSGAQE4Brl9yglEcAQQQQAABBEoKXC7p8Bw+N4U9nP83Rx2KIoAAAggggAACuQUIvMpNRgUEEGiiwAGSzpW0duycThH+QRP7wKnqK7CipCkpIWa7SrqjvqeitQwCyUAoV3HI1CRJkyV9R9KZoZ1mB17NCH3wf7eLjeXsENDl8LtKB4FXlYR67/luCrxygOC8MIV3STpY0gs5pnSApKtC6J2rOUxyVo76FEUAgfYUIPCqPeeFXiGAAAJtLUDgVVtPTzt2jg9UtuOs0CcEEEAAAQQQQKB9BLhebJ+5oCcIIIAAAggggAACCCCAAAIIIIAAAggggAACCCCAAAIIIIAAAggggAACCCCAAAIIIIAAAggggEA3CfB59W6aTcaCQHcK7CXpMklfkPR6dw6RUSGAQE4Brl9yglEcAQQQQAABBD4m8I+Srpa0TQ6bCyQdn6M8RRFAAAEEEEAAgaoFCLyqmo6KCCDQBIG+IWxnrCR/v7pV0jdCIE8TTs8pGiSwmqT54Y3y25IulXSCpHcadD6aLS2QDIR6QNIp0dzcGYVK+RcktYYDxeu7F9+XNKFEd9aXNDtaG4PD8w668mt/53BjpV94fGkI5vmvDBNbS+BVH0lfkrSPJLezmaT+4fvPw1FI0D3RYzdLWiypVPiW+zw1JJq7u/dJOkjScxX6nrTwa2SMpDfL1FtJ0sRg5mL+fjkiCpf7YwanrEXWlLRnCEjaWJL76WOJpIck3SjpZ5JeztBgcoxbSbpX0jrhppjDnAaGdu3stfHbaA29n9K2g/Q2Dz8ftpbkvvn4VehPvG61a7oe6yHe9fjaLIbJ/U7SRmGuh4b1drekW6K1+NOwboq/uPTPxwslHR4aPSe8Xt/LYF8s4p+rp8Vek/6+fGR0/tdytEFRBBBoPwECr9pvTugRAggg0PYCBF61/RS1Wwf5QGW7zQj9QQABBBBAAAEE2kuA68X2mg96gwACCCCAAAIIIIAAAggggAACCCCAAAIIIIAAAggggAACCCCAAAIIIIAAAggggAACCCCAAAIIdIsAn1fvlplkHAh0r4D3kvIeUj+O7QXWvaNlZAggkEWA65csSpRBAAEEEEAAgVICXwt7Mn8+B5H3+J6SozxFEUAAAQQQQACBmgQIvKqJj8oIINAEgRUk7RXCZuZFYSsPNuGcnKLxAp+Ogm2ukDRT0vWSHHzF0XyBYujOq5J+KOliScti3ag2HKjYRD0CrxxwdFYUNHVirF8OQBop6cUKZNUGXn05hAB9PcOUJEPCklUc2nVu7EEHeN1eoV1/z1sQK5MlKGttSbMkbRvq2d5uyV90ZRjSx4qsEfy/JakYPFaqHa+l6eEX7n8oc7K0wCt/v/caLAZpxas7SOtQSQ48Kx6+jnW41XhJleZqWgiEOi4EKbqNYtCUA7vKHfVcD8XzpAVeeSwOUtC55QAAIABJREFUSHOwWvLw98vRsdfnJiFgbEAo6ICsG6qY3B1CAKHn1bZ7S7q/inaoggAC7SNA4FX7zAU9QQABBDpGgMCrjpmqdukoH6hsl5mgHwgggAACCCCAQHsKcL3YnvNCrxBAAAEEEEAAAQQQQAABBBBAAAEEEEAAAQQQQAABBBBAAAEEEEAAAQQQQAABBBBAAAEEEEAAgU4X4PPqnT6D9B+B7hY4RdI5sSF6j6jfdPeQGR0CCGQQ4PolAxJFEEAAAQQQQCBV4LCwd3dWnj9LGhH2+c5ah3IIIIAAAggggEDNAgRe1UxIAwgggAACVQo4oOeFKutSrT4Cm0naSdIlktLCidoh8Oqt6AbLOiEczSFBxcN9myjp3TIUeQOv+kg6UNIFJUKHSp3qjRCQ5QTzZH+SwUSVks4d+jQhCoEblzjZNpJ+Xmas8eAi92cfSXfUYZl8VdJFUSjS4Jxt3RsFKI2S9HiJesnAq2MlHS5p8xLlHXhm3+Iv7nwNe0CZgKi0Zhwi9lo4j5+vFHjViPVQ7Fcy8MqvwZMkDSwx/v0kXRd7Lh6k5iBIr9unc86Ri/t810gaEurWMyitiu5QBQEE6iBA4FUdEGkCAQQQ6DUBAq96bcZrHi8fqKyZkAYQQAABBBBAAIGuFuB6saunl8EhgAACCCCAAAIIIIAAAggggAACCCCAAAIIIIAAAggggAACCCCAAAIIIIAAAggggAACCCCAAAItE+Dz6i2j58QIIFBBwPs4PSXpE7FyN0aBV3shhwACPS/A9UvPLwEAEEAAAQQQqErgB9H+u2fkqPlYCLvyPrscCCCAAAIIIIBAUwUIvGoqNydDAAEEEECgowTaJfDKaEMlXS2pXxBcGgX8HCLpv8qI5gm88jXRcEnTY+dw07dJmiXpHkl/krSKpP8vlHWoVLE/LntK9O/JidCr1UO/dw399BiOk+RQqrTDQXA+37aJJ8sFZbnvp4WgLFe7K/rl98F1CJQbFAUiXZ4IoXo1GN0i6Xehj1+Mgq32Dze3+sf6vVjSEVEw1RMpA00GXhWLPBeCreZFY/prCNraW9J5kfmSWDsOALsyERD1QAgru1OSg9IGhOCvI0sESZULvGrUeigOIbk2i4+7Tz+SdHv48IJD6bYPc/tyKOQ1NzV4+6FKa6rcNx2vZweJOZzMx1xJIyW93lHfqegsAgjEBQi8Yj0ggAACCOQWIPAqN1mvV+ADlb2+Ahg/AggggAACCCBQXoDrRVYIAggggAACCCCAAAIIIIAAAggggAACCCCAAAIIIIAAAggggAACCCCAAAIIIIAAAggggAACCCCAQCMEkp9Xb8Q5aBMBBBBAAAEEEGikQCfsAd3I8dM2AggggAACCFQW8F67h1YutrzEDWF/Wu+ZzIEAAggggAACCDRdoBNudrAhUtOXBSdEAAEEEECgIFBr4FUexmQA0owodGdsCC5yOw7mmSRpdKzRm0M4z4slTpQn8GojSddKcsiTDwcvnSTJwUvvp7Tva6hNQ8DS5rE6Dpq6N1Z+hZCKbksf5UKW/Lz7vDARpOXHL5U0RtKbKX1ZNTw/LDx3Tpi79/JMQKLsGlFglOfAoV7FY76k70Q3vp4p0e66ks6XtEfs+TkhTOm1RJ20wCubHybp7gr9XlPSJZL2ipUbL+k/ojlbllJ3YAh1io+l0lw0aj0Uu5cWeFUuICw+rKSdx+6vaj+U5dfZueEET0nyOnq0hrVDVQQQaK0AgVet9efsCCCAQEcKEHjVkdPWyk5zv76V+pwbAQQQQAABBBBofwGuF9t/jughAggggAACCCCAAAIIIIAAAggggAACCCCAAAIIIIAAAggggAACCCCAAAIIIIAAAggggAACCCDQiQLV7q3SiWOlzwgggAACCCDQnQKdsAd0d8ozKgQQQAABBNpfwHvnXi1p6xxdPU/Sv+UoT1EEEEAAAQQQQKDuAp1ws4MNkeo+7TSIAAIIIIBAJoF2Crxyh9cLN1+KAVN+7JQoHGqypHdTRpQ18GrlEKZ1fGhjaUgzvyNDiJADsn4iaXCoe0UI5YoHL+0kaVGsf0MlOQE97YiHDznQqxgedZ+kg0IQV7LeJpJujAKqBoQnyrWfaeIlHRlCtIrlF4TgqpcqNLBWCMpyH4rHIdHczUrUSwu8OjEEU1X6cFGyb9OiILCTS4RdFU+b1q9S4WONXg/uU1rg1X6SrsswQcn1lOaboZnlRRwc5vktHvVYP3nOT1kEEKivAIFX9fWkNQQQQKAnBAi86olprucguV9fT03aQgABBBBAAAEEuk+A68Xum1NGhAACCCCAAAIIIIAAAggggAACCCCAAAIIIIAAAggggAACCCCAAAIIIIAAAggggAACCCCAAAIItINApT1p2qGP9AEBBBBAAAEEECgn0Al7QDODCCCAAAIIINB8gW3Dfsufy3FqB1058IoDAQQQQAABBBBoqUAn3OxgQ6SWLhFOjgACCCDQwwLtFnjlqThQ0sVRyFW/MC/PSTpM0t0p85Q18GoDSXMkObzKhwO0TpP0doa597WUQ6pcx4fDsvaMvh6M1XVK+jVR6NWQ8Ng5kmz7XqJ9j2mqpBGSngplxoUwrTck7Sbp3pQ+jZI0PTxeLhgrw3AKRVYNYVfDYmOy+88zNrC9pJmxAK65kkZGTq/H6icDr9Lc0k4XN/LzT4Q18WiGvu0syX0prp1SgVeNXg/uanJt5pm3eCia29qqxLrIQFIokgxMO1WS1ygHAgh0pgCBV505b/QaAQQQaKkAgVct5e/Ek3O/vhNnjT4jgAACCCCAAALNE+B6sXnWnAkBBBBAAAEEEEAAAQQQQAABBBBAAAEEEEAAAQQQQAABBBBAAAEEEEAAAQQQQAABBBBAAAEEEOglAQKvemm2GSsCCCCAAALdKdAJe0B3pzyjQgABBBBAoH0FjpD0nzm696ewb/ENOepQFAEEEEAAAQQQaJhAJ9zsYEOkhk0/DSOAAAIIIFBWoB0Dr1aRNEnS6FjPF0RBUw59eikxmqyBV/HAKDfhYKTbc6wNn2dhLEjpmCjsaUas/sqhz8eHx24NN4f+mDhHPATKwUzfkfQjScXgqROiMKopiTr28GMegw+f14FIb+Xof7LoRiEYar3wxBXBe1nGNpOhVA7v8hjioVTJwKufSTpI0h8qnCNZL894Vw+J9buGc5QKvGr0evDpk2vzUkljJL1ZYfwrSJoQhbE5CM3HY5K+EYV+PZlxbtKKJU2nSTpR0l9qaJOqCCDQOgECr1pnz5kRQACBjhUg8Krtpm5jSUOjXv2g7Xr2QYe6+X79pyRtHd7DDpbkufDxqqQHQtjw/Oh92G8lvd/i+fHvdhwu7VBwH7dF4dkHS3qlSf1aLQR77y5pQ0lfjt0XWSLp6Si4e3Ho18OS3snRr6z3c3I0SdEKAp+WNEvSLqFcqXsmtUA28z5jLf2sVHdFSeOjNe3AcAfTHyLp2Vgl31e7VtKg6N7KKdHrYrKkdys1yvMIIIBAlwl08/Vil00Vw0EAAQQQQAABBBBAAAEEEEAAAQQQQAABBBBAAAEEEEAAAQQQQAABBBBAAAEEEEAAAQQQQAABBBBAAAEEEKhSYO3ob3u9t9YnM9T3/lJHZShHEQQQQAABBBBAAAEEEOgtgTMleU+WrIf3hBkR9qLNWodyCCCAAAIIIIBAQwUIvGooL40jgAACCCDQ0QLN3Ig2T5CRg5iujkKmNo/pnizp3OhGzXuxx7JskLySpIkhJMpVHSB0pKRncszcupIuCxs8u5oDqLyhbXwzZ286PTO0uVTSntHXg4lz7BVtpu3wLh+2d79886kYbpQW7pR08ya73qC4luOAsDFvsY1kgFeWth265fkoHgdGG/3Ojv072e+sgU87RRtqL4q1k6dvybCotM2bm7UekmvTGyX7K7kRaNI6GXDmNWRbbyRe7ZHc1NqvreOi0Ks3qm2Qeggg0FIBAq9ays/JEUAAgc4UIPCqbebN4UpnRSFBu4Ue+T3v/W3Tuw870o0BBn6vdXS4NzAwg/lN4X27g5xadWwawqqL/W1W4NU6IST5sFjAVSUDB2BdIMmB2lnCtLPcz6l0Tp7PJ9BLgVd9JG0f/oDkhnxMhdK+D+OgOQe++wNgvg8X/77o37s69P7Hkp6T5NfK3VWchyoIIIBAJwt04/ViJ88HfUcAAQQQQAABBBBAAAEEEEAAAQQQQAABBBBAAAEEEEAAAQQQQAABBBBAAAEEEEAAAQQQQAABBBBAAAEEEKi/gPcc+2aOZreJ/r7x5znKUxQBBBBAAAEEEEAAAQS6W8B7v3oP4azH9WGvkz9nrUA5BBBAAAEEEECgGQIEXjVDmXMggAACCCDQmQLtGnjl65fhkqbHNlf2BrIOlbo3Rp1lg+RVJTlsaVgdpygtMGijsBG1w7p8JIOakmFMO0u6XVI8fOquMMYXYn2Nh2Q9IWn/6OvxGseSDKsq9iVPs/F+ud4JIQis2EYy8CotJCztfIdKujL2xFBJeTYnjtdPC7xq1npIrs2kTynr1ULY2x6hQD02NE9ual2PNvOsFcoigEB9BQi8qq8nrSGAAAI9IUDgVcunORl0VeyQ3xP6/Vi7Hd0WYLBGdG9hcvgwRx5r34c4VtKtGcKL87SbpazfGzoU2/cAikej38s5JGg/Sf8hKUsoWNo4fM/GQUC/qTDILPdzsjhRJrtArwReObDNgeO+P1RNaLzv6/m+nwMJ50gaJem1FObPhnLbSbpZ0sjoXuCL2aeDkggggEDHC3Tb9WLHTwgDQAABBBBAAAEEEEAAAQQQQAABBBBAAAEEEEAAAQQQQAABBBBAAAEEEEAAAQQQQAABBBBAAAEEEEAAAQQQqKvAjmF/sDyN3hkFXm2fpwJlEUAAAQQQQAABBBBAoCsF/knSTElDcozOe/Z631oOBBBAAAEEEECg7QQIvGq7KaFDCCCAAAIItI1AuwZeGaivpEmSvhXTmh82mv1DeCzLBsnJDX3rgZ+2yXQ/SVNjG2hPk3SipL+EE64eNsLdNdrQ/D5JB0ny5tnxoKw3JO0WC/VKhmSlBW1VM574vLv+VokgsSxtVrJPBl59X9KEDA3X2rd4gFha4FWz1kPSJ+smy40Ip0qGfDV6k/QM00wRBBCoQYDAqxrwqIoAAgj0qgCBVy2b+U3D+yC/Dyx1/EsU+LykZT1MP3E3BRik3Vvwe+9ZknyPwe8b35W0ZggfO1LShjEWv28/TNLdTZwj3wvwh098TyR+NPK9XFrwePHcNrDTryW9Ex70e9etozCwLVJcFkf3O46IAr4d2l3qqHRPoYncPXOqXgi8+koUVLVQUv8wq1nvxRQXwcqSzgr38/x9Ylj0wbFFZVbIweHDZS7i+1kTw/eTnllUDBQBBHpaoJuuF3t6Ihk8AggggAACCCCAAAIIIIAAAggggAACCCCAAAIIIIAAAggggAACCCCAAAIIIIAAAggggAACCCCAAAIIIIBAqoD3CPtqFTb+W+X/rKIeVRBAAAEEEEAAAQQQQKA7BHYIew8PyDGc4yVdkKM8RRFAAAEEEEAAgaYKEHjVVG5OhgACCCCAQEcJtHPglSEHSbo82qx285jqyZLOjTaSfU9Slg2SmxVw5C6ODX3z/98lyRvfvhD6vomkGyX5ptOMUPYtSauFm1F7hHLHhOf9z7XDJtzbpjxXy0KrNVTK565k36rAq3i/CLz6YJWsImlKCIvzvxu5SXot65K6CCCQTYDAq2xOlEIAAQQQiAkQeNX05bCxpLMllQq68s/zBZIcDPxY03tX+YTdFGAQD6TxyP0+8bgQRJ0cp593UI5Da46KMd0Q/v1yZbq6lNhG0pXR/ZCBidYa+V4u+R7ep75J0nhJv4nW6vslRvYpSf7g/fdiIUMu6vU9StJLJepVuqdQF0ga+YhAMwKvWk1ebfh4sd87S5oryaH2V0gaLWlZmUH5nt5l0feVfUKovQOyHAzHgQACCPSCQDddL/bCfDFGBBBAAAEEEEAAAQQQQAABBBBAAAEEEEAAAQQQQAABBBBAAAEEEEAAAQQQQAABBBBAAAEEEEAAAQQQQACB7ALebP687MU/UvL/RvuJ/bOkv1ZZn2oIIIAAAggggAACCCDQuQIjJV2So/v/K2lE2OcnRzWKIoAAAggggAACzRUg8Kq53pwNAQQQQACBThJo98ArX8d4c+qrY6jPSSpuIJtlg+Tkhr6N3CDa/VkYNsZ9Q9Juku4NffdGz9PD/58QAoj8zxWirwmSxoXn4mFY8faWStoz+nqwDgusmwOvdpK0KBhlCbxq1HqodpPlRqzXVSVdGl43pmnUmOuwNGkCAQQyCBB4lQGJIggggAACHxUg8KppK2JTST+UtEuJM7Z70FWx290SYBAPo/HYfD/hMEl3V1gRDnG6QNKhsXL7SbquCStprRCCPTTlXI16L+f7EmdEweK+V1A8pkly4Hi5sJ94F78q6SJJg2MPHh3ei6YFi2W5n9ME7p46BYFX5afb3y98T25/Sb6n5xCrOzKskH0lzQvl4vf0MlSlCAIIINDRAt1yvdjRk0DnEUAAAQQQQAABBBBAAAEEEEAAAQQQQAABBBBAAAEEEEAAAQQQQAABBBBAAAEEEEAAAQQQQAABBBBAAAEE6i6wRrTn2VPR/mDes6na4+wo8Oq0aitTDwEEEEAAAQQQQAABBDpS4CxJp+bo+UMh7OrxHHUoigACCCCAAAIItESAwKuWsHNSBBBAAAEEOkKg3QOvjNg3hEMdFROdI8kBUl+SdE/s8e+H8Kg4vjesdWDWHuHB+yQdFDa6rvckrR7OtWtouBhstUoYg/ucDMJy0b0kLQh17gohXw64GhuFZ00Oj8+V5LT21+vQabd7bqydnSXdnrPdAyRdG6tzTNgYuPjQ+pJmxza7TpubtFN6Q/ErY094k+8bcvTNAWkzQ/m0wKtmrYdqA68aEU7ViBCtHFNCUQQQqLMAgVd1BqU5BBBAoBcECLxq+Cx3S9BVEapbAgziIdIemz8c7mCndzOsiK9Iuj56nzsglHUA1ImS/pKhbrVFVgznmBh7T/sPkgaGfzcq8MpjvCq6v7JjOM9iScOjcLDf5xhIWmD5reFDNX9MaYfAqxy4dSpK4FV5yPj9pCskjc4Y+LampEvCvT3f8xsWC2Kv09TRDAIIINCWAt1yvdiWuHQKAQQQQAABBBBAAAEEEEAAAQQQQAABBBBAAAEEEEAAAQQQQAABBBBAAAEEEEAAAQQQQAABBBBAAAEEEECgZQLTw95mtXZgkKQna22E+ggggAACCCCAAAIIIND2An3CHrjeryfrcV3Yl+fNrBUohwACCCCAAAIItFKAwKtW6nNuBBBAAAEE2lugEwKvLOhf3v4kFp7kx/5N0q8zBF79XQiN+laYirTAqXrN0gohcGtcaNBBW8dJ6i/pmmjD2yGSioFWL8ROupEkB1qtFwKxHED1hKRLw0a5LuqNtadEm3MnN5Kspu/xgC3XT4ZVZWkzGZqVDKaqNvBqp8TGwMXQsCx9chnbexNzH2mBV81aD9UGXsXD0TyGB6MPLhwo6emsACnlkptaF9elXwscCCDQeQIEXnXenNFjBBBAoOUCBF41bAocdHWWJL+HSzv8c9vhxg4Afqxhvah/w90SYFBL2PMa4X18MQSqUWFT8dnbPnx4xQFUz4UQbAdn7xIKNaoP8XsSPpXvPZwi6Z2cS8sB05dF78X3CfX8ntOvjV+ltEPgVU7cOhQn8Ko0Yjy0yqX2k+QPhmU9/Dr1H7D4yBOWlbV9yiGAAALtKNAt14vtaEufEEAAAQQQQAABBBBAAAEEEEAAAQQQQAABBBBAAAEEEEAAAQQQQAABBBBAAAEEEEAAAQQQQAABBBBAAAEEWiOwTdgfrNLZz5XkfbHKHbPDvlGV2uJ5BBBAAAEEEEAAAQQQ6FyBfw77BW2RYwiTJX0nR3mKIoAAAggggAACLRcg8KrlU0AHEEAAAQQQaFuBTgm88vXMwZIc1FM8vPnzNEn/HnvMm4hPSNFObnJdz/Co5OniYVLFwKXPx0Kc0jaOXjURbuUAql8mQrB2k3RvnVZScjPrvJvxJvv7VAjmejTWv2oDr5L18oQz9ZM0NSTVuytpgVd+vBnrodrAK6/1M8KX++pN8b8RfXjhyRrmPmnq141fA3+poU2qIoBA6wQIvGqdPWdGAAEEOlaAwKu6T123Bl0VobohwCAZdlzq/WGpxZEMI85bP++i+0y4L7BHqHiypCslXdWEwKvk+9fxkvyVN3Db72dPS9yXOSQK956VgkHgVd4VUnt5Aq9KG+4raV54Oi2ovpL+BpLmSBokaWn4A5SfV6rE8wgggECHC3TD9WKHTwHdRwABBBBAAAEEEEAAAQQQQAABBBBAAAEEEEAAAQQQQAABBBBAAAEEEEAAAQQQQAABBBBAAAEEEEAAAQQQqLPA3ZK+VqFN72/2I0lPR3tdrVGh7Ncl3VznPtIcAggggAACCCCAAAIItIfATmGP5LVydGd02DM3RxWKIoAAAggggAACrRcg8Kr1c0APEEAAAQQQaFeBTgm8st+nJF0g6dAymKUCr74i6XpJA0JdB0d50+VnM07MzpIuis79jKT/kXSrpOuijZz/mlJ/oKRrooCrIeG5vaNNczeMbficttnzCuH5caGOA4keknRJ+LfPN0LSHzP2t1KxZGBV3s147TFXkgOmfPj/R0ZBUq/HTlxt4FVyU/E8fUvOc6kNyZuxHqoNvDLhKEnTY5bbSKplo+QtQuBacb5OlXROpUXC8wgg0LYCBF617dTQMQQQQKB9BQi8qtvcOOjq7CiM2B82SDv8c3qBJL83dXhtpx7dEGDg95YHSdpR0uqSlkk6UtIrGSclGah8X2jP4dv1PlYMAVN+r+Zjfnhf+H4Ii9olPH5bCAPPMob4/R5XL3W/xM9tEn3dGLtnkid4OmlxQAgmdzC2+/8TSQ7ZTh7lAq/WlOR7KXuGeyv9Jb0qyXPgfvr+zstVTIKdN5fkULGtona+HO5rvBGd72FJ/iOEG8L9mHdLtF/tukjeI7lU0hhJb5YZx0qSJobQbher9d5QMwKv8t5nrDQn/j7q76m/kPRWCaukbbml4XlPhsn3jb5HXBjdIzw8VPT9Eo/jvRxrLHkv6/xobh1a93aONiiKAAIIdJpAN1wvdpo5/UUAAQQQQAABBBBAAAEEEEAAAQQQQAABBBBAAAEEEEAAAQQQQAABBBBAAAEEEEAAAQQQQAABBBBAAAEEEGicwLGSvO9XucMhV+uFAt/KsFH9r6PAq80a12VaRgABBBBAAAEEEEAAgRYJHB3t1TMjx7m9d473FL4lRx2KIoAAAggggAACbSNA4FXbTAUdQQABBBBAoO0E8m5EW8sAkhvQ+ubM2DIb1qadayNJ10oaVKIjpTZwTm5e6+r+5bI3n/Wm1+UOp6W7r0NjhfYLgVdp9ZKb3F4syQFT3vTZGz4Pk/RoSsW9wia+fuqJEG61dSg3IWx+nWez3Upz5Y2+vcFy8fAGwg5aeqkKD4ddXZaoV23glZtJBmpl6VtaIFqpwKtmrIdaAq++FjbaLpIeJumqShNa5nmvPb9uiofXsjfx5kAAgc4UIPCqM+eNXiOAAAItFSDwqmb+Xgm6KkIRYCAlw6xvDh8aea3m1fTxBvwezSFTDlNyoJbvG/gD7MmAokYFXq0dgrW2DV1zANQxIawquRbqNfy0wKsfhfN+T5JDrkod/gDPD0NQdKkQpHjdPlGI9PYhrC7LHwU4XOlMSf8VQruS/fC9rHNjD/oexu0VYOL3fFw0S4Bacl58D+8sSdXOSTsFXvn3ltuFQK8sc7IkzMm8lBCpWgOvkoFv1d4zid9nWyxpuKTf1+sFQzsIIIBAGwpwvdiGk0KXEEAAAQQQQAABBBBAAAEEEEAAAQQQQAABBBBAAAEEEEAAAQQQQAABBBBAAAEEEEAAAQQQQAABBBBAAAEEqhL4h7A32OoVavtvB+P7OP1S0hYV6oyJ/m72/Kp6RSUEEEAAAQQQQAABBBBoR4FzJJ2So2MPhn2LvM8wBwIIIIAAAggg0JECBF515LTRaQQQQAABBJoi0GmBV76ucbiSQ6TSjlKBVy7rzZRn6YNNq4uHQ69+IOkPJdr7jKRJ4eZQscicEAxVbpPr+Ca3L0tyCJY3rp4b+v96yvkc5uXn10t5LsvmyXkXzBohyGufWMX5kr4j6ZkSja0bfnm+R6KOg7KShrUEXjmQaoqko2Ln8ebfDih7MaVv3gh7YqK8i5UKvGrGeqgl8OoL4YMN3nTZh29o+rVabeDZuLCxt9t6TNI3JD2Zd8FQHgEE2kaAwKu2mQo6ggACCHSOAIFXVc+Vg658Pb5jiRb8c9kBvX4v6mvtbjkIMJD2leRwneJR6/uyUmtjHUkzwz0Ll/m38L7bc9CswKsVohClM8L7zmI/HSrl99lXSvJ9jXofyffM0yW5H/H7AJXO6T7/e0oAUrye7y+cGr4qtRd/3qFfDtU6L6X9ZEDSCeEeRqn2PS4Hmfu9efzYJgri+nmZTu0gyfdpfD/J/fH9mzvyDCJRtl0Cr3xvz8HcUysEm6UN1fNxWiK8vtbAq3iAmT8gdqCkp6twTq6LQ8J9yCqaogoCCCDQEQJcL3bENNFJBBBAAAEEEEAAAQQQQAABBBBAAAEEEEAAAQQQQAABBBBAAAEEEEAAAQQQQAABBBBAAAEEEEAAAQQQQACBDAIOpPp2hXI3SBqaKLNLFHh1a4V6/yvpnyX5b3c5EEAAAQQQQAABBBBAoHMFPhFd23tfXO+bkvXwHsPeg+TtrBUohwACCCCAAAIItKMAgVftOCv0CQEEEEAAgfYQqDXwKl7fIyoXOJXcgHaGJG8q+1ZOik9Fmz5fEIUyHZpSr9z5vcHwmKiOA668WXDxWBKFYF0u6WeSnpXUR9IXJe0WbgzFA7Kek3ShsKvYAAAgAElEQVSYpLsr9LlUeJW9zoo2kk5uBunmVpV0qaRhibbvknSwpBdyOmUpPiiMffNYYf9i3BtN3yLpd+Fxe+wehU0dk9iMeLGkI6IbbmlJ8bUEXvm0aX3zXHnd+Jf83nDba2EvSQ4Y2zBlwOUCrxq9HmoJvPL69MbPI8KYygWlVZrnerZV6Vw8jwACzREg8Ko5zpwFAQQQ6CoBAq9yT2evBl0VoXo9wMDh135/Xgx7rkfYUNoidDi2Q7ZHhyeTAdvNCrzy6R2+7Q/UxO8P+HGP3SFL7pvvTziE+v3cr6iPV0i+Z46XcHjcZZIWhff+dtoshI/7g//Fw33zPRSXSztWjPp/Ygjuij9/WwgiukfSn8K9ha+FewtbJxo6JbqHNFnSu7HHVw9Wu4bH7HZcsErrx9rhfNsmniwXlOXf6znYyUFZPupxb6hdAq98z+zacN/HY/N9KBteH+4v2dpzNzi6T3e4pOGJOT861C8+7LK+9+H7eV4nC2PlXfa6RP13Yv9O3jOpNJflln5yXTjI3esnfr46vHRoAgEEEGgbgV6/XmybiaAjCCCAAAIIIIAAAggggAACCCCAAAIIIIAAAggggAACCCCAAAIIIIAAAggggAACCCCAAAIIIIAAAggggAACNQkMkXRvhhb8d4+PppSbGfYHK9eE90s7PsM5KIIAAggggAACCCCAAALtKeA9eb0vyVdydM/7Cn03R3mKIoAAAggggAACbStA4FXbTg0dQwABBBBAoOUCnRh4ZTRvPu4QoHgYlR8vF3jl570JrkObzk6EXmWZCIctua7DrtICq+JtlAqv2lnS7SVO5gAmb2Q8LvF8ozfI/aqki8JGwlkcimX8S3r/Ev03JSrVGnjlZjcJwU/JDbdL9dMBXO6XN432US7wqtHroZbAK/dtVAge8/8/FTbxTvvAQ6U5S85DuQ21K7XF8wgg0B4CBF61xzzQCwQQQKCjBAi8yjxdW0TvG38oaYcSNfxzeEF47+lQnm49ejnAIC0kKRlEVa95P1DSxeH+hAO2Hd7061jjtQReVdPHbSRdmXKvJd6W++nwJYdM3SfpfxJhUFnPWyrwamK4Z+Mwq+ThcKJ/l3Rs7InzJZ0c3Ut5O6V83NdPO1jpO1HI+TUlyq8cgs99H6YYlO5+OIzar/vi4fs3Z0jyPTUfle49eKwOYYqHr7ueQ9UczP5mSt+T95XOCed7LytwSrl2CLxKBnl5PX1T0p0l7rU5xOogSdNifuVCwfPei0neMxkvyV+V7vulTcNKIVxtbHiyHiFlNUw3VRFAAIGGC/Ty9WLDcTkBAggggAACCCCAAAIIIIAAAggggAACCCCAAAIIIIAAAggggAACCCCAAAIIIIAAAggggAACCCCAAAIIIIBA0wR+VuZvy4ud8N+/JvcFKz73hbA/VKUOe2P8ByoV4nkEEEAAAQQQQAABBBBoO4FdQtjVGjl65v1xpucoT1EEEEAAAQQQQKCtBQi8auvpoXMIIIAAAgi0VKBTA698feOwpR8n9CoFXrm4624cNrD9ekb9q8Jmxs9mLO9i3uD23Fh5bwTtTXq9mW+pY6/EJsouN1TSDTnOW01R3zg7UdK3MgSBeYNo3ziz/R/KnKwegVdu/jOSzgobIJcbmzfbdnr9BpJmhoKVNp1u5HrIu8lycmwehzdVHxSeOETSrComN76mlkraM/p6sIp2qIIAAu0jQOBV+8wFPUEAAQQ6RoDAq4pTRdDVR4l6NcDA9wuGh/e8xXAiv4c/LIRfV1xIOQr4vd7lURBSMeD56BCAFLdvduCVu//lEMad9X5JMQDL719/EQVQ/ymjQVrglUONHF61rEwb/yTpJzG3UqFCAyT5Xs6OoS0HVznE3HXLhRmlrQHfkzkqumfycqxfO4XQr+JD5e7dxO8P3Rz9McIeoVK5+0QOAL9Rksfhox73htoh8CoZ5DUj3D97q8ycO4hsUrgP6GLlQsHz3otJzmO1916K3Y/PNfdgMn4zoBgCCHSsQK9eL3bshNFxBBBAAAEEEEAAAQQQQAABBBBAAAEEEEAAAQQQQAABBBBAAAEEEEAAAQQQQAABBBBAAAEEEEAAAQQQQACBjwkcGf6+txyN/5bWoVbvlin0g7A/Wbl2bon9jSlTgQACCCCAAAIIIIAAAp0h4P1qLsrRVe/RO0LSbTnqUBQBBBBAAAEEEGh7AQKv2n6K6CACCCCAAAItE+jUwCuDrRZt/OuNcfeP6WUJvCoW7yPpS5L2keQNcTeT1D88uSTaTPghSd442b8o/p8KGyKnTaDbXBgLkMqyie9GkuZGwUbrhQYXh822f9+kFbJmCETyhtAOBXNolQ97/DJY+MZZlg2s6xV45fP7evaLYYPnnaN+fCW4Fvt1jaSfS3o72vj44JyBV41aD3k3WU5OcXJD5yzrJ9nGSpImhs2j/dwVkkZX2Dy8SUuN0yCAQA0CBF7VgEdVBBBAoFcFCLwqOfMOunLA7vYlSvjn7gJJfq/5WA+tn14NMNhG0pVRENXA2FyfEr3/nFzhQ+h5l0bfEODj0GkfDmb6dsp77VYEXrk/fj/qwKsxkrbOMbisAdluMvme2SFGB4R7MeVOmXyfWyroOhkonuc9tednSgi5KvYlGTjlNeJ7EUNCgXMk+R7be4nOOzhtavggksfoMuMkDY6Cxx3CtZuke1MGPCoEr/mpLAHqWaapHQKvkn3IOi+eT7s5iN7fix2wZs/kkfdeTDKsfqsS85HF12WS6+7AKMh8dtbKlEMAAQQ6TKBXrxc7bJroLgIIIIAAAggggAACCCCAAAIIIIAAAggggAACCCCAAAIIIIAAAggggAACCCCAAAIIIIAAAggggAACCCCAQAkB/z2p/1ZxQAWhQyVdXaGM98d6Ovqb4XUrlBsu6VpmBAEEEEAAAQQQQAABBDpC4N8lnZyjp/eHPWZ+l6MORRFAAAEEEEAAgY4QIPCqI6aJTiKAAAIIIIAAAggg8BGBHaJNsOeHcK9Sm3iXI/unKLTsJ1Hw2uah0H6SrsMYAQQ6XoDAq46fQgaAAAIINF+AwKuPmRN0VX4Z9lqAgX+Hsp2k/0yEXU0LHzpZVsdXrc/loObiB9ufkORQnEdTztGqwKtiV9zXz0naXdKukvwe1QFOlQ6HU38vvP98v0ThZDCRPY4LIVCV2q8UUrSCpAkhIMltOVjKYed3VGo49vxOUZjVoti/k4FWyZDqW8MHjv6YOEc8DNwB59+R9CNJw0K5E0K4VrzaKuExh175yBoKVWl47RB4FQ8Ac3+fC/PuwPhSa6XSuOLP5wm8Sq4TB2l9I3o9PpnnhImyyfOfGgXIee1wIIAAAt0o0GvXi904h4wJAQQQQAABBBBAAAEEEEAAAQQQQAABBBBAAAEEEEAAAQQQQAABBBBAAAEEEEAAAQQQQAABBBBAAAEEEOhlgcmS/Hee5Q7//aP/zjbLMSIKvLqqQkH/De6/ZGmMMggggAACCCCAAAIIINAyAe8r471w9s/Rg9lh75m/5qhDUQQQQAABBBBAoGMECLzqmKmiowgggAACCCCAAAIILBdYTdJlYWNuPzgy/Dsr0b6S5oXCN0g6StLLWStTDgEE2laAwKu2nRo6hgACCLSvAIFXy+fGQVdnh3CjtAnzz9kFUfDK9yU5/KRXj14KMPDvTxzmdFEi7Mr//m7GAKY862RQCCYeHCodHYVKXSopae6nWx14lRzXStGHcf5Z0tdC+JUDsPqXGLxDphxMdWUUfvVuSplkMFAyUKqcqQPDZsYKbCXp3ti//V7aHxraIzx2VwgZeyHHRA2UdE0UejUk1Lk5fKjotVgb8X4slbRn9PVg4hx7he8pfvh0SRMlnRkL40oLs4qHZLneIZJm5eh7qaLtEHjl15vXhf8IJH7cFF4XnqsXawi/yhN4lQwW89w5fO7pGqyTc5dnXddwWqoigAACLRHopevFlgBzUgQQQAABBBBAAAEEEEAAAQQQQAABBBBAAAEEEEAAAQQQQAABBBBAAAEEEEAAAQQQQAABBBBAAAEEEEAAgYYJbBr9HeoDGVrfTNKvM5QrFlkU/c3rThXKf0/SWTnapCgCCCCAAAIIIIAAAgg0T8ABtd63xu8Zsh7eT2Zc1sKUQwABBBBAAAEEOlGAwKtOnDX6jAACCCCAAAIIIICAFA+tmi/pSEnxDbZLGfWVdKGkw0OBvGFZ2COAQPsKEHjVvnNDzxBAAIG2FSDwSg66+mEI6WnbeWrjjnXC7xiq4esTAm4uSAQ3NSrs6lNRiJXPdWjo7CUh/GdZic63W+BVspsOwPpiCGn2e1WHRMWP5yQdFgXM3Z0yvmQwkUPmJmScxEqBV8mwKn+I6Lic4WWrhiCyYaFP90k6SJLHVDw2kjQ3CqNaLzxwjCQHWBWPFcKYih9I2lnS7ZIOkHRtKJQWxhUPyXpC0v7R1+MZbcoVa4fAK/dvnRBY5jWQdiyRdIekWyTZPcs9kGI7eQKvksFot4VgtFdqsE4GXqUFmtXQPFURQACBthIg8KqtpoPOIIAAAggggAACCCCAAAIIIIAAAggggAACCCCAAAIIIIAAAggggAACCCCAAAIIIIAAAggggAACCCCAAAII5BBYKGnXCuUnS/pOjjZddEgUeHVvhTrvRn9n+YXE36zmPA3FEUAAAQQQQAABBBBAoAECu4WwK+/RkvUYJenirIUphwACCCCAAAIIdKpAJ2xGyYZInbq66DcCCCCAAAIIIIBAIwW8AbM3SPYG129I8mbbizKccAdJDsjqJ+kGSUdJejlDPYoggED7CxB41f5zRA8RQACBthPo4cArB12dI2nbEpPin6udcP+81WuqG41WjoJ0xkj6XnjfVDQ+T9JpkkqFUFU7FzZ0EHHxAyqPSBoehR850KjU0e6BV/F+O3T56ODZP/bEFZJGp3g2MvCqHqFDq0iaIskfKvLh+XJQlcOYioffb0+VNCI8MC16336ipL+Ef68ePsTkP3iIB2bFg7L8Pt8fdir+8UIyJKuasK6s6yltTNWu72K90yWdWcasWO6rkhwsNzjDCR1+NU/STdFr6H8kJX+fGG8iT+BVI15fybA1Aq8yTDBFEECgYwX4fEfHTh0dRwABBBBAAAEEEEAAAQQQQAABBBBAAAEEEEAAAQQQQAABBBBAAAEEEEAAAQQQQAABBBBAAAEEEEAAAQR6WuDz0d+G/h9JK1ZQ2FrSPVVI3fr/2LsPaPvOuk743wUMccSAQVpgFCwR0YHIUKJIlyodQQgkFBMIEgyEKNIE6axoiNRFKEIIoQZpKl1AAUFBlLwICCPk9YVQBAYQY5jAevfPec643Z6y9+3n3s9e678g9zz18zxnn3vPPff5Jrn1inobCdPawFBUIUCAAAECBAgQIEBgpMCD2zkyI4vnS+3MmXeMraAcAQIECBAgQGCdBdbhMEoHIq3zDjN2AgQIECBAgACB7RS4VZJz2iHsiw4L7/dfB7efmuSkFpJVh2+/cTsHqG0CBHZUQODVjnLrjAABAvtD4AAHXt2wBfAs+lBwfXDgivtjlbd1FuvwO4YpABVU9JQkvz6o9DvtZ6kLpjQ2sux12891FYhTV/2cdvaK8J7tCOQZOdwNFat9UuHLL+uCmw9vLZyf5A7dv48MWtwPgVc1pZOTPKPN7T1J7t0Ff32h/fd1kry5WfSDjyrYuoKsbtfKPagFXdd/Xrnti1lIX/+xDS1Kr9JwP+1m4FUN6/ItnLuC0mbPi2VzrHCwVyV5XJIvLii424FXQ2OBV5vdteoTILCXBXy+Yy+vjrERIECAAAECBAgQIECAAAECBAgQIECAAAECBAgQIECAAAECBAgQIECAAAECBAgQIECAAAECBAgsE3hMF3j15BVE7+oCr24xkfF+3d9MvmRFnc93f0t6RJLt+HvmicNVnAABAgQIECBAgACBJL+b5DcmSHywnR30mQl1FCVAgAABAgQIrLXAOhxG6UCktd5iBk+AAAECBAgQILCNAv+1Hbr+kBZgdbckb1/S343bIdB1wPgL2wHc397G8WmaAIGdFRB4tbPeeiNAgMC+EDjAgVez9avgqwozqjAe13SBdfgdw9hZXSXJ6Unu3qtQQTqPTvL8LiDtorENTSz320meOLHOquJbEVh0oyQP737m/P4WOvSkFri0qu9Fj/cDmGdl7pnk1YMK+yXwqubxlhZQXfvotkne3+Z6QttT9Z9lXPuurot3/8r5Ue2/+6FI/fYWhYVtdG32WuDVbB6XTPKzLRitnpdXXzHBCvQu2wosHF67HXhVwV2v6N6zucGctd3ouqlHgACBvSrg8x17dWWMiwABAgQIECBAgAABAgQIECBAgAABAgQIECBAgAABAgQIECBAgAABAgQIECBAgAABAgQIECBAYIzAJ7ozmn5qRcH7J3npmMaS1N/YfjrJD68of1ySPxjZpmIECBAgQIAAAQIECGyfQJ3zelaSX57QxStb2NV3J9RRlAABAgQIECCw9gLrcBilA5HWfpuZAAECBAgQIECAwDYKXKM7fPwl3UHaRyV5bTvc+etz+qs3TesQ7Tr8uT5UUQeLf2wbx6VpAgR2XkDg1c6b65EAAQJrLyDw6v8u4c8leUqSmy9Y1HqdrTCVx3UfRDh37RfeBIYCFaTz4iQVijO7zmthRK9PMvw9xVYK7tXAqzu2PT+ba42zniObsbhPkjN7eMfMCdHazsCrYehQfbDoxBYgPXZND2sfSLpdq/Ce7o8M7p3kC4MGLtfK3aZ9fRZs1f/ZfBiEVUX77rO2K+Dq5C4867TW1jlJju++9o2xg15Rbq8GXvWHXb/PvGyS6yQp+1svCMAqo8d0oWEXDuY8JfDqMklelKRCxet6W1vjr27Cu+4xFe52ZGujH2a2iWZVJUCAwJ4U8PmOPbksBkWAAAECBAgQIECAAAECBAgQIECAAAECBAgQIECAAAECBAgQIECAAAECBAgQIECAAAECBAgQIDBS4B5d4NWrVpStv0P+8SRjDrM/NclvrmjvHUluNXJ8ihEgQIAAAQIECBAgsH0CP93OjPkfE7p4ajvvZEIVRQkQIECAAAEC+0NA4NX+WEezIECAAAECBAgQOLgC9T390Ume3x1+fWiSeQeGl86d2hunVebYdqj4Zg4qP7jiZk5g7woIvNq7a2NkBAgQ2LMCAq/+09IIvtqzu3XbBtYPEZ518rdJfq0L1fmLbev13xveq4FXFSz05iSHt6FW8NdxSeYFLI9lqmCol/cK73Tg1TDIaFFY1bL5DEOzFoVPXTzJk7rgpUe1xmbhWhXa9IokN0gyr/9rJak2j2hBXPXHCRVa3Q9gOqUFWm/Vz/TrEHg1XJOLJakPiNUfeFSQ2uz6QJJ7Jak/FOlfUwKv+qFk1cZHWmj4Z8Zu9DnlhoFXT+v+iKWe+2P+kGUT3apKgACBXREQeLUr7DolQIAAAQIECBAgQIAAAQIECBAgQIAAAQIECBAgQIAAAQIECBAgQIAAAQIECBAgQIAAAQIECBDYQoH6G9vbr2jvye1vBZcVu3aSvx4xrvob9w+NKKcIAQIECBAgQIAAAQLbJ3C7dmbrYRO6eEA7F2ZCFUUJECBAgAABAvtHQODV/llLMyFAgAABAgQIEDi4AockeUp3GHYdev3+Fnr1uR7HldqboPUG6vOSPKI7FPrbB5fLzAnsWwGBV/t2aU2MAAEC2ycg8GqhreCr7dt2e6nleWFX9TPVCUk+vkMDrZ/T/vvEviqQ51eS1PjrqkCk1yS5oP33hUleleSLE9vtF79c+wDObdoXv9XCk9+4wTYrAOrxgw/u3yTJnw3aGwYTPa4FR43pdhiodcP2M/Ks7jCEquZ0lyTvGtN4K3PHJH2DZcFF/bIVonaPJD/ShV29vbV1epJHJvlOr/9hKNeDWvBaPwTrtoN5TRj+3KJ7IfDqyCS3SHLdZnRSC5paNbdLJ3l2L/Sq1rRCwj64Yl8tCguvavW709qr9a+uc9vz7ZOrBrPk8eG+fnSS2jsuAgQI7EcBgVf7cVXNiQABAgQIECBAgAABAgQIECBAgAABAgQIECBAgAABAgQIECBAgAABAgQIECBAgAABAgQIECBwsASu0wVefXjElH8qyaeWlPujJPW3xMuuZyZ52Ii+FCFAgAABAgQIECBAYPsEHtLOMBnbw/ntLJ4p59aMbVs5AgQIECBAgMDaCAi8WpulMlACBAgQIECAAAECBAgQILBUQOCVDUKAAAECkwUEXq0kq+CrJyf5xQUl6/W3wm8qlKdCUVzrI3DFJGckuVNvyH+c5MQk5+3xaQwDit6WpMKevrqF467fH52c5LRemx/qbO7fAramdlXhXK9MUsFGdb2zhRTVh3f613YGXlU/w8Cq2gM1z1lY2LJ5DcOVqmztnzctqHTVJK/oAq5u0B6/c5Jr9gK85oUuDUO5KrT6o0le2Np4a/uw0z9NXYAl5fdC4NVwXY5P8uKRc/ztJE9sZbci8KqaqtC75/f6nxfONnJ4/1asws4qhG523bMLrHv1lAaUJUCAwBoJCLxao8UyVAIECBAgQIAAAQIECBAgQIAAAQIECBAgQIAAAQIECBAgQIAAAQIECBAgQIAAAQIECBAgQIAAgYUCv5/koSt86m8Hj15Qpv729+Ur6n8pyRFJ6u8jXQQIECBAgAABAgQI7I5Ana/z8Aldf6Cd//IPE+ooSoAAAQIECBDYlwICr/blspoUAQIECBAgQIAAAQIECBxAAYFXB3DRTZkAAQKbFRB4NVpQ8NVoqrUoeIkkT0jy6N5oNxPmtNOT3onAq5rT1doH6SuEana9P8nDknwkyTDQYpHDVZI8dxAuVm08a04b2x14dXiSlyW5RRts/QHAg1oY17L51O/T6g8OKgTp0FZ3UWjXzOG/Jjm9hSfV117Q/fdlWvjRp5PcLcnH5qD1w58+kaTCrW7Uyj2p7d3vbuGm2wuBVz/a1uCoNq8Kn6vQqy+umOcwhKw+EHavOaF1w301L2ys39WNk7y394X7tn2zUfZHJXlqq1whb3doz6GNtqceAQIE9rKAwKu9vDrGRoAAAQIECBAgQIAAAQIECBAgQIAAAQIECBAgQIAAAQIECBAgQIAAAQIECBAgQIAAAQIECBAgMFbgB5N8Jkn9Heay6/ZJ6u8i+9fFk9TfktbfTy67Tmh/fzp2TMoRIECAAAECBAgQILB1ApdKclaSu0xo8uwWdjX23J0JTStKgAABAgQIEFg/AYFX67dmRkyAAAECBAgQIECAAAECBOYJCLyyLwgQIEBgsoDAq8lkFXxVgTOzsJxhA/V6/MYkj0ty7uTWVdgpgVslOacXXHRekgq06Qfc7NRYNtLPTgVe1dju2T4oPwt5qq9VSNSZ7esVyHTRgkkcluTOSX6rCzO6eq9MPUfqA/hfmlNvuwOv5s3pa0l+I8krklw4Z0yHdH+QUAFJFV41cyiDByZ51YoFPC7Ji1qZLyepEKxqo/ZfBTp9Y079a7XHj5jzWO3dd2xk0yypsxcCr+aF0L0wyWOSfGXB2Gtdag2e0luX01qd4ToO91WFTz1+yd79iba212l9Py3Jb3f/NhI09n3d+GpcD25tVVBahXItmtcWL6/mCBAgsOMCAq92nFyHBAgQIECAAAECBAgQIECAAAECBAgQIECAAAECBAgQIECAAAECBAgQIECAAAECBAgQIECAAAEC2yTwkC7w6tkr2v5wF3h1vUGZ+tvHR6+o9+4kN9+mcWuWAAECBAgQIECAAIHlAv+9hV397ASoJ7fzRyZUUZQAAQIECBAgsL8FBF7t7/U1OwIECBAgQIAAAQIECBA4OAICrw7OWpspAQIEtkxA4NWGKa+bpAJQBF9tmHDXKl4qyXOS3K83gvcneWsXlPO/NzCqCtap0KMvzql77yQv7339jC7g6OQuAOqCDfTTr7KZwKsK7Xlir7EKZ6sQt0VXBRE9KEkFBPVDr2blKyzsb5PUh/G/0774I0n+R2daAXHD60Nd0M+JST6yoMOdCLyqOZ2S5OmDMbwtydnd8/p9Sb6Z5NJJbpik1vHWg7KPbCFGi8K+ZsUXhVfVOtQfKwxDQareZVpI1t0Gfb6njeULm9w/w+rD/XR++0BWBYFt5Pp/uj/M+ONBxf6+q/1yjySfGpSpgK+zkhzV+3qVeUm3DhUS9bn29VqXCqKqkLrb98pWu0d3bVcI2/D6qSSvSXLN3gOv7e3DCmH7ZO+x2uvPTXJs+9qygLJVRldu++qmrWAFp9X+mT1fVtX3OAECBNZNQODVuq2Y8RIgQIAAAQIECBAgQIAAAQIECBAgQIAAAQIECBAgQIAAAQIECBAgQIAAAQIECBAgQIAAAQIECCwT+ODgbx/nlX1okme1B+pvGT82grT+hrX+xtlFgAABAgQIECBAgMDOCtyhnXFSZ7yMvY5L8gdjCytHgAABAgQIEDgoAgKvDspKmycBAgQIECBAgAABAgQI7HcBgVf7fYXNjwABAtsgIPBq06iCrzZNuOMNVFDOm5McvkU9Lwrvqeb3Q+BVzeNi3Qfr75rkyUmuvgm3tyepD+z3g4WGze1E4FX1WcFnj27/pkzpW0lObWFXY4LLFoVX3SrJOxZ0fPEWQvaowePbFZQ0DLya4jGv7LwQtTGBV9XWTZKc2YVcXXXiICp47Ve7+u+eGCI26+aYFkrV7/aEJM9vX/h0kgogG/MHJvP29Ft6gXF36gLh3jRxfooTIEBgnQQEXq3TahkrAQIECBAgQIAAAQIECBAgQIAAAQIECBAgQIAAAQIECBAgQIAAAQIECBAgQIAAAQIECBAgQIDAKoHbdIFX9XeCy66vJ/mJJF9L8oYk9beEy67nJnnIqo49ToAAAQIECBAgQIDAlguclOSZE1r9fJJj25kmE6opSoAAAQIECBA4GAICrw7GOpslAQIECBAgQIAAAQIECOx/AYFX+3+NzZAAAYc3I3gAACAASURBVAJbLiDwastIK/jqqUluuaDFep1+Y5IKgjl3y3rV0EYE+iE2G6k/rHMQAq9mc758kgckeeDEQKLa86clOSfJt1eg71TgVQ2jgrxu3p671xuxGf68q/PEJH/aPZe/N6L8rMjJSZ7RK/+BJPdKUiFNi647tntG//HtCkraS4FXNd+fbYFftx9p/PoWXLYsSK2aWhamNS+k62eSvDbJNdo45oVijRlif/3HrP2YNpUhQIDAXhYQeLWXV8fYCBAgQIAAAQIECBAgQIAAAQIECBAgQIAAAQIECBAgQIAAAQIECBAgQIAAAQIECBAgQIAAAQIENiJwdvvb0GV1n939rfn7k7xqRQdfTXJEkgrJchEgQIAAAQIECBAgsHMCv999H/7QCd29r4VdfW5CHUUJECBAgAABAgdKQODVgVpukyVAgAABAgQIECBAgACBfSwg8GofL66pESBAYLsEBF5tuazgqy0n3fIGf7uFFm1Vwwcp8GpmdskWSnTTJD+f5EpJfq4HWkFOH0/ywe7rb03y0SQXjQTfycCr2ZAukeSoJLdLcsM2t0OTfCvJXyZ5b5IKVfq7iUFXs/ZrTm/pQr+qzbrOSFIhSBcsMblWCwirP1io60NJjk7y2ZGOU4rttcCrGnuFkf10kru0vVXhU1dtk6r9Vc+7dyd5U5L6UNjYALKrJfn1bk1v1gWKXbuHNG9NDklyapKTJqzb0P0ySV6U5G7tgScleUKS705ZIGUJECCwZgICr9ZswQyXAAECBAgQIECAAAECBAgQIECAAAECBAgQIECAAAECBAgQIECAAAECBAgQIECAAAECBAgQIEBgpUD9veffryyVfLqFWS0remKS541oSxECBAgQIECAAAECBLZGoM58eXmSO05o7qwk95lQXlECBAgQIECAwIEUEHh1IJfdpAkQIECAAAECBAgQIEBgHwoIvNqHi2pKBAgQ2G4BgVfbJlzBV09JcqsFPdTr9hu7kJbHJTl320ahYQIECBDYjMAvtrCz+uDasnC7RX1cvwtQe0MXcnZ4kvOT3LmFqG1mTOoSIEBgrwsIvNrrK2R8BAgQIECAAAECBAgQIECAAAECBAgQIECAAAECBAgQIECAAAECBAgQIECAAAECBAgQIECAAAECGxF4Qvvb8I3UndX58yQ33kwD6hIgQIAAAQIECBAgMEngyCQVXnXNCbWemOTxE8orSoAAAQIECBA4sAICrw7s0ps4AQIECBAgQIAAAQIECOwzAYFX+2xBTYcAAQI7ISDwatuVBV9tO7EOCBAgsG0ChyV5cRd2dZfWw/Htv8d0WL+DPTnJaa3wGe2/LxhTWRkCBAissYDAqzVePEMnQIAAAQIECBAgQIAAAQIECBAgQIAAAQIECBAgQIAAAQIECBAgQIAAAQIECBAgQIAAAQIECBBYKFB/N/iZJD+2CaObJXnPJuqrSoAAAQIECBAgQIDAeIE7t7CrHxhfJfdP8tIJ5RUlQIAAAQIECBxoAYFXB3r5TZ4AAQIECBAgQIAAAQIE9pGAwKt9tJimQoAAgZ0SEHi1U9IRfLVj1DoiQIDAlgrcNcnrWouvT3Jckq+P6OHw7o9WXpbkFkm+1UKz3jWiniIECBBYdwGBV+u+gsZPgAABAgQIECBAgAABAgQIECBAgAABAgQIECBAgAABAgQIECBAgAABAgQIECBAgAABAgQIECCwSODY9reDGxE6I8mDNlJRHQIECBAgQIAAAQIEJgucnOQZE2r9Y5L6fv+9E+ooSoAAAQIECBA48AICrw78FgBAgAABAgQIECBAgAABAvtEQODVPllI0yBAgMBOCgi82kntf+urgq+enOTWC3qu1/M3JnlcknN3fHQ6JECAAIGhwGFJ6o9I7t6Cq+6W5O0jmCoY60WtXNWvD8JdMKKeIgQIEFh3AYFX676Cxk+AAAECBAgQIECAAAECBAgQIECAAAECBAgQIECAAAECBAgQIECAAAECBAgQIECAAAECBAgQILBMoP7G8JYTib6R5IgkX5lYT3ECBAgQIECAAAECBKYLPCvJr0+o9mct7Or/nVBHUQIECBAgQIAAgSQCr2wDAgQIECBAgAABAgQIECCwPwQEXu2PdTQLAgQI7KiAwKsd5e53dlSS305yuyUj+Mkkn961EeqYAAECBGYCt0pyTpJDk7w0yUOSfHsJT4VkvTjJXZKcl6RCsj6MkwABAgdEQODVAVlo0yRAgAABAgQIECBAgAABAgQIECBAgAABAgQIECBAgAABAgQIECBAgAABAgQIECBAgAABAgQIHFCBG3SBV++fOPeHJqlD910ECBAgQIAAAQIECGyfwGWSvLw74+P2E7o4M8n9JpRXlAABAgQIECBAoCcg8Mp2IEBgisAVktw5yR2S1C9bLpvkW0n+svvvtyd5TTu8cXiQ2bI+6j7037o2finJTZNcPcm1exU+muRTSd6Z5M1JvjxiwHVY8BPnlDu+HTI5ool/K1JjeXWSIwcVHpfkSSMauVhn8tPtUMtfSHK9ZlZVP9jcXp/kQ0kuGNHeDyU5O8mtR5Sd9fG55va2Lln6qyvq9d3+Nsk9mv2q7oZOi3yG63LDkb+wK7ua91XbQBaN7b8mOT3JCSvKzeZzzSQnJblRW+syuvcIp1UeHidAgAABAgQI7JaAwKvdktcvAQIE1lhA4NWuL9512/tMtxmM5B1JKmDFRYAAAQK7L1DvPZ/agq7qdyIVYFW/E1l01fvM9QG4uup98acnuWj3p2EEBAgQ2BEBgVc7wqwTAgQIECBAgAABAgQIECBAgAABAgQIECBAgAABAgQIECBAgAABAgQIECBAgAABAgQIECBAgACBXRR4XpJfG9n/X7RzG0cWV4wAAQIECBAgQIAAgQ0I1HnmZyX5mQl1fyfJEyaUV5QAAQIECBAgQGAgIPDKliBAYIxAHeb4oO5Axsf2Apvm1auDHuvQx9NGBDjV/ad+EKw27zJmEC1cq37BU318bUmdRYFXZyQ5ecTYZk0f14VxvWhOP6sCr2Zzqx9YxyQ6n5vkaUn+MMmFS+Y1NfCq31SFhj0qyRuSLAok24uBV4clqXW7e28yWxF4dZMklaA9C9Gq5gVejXwiKkaAAAECBAjsWQGBV3t2aQyMAAECe1dA4NWeWZt6n+ypXUj6LPjqqBaWvmcGaCAECBA44ALX6N5PfkmSuj+/NskJSb4+x+QKSV6Y5I5J3p3k2CSfP+B2pk+AwMESEHh1sNbbbAkQIECAAAECBAgQIECAAAECBAgQIECAAAECBAgQIECAAAECBAgQIECAAAECBAgQIECAAAECB1Gg/pbwM92Zi4eOmPwtk7xzRDlFCBAgQIAAAQIECBDYmMBdW9jV90+ofp9WZ0IVRQkQIECAAAECBIYCAq/sCQIEVglU2FWFUj16VcHe43U4b/379oI6de+5R5LnrgjQWtRlhV49Ykn7iwKvFgUlzeunfoFU46vDKIfXssCrS7RwsJr/mF9C9dt+dpLHtGCveWPaTOBVtXdekvsmee8C2L0WeFX75PgkLxiMd7OBV/NCtKoLgVcTnuSKEiBAgAABAntSQODVnlwWgyJAgMDeFhB4tefW57pJbpekgtRdBAgQILB3BOr96qOTPL+9939MkrMHw6syJyX5/S4Q6/zuj1WqzJ/unSkYCQECBHZEQODVjjDrhAABAgQIECBAgAABAgQIECBAgAABAgQIECBAgAABAgQIECBAgAABAgQIECBAgAABAgQIECBAYJcFHt79veFpK8ZQf4dYf2voIkCAAAECBAgQIEBgewROSfJ7E5r+XDtv/H0T6ihKgAABAgQIECCwQEDgla1BgMAqgXu2wKFZeNO32mGNr2kHNh6epFKMH9oLr6oyD0zyqgWN3yTJmUmu2nv8tUlemeRvknyzff0KSeqQ33snufWgrQpCevGC9hcFXlXxeYdQzmvmOknenKTmN7wWBV4ND7yc1furbq4vSfKeJF9OUiFi10vyq0luP2h8WZjXMPCq2qy5/uugjQrd+skuwOnn23yv2Xv8nUkqQboO2xxeey3w6oiWdH3UYKCbDbyq/fq61uaHkjw+yV93wW4XJflGku+telLs08fr+XaLJHdIcu3u+Xj1Ns8KSivzdyd5QwtOGx5WuBdITk7yjDaQsc/zjYx7eH95ffd8OiHJVzbSWLsfnN7aqCamBPNtsEvVCPzba8cTm4M9t3xDXKW9Ft2sfbikgikvbFX6wYyrQiVtOwI7JSDwaqek9UOAAIF9JCDwah8tpqkQIECAwHYLHJLkKUnqw27vb++/1wfZZtc12u85juzet39key+h3nd2ESBA4CAJCLw6SKttrgQIECBAgAABAgQIECBAgAABAgQIECBAgAABAgQIECBAgAABAgQIECBAgAABAgQIECBAgACBgy2w6jy2n07yiYNNZPYECBAgQIAAAQIEtk3gOd15wCdOaL3OVj42yecn1FGUAAECBAgQIEBgiYDAK9uDAIFlAhX29LIWglPlKsyhQprqh7P+L1jmBT1VCMxxXRDW1wcdHNaFSJ2R5O7t6xWO9eAuoOkVS4KG6hDJCrCpUJhZ8NZZ7QfKqj+8hkEeFWpUAVx1Vd8VjHPBintjlTmtlalwqH7w1aLAq19IcnYvyKvG9rsthOfbc/q7WJLbJnnuIPzrYV142LMGxlV9GHg1Zi6Xb21VcNnsulWSd4xwu0eST414ilQw0quT1CGedS3yGQYF3bAdCjqvi/7BocPHNxN4dakk9WbE/Vqjy4LTRkx9XxS5bDug9UG90LplE6t7wmO75/c/7rHZVzDey9uY7pTkTds0vnmBeoues2OGUAF4Aq/GSCmzlQIHKfCqXk9+ub2efWQiYj0/T03ykBZGd/ScD4/0v695Ywuv+9LEfhQnsJUCAq+2UlNbBAgQOCACAq8OyEKbJgECBAgQIECAAIGdERB4tTPOeiFAgAABAgQIECBAgAABAgQIECBAgAABAgQIECBAgAABAgQIECBAgAABAgQIECBAgAABAgQIENh9gVWBV3XG2/Asxt0ftREQIECAAAECBAgQWG+B+j67zib/pQnT+IN2VvqEKooSIECAAAECBAisEhB4tUrI4wQOtsBdk7yuR/CIFt703TksFURVwU2VUlxXhUTdofs3DJf4xS4YqcKwZsFVFSr1mCQXrqCuQIkXd4ETd2nlPpDkXi2Ea1h1GOTxtCRP6sKojmiBFauCnPp91TwqfKramF3zAp2GQUpV9pEtNOuiFXO7SZIze6FXiwKdNhJ4VV3fMUmFcMyuh7eAnVVuq5xm9bcj8OrmLbyogsYqaO1/9QK1NhN4df0kb2gBZu9Mcp+2Vw/qM72eExUAViFoU64KkasE86nhMVP6mFq29uurWqVlYWpT2132PJk9Vnv0bkk+vIHGBV5tAE2VTQschMCr+jnn2kme0D03b59kI/eFCot8QfueZVmwXd1Dz2nlyvbpXTDgqtf+TS+iBggsEBB4ZWsQIECAwGQBgVeTyVQgQIAAAQIECBAgQGCxgMAru4MAAQIECBAgQIAAAQIECBAgQIAAAQIECBAgQIAAAQIECBAgQIAAAQIECBAgQIAAAQIECBAgQOCgCKwKvKozDesMPRcBAgQIECBAgAABAlsjcJ0WdnWNCc3VOaFPnlBeUQIECBAgQIAAgZECAq9GQilG4IAKXC/JzVpgxOWSPDDJZxdY1P3k8e3frMgwXKLKVLhVhU/VVWFSd+7SkP9yhO+w/UWhR9XUMMjj+CQn9cK4fjnJHy7p8xeSvKUFV1Q410sHgVHzAq/qh903tyClavpNSR6Q5Msj5naJFo41c6kq80KpNhp4VfN5X28c88Y/z223Aq8u3zme0Qs3q/U8pAsPeWybw0YDr6qNpyQ5pbVT7dZ/r/pl4YglXMsiV2zOd+qN/mtJnp/kT7pAub9P8r1u/1+tJZYf1wtlqyoVenX/JJ/YhdnXvemEFopW47ggyWyfn5vkV5J8MkmFSd20u2/dN8mpXfjbX2/BWPv3l35zr21j+vrEPgReTQRTfEsEDkLgVYXQ/UEvYHNq4FXd+17e7i3vbt9DfH6Bfv95XN/bHJPkT7dkpTRCYLqAwKvpZmoQIEDgwAsIvDrwWwAAAQIECBAgQIAAga0UEHi1lZraIkCAAAECBAgQIECAAAECBAgQIECAAAECBAgQIECAAAECBAgQIECAAAECBAgQIECAAAECBAgQ2MsCq86wu0x3puA39/IEjI0AAQIECBAgQIDAGgnUOaNnJfm+kWOu79ePTXL2yPKKESBAgAABAgQITBQQeDURTHECBBYKfH+SZyapcKnZNQyXuGSSCpu6dvv3zy0U6p9Guo4N6JhXrkJvKsinrmcleUSSC+f0e/EW2lVt1FXBUxXItSowqsJ3Zu1XvXJ48ch5VbFrJTmn+wH4iFanfng+sQtn+lavjY0GXt01yet67dwzyavnjG2s77Dq1Vt7R7YHxgRqVdF54SP1ulThZL/f2pqFjPxqkie2r2008KqMX9WNtRK4z0tSb1J8eMIa7aeitc/rOfDU3qTenuShLShq3lyvmuS5SW7Xe7CCyU5ugVM75VN7pPo8rXX4qTauj7fn4FeS/EYL66uQvhr37Ll8+hYMclHgVTX9sHZ/WfUL6P4wBF5twaJoYrLARu/3kzvaxQr3boFVsyFMCbyqIMonJHl0qzzmNf36Sd7Qgi83GoC3i1y63kcCAq/20WKaCgECBHZKQODVTknrhwABAgQIECBAgMCBEBB4dSCW2SQJECBAgAABAgQIECBAgAABAgQIECBAgAABAgQIECBAgAABAgQIECBAgAABAgQIECBAgAABAgS6MwtXnTd26cFZgtAIECBAgAABAgQIENiYwG8mOXVC1X9oYVcfmFBHUQIECBAgQIAAgYkCAq8mgilOgMBCgZskObMXLlM/zN2rBQttlK0Csq7SBUj8bJK7tKCdy7bGFoUe1cPzgjx+IMmbWxDFh5IcneSzcwZ25Za6XAFZn26hSIeuCLyqVOcK33lwa29W72MTJn6ZJC9q/VW1j3TBQxVM9ZleGxsJvLpaCwG6dWvnE0nu3v2rcKDhtdEAlK0MvKowqlcmqfCsCvuqwKIKqRoztmXBQYckeUrX5ilt0rVej1kQejZh2da26I8256PaDOo5cf8ktT+WXfV8rDC2m7VC5ye5cwuF2ymMw1qYXN0TplzzQuSm1J+VXRZ4VX71vJ3y3Bd4tZFVUGezAmPuqZvtY7frbybw6rothLIC896Z5D5J6n637KrXmXrzu0Ib6zqmfT+x2w76P3gCAq8O3pqbMQECBDYtIPBq04QaIECAAAECBAgQIEDg3wUEXtkNBAgQIECAAAECBAgQIECAAAECBAgQIECAAAECBAgQIECAAAECBAgQIECAAAECBAgQIECAAAECB0VgVeBVnX/47YOCYZ4ECBAgQIAAAQIEtkngeUl+bULb72phV6vOEZ3QpKIECBAgQIAAAQLzBARe2RcECGxGoO4hP9jCb57aBehU8NHseliSZyVZ9YuYKl+/jPmJLjCrQngq8Oiara1rLxnc1MCrLw4Cpe6U5E1z2r9jkje2r780yUNa4Nb7emUfl+RJvf8ehlW9pwvLqqCNL0zArXCvpyc5udWpH4jv0IKvZs0MA69e0oKg/nVOPz/c1uWEwbo8soVzXTSnzkYDULYq8KqCfyospMzremHzqF/UjRnbouCgLyc5LkmtW4WXjQ13mrB8a1d0GARTwWIVuDbm+XrX7jn6ut6MH53kaTsoUPedCr67TpIKprtN95xddK84rytTz8e3tv/90sg5LpvOssCrqveyJL+e5JsjTQRejYRSbEsFxtxTt7TDXWhso4FXw+fk8S1kb8wUbtxCGg9P8u72Bvfnx1RUhsAWCgi82kJMTREgQOCgCAi8OigrbZ4ECBAgQIAAAQIEdkRA4NWOMOuEAAECBAgQIECAAAECBAgQIECAAAECBAgQIECAAAECBAgQIECAAAECBAgQIECAAAECBAgQIEBgDwisOrftUkn+ZQ+M0xAIECBAgAABAgQIrKPA5ZKc1c4eHjv+Ol/5AWMLK0eAAAECBAgQILA5AYFXm/NTm8BBFRiGSAwdfqcFF12wBKgCJW7fgmFutAHIqYFXn2rhSc9ofZ2epMKfvtPr+5A27pPa145JcnaSX0iyLPBqGET1thZ49dWJ8xoG6dwwyft7bQz7mdh8KpSs/lWA1LxrVZDP2P6GgWCzeqvmVyFk9SZChVJ9Isk9k3ysVR4TzjIMKZk33j/q5v+bXdufHDuZfVhuGK726SR361mvmvJPJXlNC6arsme059ay5/uqNjf7+LXaOH6uNVRJ6hU6Veu86pfBU/se7uMK96tguQrrm11TAsQEXk1dAeW3QmDMPXUr+tnNNjYaeNUPraqAxKOTfHbkROr167kt6KqqTAnLGtmFYgRWCgi8WkmkAAECBAgMBQRe2RMECBAgQIAAAQIECGyhgMCrLcTUFAECBAgQIECAAAECBAgQIECAAAECBAgQIECAAAECBAgQIECAAAECBAgQIECAAAECBAgQIECAwJ4WWHXG2fcn2c3z2fY0nsERIECAAAECBAgQWCJwvXZO9dUnKD2mnb09oYqiBAgQIECAAAECmxEQeLUZPXUJHFyBZYFXFSj00CT/sISnAnOemeRWIwjPS/KeJH+c5Kgkp7Q6Gwm8uk6SN3fBOId3fX8gyb2SVPuz60eTvLL10w+52A+BV19LUiFfz0tS/3/etZuBV1dKUgnYt2sDqxChZ/XCisaEs6wKvKpgpwrjen2SC0fsvf1a5LD2hs3MempA21YFvG2V7xFJntPuJx/tQuvql7v1ZtQbk5zYpap/fqs6au3MC2776SQv6PUzDGxbNgSBV1u8QJobJTDmnjqqoT1caCOBV8Pgy6clKavvTpjnce31rKq8qbsHPSDJlyfUV5TAZgUEXm1WUH0CBAgcQAGBVwdw0U2ZAAECBAgQIECAwPYJCLzaPlstEyBAgAABAgQIECBAgAABAgQIECBAgAABAgQIECBAgAABAgQIECBAgAABAgQIECBAgAABAgQI7C2BVYFX33fAz7zbW6tlNAQIECBAgAABAusi8Cvt7ORLjhxwnRl6bDtXfGQVxQgQIECAAAECBLZCQODVVihqg8DBE1gWeFUaFSL18BYsNPxFzDWSvKSFSvXlKoTpr5J8OMnfJalwogrN+noXUvS9VnBsQMeicpdpIRR3a+3dqYVRzMbRn1eFLT2i/ZJoPwRezeZYIUAnJPnSnG27W4FXF2/75dQ2pgo3Oz7JF3tjHLP2w+Cg2kMVVvITXVsP6gK0Ltvae22Sk7chCGld7gQVeHW/JDfuQtDqOVHhTL+R5IKRE7hykrO7ILqbtvLntPX6xog9VYFjTxrZz5hiV+wC7M5IUs/l85Mc0wLtXt4qL9vvY9qfV2Ze4FXds2ocd+9VeGHbZ99e0dFmA68uneTWSX6pu+ce2QV9Xbv196nOpQLA3tmC/pYF7twyydt746z7dwXkLbvqe8hKru+v502S/NmKev3gwSpaa1b7aSPX0K7WoJ7btZcv1fbF0d3cbtCe//XaVGGGtS8q6O2rIzrt3/9nQYt/n+RaLdyx9l7dW96b5E+SvKa9Bs77EMIl2mtfhc3dMMnPJjm0C3L8VpK/aW1UQFKt20UjxjYsMmu/3pi9UW8vfLDtg1e319d6Td3IPXVKOF6FzlV/tSfrmvLc7+/pn28BdtVGudQa1D2ngjDnPbeGr9eLGBeFZv5MknqNqO9V6qpgzndMXIvh3H+52y9/OLENxQlsRkDg1Wb01CVAgMABFRB4dUAX3rQJECBAgAABAgQIbI+AwKvtcdUqAQIECBAgQIAAAQIECBAgQIAAAQIECBAgQIAAAQIECBAgQIAAAQIECBAgQIAAAQIECBAgQIDA3hNYFXh1SJLv7L1hGxEBAgQIECBAgACBPSvwW0mePmF0n2lhV3X2qosAAQIECBAgQGCHBQRe7TC47gjsE4EKGfn+NpcK2KhgiAp0uG8L76iHKlikgqUqwGp2DcNJ6uvvb8Eb9b/LfiFT96vHt39Vb1FYRT22LMijwlCe0QZUYUhVtlKYKxzlOS0IqB7uh1ysCrwaBmlVEEeFZ31hwnp/X2d3WpIHtzoV1lR+H+u18UMtGKbCberqh7sMuyqvCg2psJHf7Nbh9r0CNc8K8xoGHPXdzk1yXAsdWzWNH0vy4iTXbAUXBZvMCwqqda/gmFe1fVTBLzXvfvjOqjVdtL/6e+S/t7Czo1rh7QhCWuW0Xx4fBhY9rwvsOSXJv86Z4HDNp4TerPKq52yFpM2eM/X8qQCmuidVWNMDWgM1vtrvq4KnVvU3e3zRPr5uC+K5aq+hSnevMKdlv5DeaOBV1asgt8f2wtwWzaGeV+VQXhUuOLxqzK9owVD12FlJTmxBTIvaHN73qtyYoKwK3Ht+a3TZfXzMeswLvKq9WPe9309yvSWNlEPtxxe1YMNFRecFXlWo2HMXuL80yUMG++1iXRDYzZM8dcWYZmP48yRP7ELp/rQX+LjMo+73NaYnDO718+rUPqg9XOtbfdS1aB2GvtsdeFXBYbV+/YDCRfOuQLfa+xUkNQvFrLKbDbzqf4/wgST3at/PjNmPszLD7yf6AZpT2lGWwEYFBF5tVE49AgQIHGABgVcHePFNnQABAgQIECBAgMDWCwi82npTLRIgQIAAAQIECBAgQIAAAQIECBAgQIAAAQIECBAgQIAAAQIECBAgQIAAAQIECBAgQIAAAQIECOxNgVWBV/+lOyvpor05dKMiQIAAAQIECBAgsOcE6rzaOrd27PWOFnb1pbEVlCNAgAABAgQIENhaAYFXW+upNQIHWaACPSoYosI0Dm0QFTrzyF6Q1TAo50NdkMT9pJQS7AAAIABJREFUk3xiBNyUUJhlgVf9MfSDqSp06ZwunOaIJO/sgp7u0/2Ae34b16rAq0u25OcKyqhrXljVqikOw2PmBW1MCbzq93fFFo51p/bFmtedk/zlYFDL3JaN/+pdWNWrW8hMlZsSePU3g3CiWWjRhRsY26o9cpMkZyaZBRIt6mvVWh3kx+v7htrnZTe7KpymwtfmXdsZeHX59rz71SR1L6lwqXru1dUPUfuDdh/6yhYt3KLAq7I5qQUtzbqqIKGjV9zjVu3becO+Snve3H3inCpgroLsKiyofw3vYWOCfvr3zFlbFR710C5g7F8WjGsYBDQvHGrKlOYFXr2pvQ71g8eWtfnMFpS2KBBtGHj1whYiuKj9Cn+sEKbZVXN+dPs3ZW4VUvbkJDW+4f2w307tu3ssCeCa12cF/n29F/C4FwKv6nWkghPLe+xVRk9qz4XZBzo2E3g1fB1eFua3aoz94KzNBrut6svjBIYCAq/sCQIECBCYLCDwajKZCgQIECBAgAABAgQILBYQeGV3ECBAgAABAgQIECBAgAABAgQIECBAgAABAgQIECBAgAABAgQIECBAgAABAgQIECBAgAABAgQIHBSBOvvo4ksme4kk3z0oGOZJgAABAgQIECBAYIMCV0hyVpJbTaj/gonhWBOaVpQAAQIECBAgQGCsgMCrsVLKETh4AhXSUcERN0hSQUGPTVJhKcuuw1pgxV1aobd1ATT3TvLV9t/1/1/ea6CCY56SZHjw2bw+rtyFUZ2d5KbtwWUBEsuCm4ZjrB9kK425H05RARpP6P2CaFXgVQ2p0p8rBXp2Hd8sxu6cYRhY/ZB9YpIK9JhdGw28qvp3TfK6XlvzQop2I/Dqh5PUGwQVkrbRNZ1Na1VwUP3SrwLYan3rKtsKSarwF9c4gWskeWUv3KzC6ip06eMLqm9n4FV1eUiSe7ZAoApdm91LZiFA9firVgQGjZv5v5daFHhVJer+UuFf/SCqCkiq+8uiQKVV+3Y4vmGAXT3+tXb/+ZMuePDvu9C573X3n3pu1b27Aq6u2WtkUdDg8P48uzcu8hne86rcqqCsYTjesrC0MesytKt9WOFdFVxY1+vb/eWj7b+PbCFPFULWv+q+UCFus9Ck/mOLApTqfvV77fXjvyS5XpKbt/vLl1sDdc85pQWz9dus18Z6PXtfkm8muXSSG7e1utGEsVXRYZBffe2vkjy7e+zdSS7o9uTh3f21XpdrL8wL6trtwKtar3rNO6o399rT9bXXtj1dD/1Mkge2ELlZ0bqP1z6q+1I9/2v9Z6Gb9bpXry+z67bNpv67niNVt7/mwxC3zezP2jdv6Y2lAicrjM1FYCcExnxfvRPj0AcBAgQIrLfAOrxnvN7CRk+AAAECBAgQIEBg/woIvNq/a2tmBAgQIECAAAECBAgQIECAAAECBAgQIECAAAECBAgQIECAAAECBAgQIECAAAECBAgQIECAAAEC/1GgwqwutgSlwrDqvCMXAQIECBAgQIAAAQLzBeos0jp/dHaW7BinR80563VMPWUIECBAgAABAgS2WGAdDi91INIWL7rmCIwUGAYwDUOg5jWzKrhlGKhy3yQvGzmeCouoHz5nQRYbDUeq+16Fz1S4SV1PS3J6C6mpQJDzk9w5yV/2xjUm8GroVcEWD0gyCz5ZNs0KRamArUf3Cj28jatfbzOBV2PmsNOBVxU6U+ElN2uTrP//ogUBaGPGtmr/VTdXa6Fr5VFXBcJU6NXnR+7Dg1ysQvBO7fb0g3sI9Tx6zBYHSu1142WBVzX22lsVZtQPFqo9Vl+bF0IyZt/OTObdK+q++Igu9OeLC+Bq3X6z6/vxvcef0+pUGNLsqjChCheqULO6lgUSDsfc77oCmP5swVju2AuY+3SSu3VhfB/bxIIvGkcFGdV9/sw5IVb1wYBfTvK7vTWq8jWWt88Zy7zAq0WhYcPqFcY2C/SrxyrE6TeSvGLBc6YC2o5p9/7Za92yYL4rJKlAtXKdXfVaUnObF7BWe7Je72ahlLM6uxl4VXOu4MsKBptdtQ4P7cLsPjlnPWr97pXkeb3vByqMs9w+Nyg//J7jhiuCO4fll+3lVdu2rGudKzS0rvpeo55T9eEUF4HtFhB4td3C2idAgMDBEFiH94wPxkqYJQECBAgQIECAAIH1E/D5jvVbMyMmQIAAAQIECBAgQIAAAQIECBAgQIAAAQIECBAgQIAAAQIECBAgQIAAAQIECBAgQIAAAQIECBDYmMCqs1787f7GXNUiQIAAAQIECBA4GAJ1bmudq1vn7Y65/nc7R/rVYworQ4AAAQIECBAgsP0C6/AGqAORtn8f6IHAPIHLtR/4btMePK8Fgnx4CddhSV7cC9N4Zwum+EqrMwyTeFYLXblwxRJUAMtLklTi8uyqEJBbJfngnLqrwpGun+QNXcjV4UlqjBWc8dz2369PclwXtvH1XrtjwqIqVKZCZO7Xq/fIFqx10Yr5VahGBbPMAnI+keTu3b+PD+ptJvBqaP+gFvLV72KV26JpXL0Lyakf9I9sBR6XpALShtcwKOijXfjNtVuhCto5YeA+dWxjgoPqda8s6s2M2VVhQc8QRLJ0l9YbPxVI8/ReqbGhP/vtDrsq8OriSSqwrsLBZtcyqzH7dtZO/95VX6uAuOqr7ofLrlq/uh/NnpdVvkKP3tWrVAFLdR+scK66zklyfBcc9Y05DffDfM5t/c+CfeaF9VUTl2z7p4KoVrU/ds/MC7yqudX97ZULAsaq7boPVODe83uhSS9N8pA5QVHzAq8qMOsPVwyyXl8q0PEWrdyYcS0a26IAxXqtqj0wu+q1rO5n88KuZmWu2O79FSI5u3Yz8Gq4pyu8ql5HP7PEd7ifq2jt1fr+o39NCbyq5209Px7VGlgWqjlmf16mrU0FqW3Vfh/TrzIESmDVh6AoESBAgACBMQLr8J7xmHkoQ4AAAQIECBAgQIDAzgv4fMfOm+uRAAECBAgQIECAAAECBAgQIECAAAECBAgQIECAAAECBAgQIECAAAECBAgQIECAAAECBAgQIEBg5wXq7/K/t6Tb+jubi+38sPRIgAABAgQIECBAYC0E6vzPp04Y6d+3M3P/ckIdRQkQIECAAAECBLZZYB0OL3Ug0jZvAs0TWCBQ94eTkvx+7/EKbTkxyUfm1DmkBa/0f1A8owtLqXCTC1r56yR5cwuWqi9ViNavJXnrgsP565c0v5jkd3thSv2ub5ikwjGG16rgpn4wV4WQVCDXj7VG5oW1jAm8qupV7uxecFW1XWOvMKV5ASQ1v9u2kJlZ2FW1syiAaaOBV8OAkxpX9Tu0W+W26Mmy0cCrWXu1DyqYZN5azsqMGdvY4KBa/9qbFSpWVwWMVaL3x9wN5grMCwcaG96zH0lXBV7VnC/f9liFSs2uRWFEY/dtBfI8vgtmq/5n988K01kWQtj3/9EWAjULDjy9hWB9p1eo7td1v6rr0y3kcN7z4pZJ3t7KVQhahRbW2Ooa3vdnzV+53R9v2r6wKBhryp6ZF3j1wva6syz0qfq4dJJnJ7lP6/D87rXtDnNe34b3/w+0IMe6by277tgF+r2xV2CRy7w2KkCx1ucBvQcroKqCr2bXMKBsyn2swiIr0KzaqGu3Aq/q3vKYQUDimDCxGvNwP8/znRJ4NQyoelt7XfrqlA3ZKzsMeKvvm+p1ZlmQ1wa7Uo3AfxIQeGVTECBAgMBWCKzDe8ZbMU9tECBAgAABAgQIECCw9QI+37H1plokQIAAAQIECBAgQIAAAQIECBAgQIAAAQIECBAgQIAAAQIECBAgQIAAAQIECBAgQIAAAQIECBDYewJ1LthFS4ZVYVhVxkWAAAECBAgQIECAwH8UeMHgzNVVPnVG6LHtDPFVZT1OgAABAgQIECCwgwLrcHipA5F2cEPoisBA4CpJzkpys97Xv5bkmUn+OMnnklTgyPWSnJDk1r1yFYhTYSyzUJR6qEI8ntPVu9+g3JlJXtWFiFRScv1y5gpJrpvkV7owl9v3ylYAyxG9/95o4FXd+yrY5bTBfBcFvIwNvJoXDFRd/FUXgvWSJO9J8uVm9j+64ItjeqFLs6EsCsWpx4eBV9Vmhd/865yde4kkP5nk51s/1+yVeW1br68P6o0JlZr3JNls4FWFpFVYzrJf2o0Z29jgoJrDzZO8vBe+NiWM5iDdKCqU7V7dc7L25Swcp+b/yPb8WbZm+9VpTOBVzX1eAN6DWuhU/3ubsft2GBhV9+YKIKx77Zhr2E/djyoQ6Au9ytdP8obe86LuURXi17+GIUUVxFTXLNxpUSBUebyl7aNFoXtj5tEvMy/wqsKc3jGyobsmeV2vbK1P3Qv61/D+/6IkD+2CCf9lSR/1AYMndUFgj2plar4VfvaukeOqYv1Qsfrvp7X7/XdbG8P77pR72OXaa/ttWlu7FXhV4YO1j2/XxjFvTy4iq7X/vSTXaKFvH2zfl1T42uyaEng1fH6NWedVy9m/V9QeqL1Z43QRIECAwO4JeH9p9+z1TIAAAQIECBAgQIAAAQIHR8DP3wdnrc2UAAECBAgQIECAAAECBAgQIECAAAECBAgQIECAAAECBAgQIECAAAECBAgQIECAAAECBAgQIHCQBeqsv/+9BKDOaPsvBxnI3AkQIECAAAECBAgMBK7UziG9xQSZ5yf5tQnlFSVAgAABAgQIENhBAYFXO4itKwJrKnDjJJV6XOEaU65FgTgVTlFBTUdNaKxCth6X5KNJzumFsdw3ycvmtDMmHGkY7FLNvDTJQ5J8e9Dm2MCrqla/fKrQlApx6gcEjZluhQrV2Gu+865h4NWYNodlzktSbu/doNu8PjcTePX+FshV4WnLrjFrOjY4qPo5pPsl4FO6sKBTWqcVRlJJ3bPQno3Y7rc6tZdrr5w+2MuPTvKMLsynHyyz3+Y+di9WuUXBexV69PAkp/Ya+1DbZxWuN7vG7tvrJHlz7/5X95hahylXjafWr67zk9yh+/eRXgPDIKRa+7qXf6dX5jJJKgyoAg1nQUn1fKp7cwUSzguzGoZkvbU5/NOUwc8pO7RbFLa1qJufSvKaLvRqFghY9+C6J/RDBIf3/yckqX/DAzv7fWwmyGnWzlW70MJXdKGRN2hfqJDJukfNggqHgVjzwroWzXsYyLVbgVdj/DezRaYEXg1fx+bthaljGfY/JYxtal/KEyBAgMA4AQduj3NSigABAgQIECBAgAABAgQIbEbAz9+b0VOXAAECBAgQIECAAAECBAgQIECAAAECBAgQIECAAAECBAgQIECAAAECBAgQIECAAAECBAgQIEBgXQQqzKp/Ptdw3BWGdcl1mYxxEiBAgAABAgQIENhmgZ9vYVc/PqGf3xqc6zuhqqIECBAgQIAAAQI7ISDwaieU9UFg/QUqlOJ3k9x+xFQ+1cJAXpvkogXlp7T3yi6c6GlJzu2CsoYBIPPCWKrLMeFIw2CXqndMF9hy9pwxTwm8qup1b712cxhjVnOrOf7hihChzQZeVbjUSUn+esG6jHGbV3WjgVcVjPPAJK8asa/GjG1scNCsuwpfq/11ZPtCBcoc3wWWfXHEePZ7kQowemj3HH6ssKv/tNT9vVgPLgq8qseu2AVUndGF9d2p18pzkjwiyQXta2P37R23IZBtGMAzDEJ6T5IK7flCb/zX6oVbnZXkxBb0V///dq3cMHypH5JVRZ7U7o/f3eQTaWg3G0/dW8Zcw3tqhXbVPeAbvcrD+3+FhtVrz7Jr+Fo1dVzV9tBsGOZ1nyRn9gZRe+xNYybdyvTr71bg1dTX1gnT+7eiUwKvfq4LF3t7735XIZu1TzdzDftf9D3GZvpQlwABAgSmCThwe5qX0gQIECBAgAABAgQIECBAYCMCfv7eiJo6BAgQIECAAAECBAgQIECAAAECBAgQIECAAAECBAgQIECAAAECBAgQIECAAAECBAgQIECAAAEC6yZQZ7X965JBX5jk+9ZtUsZLgAABAgQIECBAYBsE6nzOOpt1bB5CfS99bJI639xFgAABAgQIECCwhwXGfoO3m1NwINJu6uubwL8LXKyFON05yU2S/GwvGOKjSSowo8JC/jzJN0fA1S9pKln5Lklu1Nquaue1tt7d9fGG9t+z+0DVObWFNlXZTyS5e/fv44P+xoQj1f3vMb1Aiw8lOTrJZ+eMfaOhHGX2022O1cb1kly2tf/BzrHmWCFL1feicLD+cKYGXlXoy98ked/Ifsa4zVvajQZevbALljk5ybdH7JcxYxsbHDTrrvZABYD9fq//h3Vr9Kwkw9eeEUPcN0UOTfKUJL/em1HtpQp/qaCfMXt132DMmciUwKuqXvfLCiaqEKS6hkFvY/ftMDxnK4znBfDcsgX/zMZaoVh1v5pd/XHMwp+GQVkV8lXP7VmoVz8kq9oZBm1tdC5Du2G/q9od3lPf1kKSvtqrOLz/jwktGt4Tp46rul+1L6buw6HFPXphg7sVeDUMcRtju2pN+49PCbza6Ov8svFs9/ymWChLgAABAv9HwPtLdgIBAgQIECBAgAABAgQIENh+AT9/b7+xHggQIECAAAECBAgQIECAAAECBAgQIECAAAECBAgQIECAAAECBAgQIECAAAECBAgQIECAAAECBHZfoMKsZudszRtNhWHVWVIuAgQIECBAgAABAgdZ4LG987/HOHyyhV19eExhZQgQIECAAAECBHZXQODV7vrrnQABAgQI7CWBq7RQqwqSm10V0FThRRXadNDDrspkatDQJbqQq1OSPL1nWiF3lRT/6RHBRrNqOxV4VcFcr+hCr27QOn5QkgpsquuSbR61H2pf3DbJ+9tj/QCl97TgqC+0x05I8vz2/4ePbWb/D0OhHjfxTcyDHHjVD3jarcCr4Z7eb4FXGwlL28zzQV0CBAgQWC3gwO3VRkoQIECAAAECBAgQIECAAIHNCvj5e7OC6hMgQIAAAQIECBAgQIAAAQIECBAgQIAAAQIECBAgQIAAAQIECBAgQIAAAQIECBAgQIAAAQIECKyDQJ2B9S9LBlphWN+/DhMxRgIECBAgQIAAAQLbJPDiJL86oe23tPN6vzqhjqIECBAgQIAAAQK7KCDwahfxdU2AAAECBPaQwM+0YKMKaZld5yV5eJLXJxkeULiHhr6jQ5kaeFWDu1KSFyW5XW+kpyV5TJKLtZCxCoWqa1H40HaHA82GNgyRqrCrCriqX5xfOcnZSW6a5ANJ7pWk9khd10pyTvf4EYMwrGF7pyd5ZJLvbMGqbbbtgxx4dcsu1OztK/bc0PdtLchszBu/V0/y6u7ecWTrY14YWT8krYrtt8CrOyZ5Y2+fb/X8tuAppAkCBAgcOAEHbh+4JTdhAgQIECBAgAABAgQIENgFAT9/7wK6LgkQIECAAAECBAgQIECAAAECBAgQIECAAAECBAgQIECAAAECBAgQIECAAAECBAgQIECAAAECBHZc4FJJ/nlJr99O8gM7PiodEiBAgAABAgQIENh9gTq/9uVJbjZhKM9LcuKE8ooSIECAAAECBAjsAQGBV3tgEQyBAAECBAjsssCNuzCjFySpkJrZVcFLv5bkL3Z5bHut+40EXtUcbt7ebDu8TehbLTW+QocqBGpV4NUwHKiCyKredlz9cK1+sFWFoVXa/aEtHG0WhFVjuEwL9bpbG9CDWpkf7fbVK7t6R7Wv3ynJm7Zo0MvCucZ0cfkkr0hyi1b4rPbmZq3N7Ko5v6/332NCi67a2r3BknZXje+wJDWeWUjae1rY1BdaxfskObPXyFTX/hovClnbTODVdZK8udsDs/0+L/BqaDuvzCqnZY8PQ+JumOT9CyqMGe/UsexUSN3UcSlPgACBgyzgwO2DvPrmToAAAQIECBAgQIAAAQI7JeDn752S1g8BAgQIECBAgAABAgQIECBAgAABAgQIECBAgAABAgQIECBAgAABAgQIECBAgAABAgQIECBAgMBuClSYVf+8quFYKgyrzutyESBAgAABAgQIEDhIAnX2Z52nerUJk/7NLiz29yaUV5QAAQIECBAgQGCPCAi82iMLYRgECBAgQGCXBG7SgnMqpGd2VQjTQ7qAnU/v0pj2crcbDby6RJJHJnlSb3IVvvPAJCeNCLz6uSS1LrNfXp+RpB84tZVm10pyTpIjWqO3SvKO1t8z2tdmgVazfi/e5vao9oXndb+IPyVJ1X1j+9qHkhyd5LNbNNjNBDLVEIbzfFqSWt/v9sa3kcCrYfjXMKxqzPSHoVm1Hsd3a/CNVvmWbT/M2poagFbr9NRWeTsCr8aEWQ39K8CtniPfGQOU5I5Jah6fS3JuC9iq/51dUwKvKuzv1UmOHOzffx05lnnFhv3PnkebaFJVAgQIENikgAO3NwmoOgECBAgQIECAAAECBAgQGCHg5+8RSIoQIECAAAECBAgQIECAAAECBAgQIECAAAECBAgQIECAAAECBAgQIECAAAECBAgQIECAAAECBAisvcCle2dCzZvMN5PUeVQuAgQIECBAgAABAgdF4NgkL5sw2QuSVJ3XTaijKAECBAgQIECAwB4SEHi1hxbDUAgQIECAwA4LzAu7em0LNvr8Do9lXbrbaOBVze9KSV6U5Ha9yb4wSQU3HdO+tih8aBiAtNXhUX3/YWBTzflZSZ7T3gg8P8kdun8fGSxaBRDNwq0q5Ok+SX6thRJV0a0O6RoGXlVA292SfGzkZhoGEtUanD2ou5HAq2H417eS3CXJu0aOq4r1Leu/h2Fcw4Cms5Kc2IWMVV+rrgpNe25byyo7NvBqUbl5/Z3Q7ffn9x543CDsrR66XJIa921auSnBYPUzzGN6bc5b+ymBV5dP8ookt2hjqefpQ5P8yyrMJY/37xW1LhV49cFNtKcqAQIECGxewIHbmzfUAgECBAgQIECAAAECBAgQWCXg5+9VQh4nQIAAAQIECBAgQIAAAQIECBAgQIAAAQIECBAgQIAAAQIECBAgQIAAAQIECBAgQIAAAQIECBDYDwJ1Vtf/WjKRbyT5wf0wUXMgQIAAAQIECBAgMEKgzh19wohysyJ/185F/esJdRQlQIAAAQIECBDYYwICr/bYghgOAQIECBDYIYFrJHlJkqN6/VX40iOTfG2HxrCO3Wwm8KrmW6E35ySp0KF516JQoUOSnNqtzUm9Sg9rQVTDwyPntXvpJM/uQn1+MslXu0ClekPvpV0o1T8sGMfJSZ7RHqvx/l4LrDoyyVvbm4L/NKh7rTa3I1rwUgVIVeDVLNBoXqDUZvbAMPCq2jolyelJVpnMPCqUq65F7hsJvKr2hoFVU8K+hmOr9u6U5E09rOHcK4Tsnkn+bATo9ZO8oVvPw1fM/ZJJnt4C8Kro2ECxS7VwtPv1xjIv8KqCwR6fpJ5TdVUo1LG90LRlU6mxv6wXUFV79PhurPUBj9k1JfBqGAL2ziT36kLEvjLCc16R7+ue46cleXB7sMLhan0+s8H2VCNAgACBjQvU680lugDOC+d8f7AO74ltfOZqEiBAgAABAgQIECBAgACB3REQeLU77nolQIAAAQIECBAgQIAAAQIECBAgQIAAAQIECBAgQIAAAQIECBAgQIAAAQIECBAgQIAAAQIECBDYWYEKs/r6ki4rDOuwnR2S3ggQIECAAAECBAjsikCdb9w/g3TVIP6onT+6LEB2VRseJ0CAAAECBAgQ2AMC63C4rwOR9sBGMQQCBAgQ2FcC8wJ13pjkhC6g6Ev7aqZbP5nNBl5V4EIlzj96wdAWBS9V8V9M8vpeWNZ5Se6b5L0rplnf7x2d5Pm9utXOcUt+WV5BT29p5Svo6MwuLOLJrZ+ntZCi7w76vUySFyW5W/v6nyS5UWvjE0nu3v37+BYuybzAqzEm5VFhSGf1xvLUFr500WB8Gw28GgYyVZjTg5K8ckUY17y1qvClCuaqUKv+NQxPG/McnvfcX7bn+sFn1feYkLV5oW7zAq+qvWH41h+34KovLtknZVThVi/olan/fvGgzpTAq2qzwrfqX13nJvmVLqTqkxvcr/Uhk9pft2v15wVybbBp1QgQIEBghEC9FtUvMuv7rtn7Xuvw/teIqSlCgAABAgQIECBAgAABAgT2vIDPd+z5JTJAAgQIECBAgAABAgQIECBAgAABAgQIECBAgAABAgQIECBAgAABAgQIECBAgAABAgQIECBAgACBLRC4bJKvLmnna0l+aAv60QQBAgQIECBAgACBvSrww+3szZtMGOCzk5w0obyiBAgQIECAAAECe1hgHQ78dSDSHt5AhkaAAAECaycwLyzmQ0nun6RCiVzLBTYbeFWtX6W9IXezOV0tCx+qgKdTkzykV+9TSU5p4VTfm9Pexbrwnl9O8rtJrtoer/ClY5NUQNKiaxjYVGFL9bW67pTkTXMqXjzJk5I8as5jFf5zYjfW6nurrnmBV9V27edfT/LhOeFSFXxRIWGn98K/at/fM8nH5gxso4FX1VS1WaFMh7Z268MHv5HkFZ3RhXP6OiTJMYOxldcDk7xqTvlLtbIP6D1Wzo/owrXmBUbVhyOenqRfvqpuVcha7bXbJnlub6/NhrYo8Krm/JS2h2dlK4ytgrYqvGx4zdvP7277+fODwsPAq3KsQLbhzxazavcYOFdYyjs2uFl/orV1nVa/Qu7q36K+N9iNagQIECCwQODmXejmuwaPrcP7XxaUAAECBAgQIECAAAECBAjsBwGf79gPq2gOBAgQIECAAAECBAgQIECAAAECBAgQIECAAAECBAgQIECAAAECBAgQIECAAAECBAgQIECAAAECqwQqzOqflhSqMKzLrWrE4wQIECBAgAABAgTWVODG7WzdH5kw/oe3c1QnVFGUAAECBAgQIEBgLwusw4G/DkTayzvI2AgQIEBg3QSGQUY1/j9J8mcbnMg3kry8C/L55zn1h+FQi0JvNtj1rlTbisCrGniF6ZzTC0OaTWZZ+FCVqSBuT44dAAAgAElEQVSdl3ZBPBXE1L9e29bhr5NckOTSSW6Y5Fe64KfbD8o+r4UifXuJ4KLwqlXju+OCIK0HdYFZZ2zxii0KvKpuKijqzPbm5/9MUkFXR7Wwp75HlauxvXJBGNFmAq+qzwojq5Cp/vW2JGcneV+Sb/bWqgKabj0o+8huj5yW5KIFdtfowqVe0uY2K1IhaGX91iRfbu3XuhyX5Jpz2lm2poe1tu7eq1fBXc9M8sdJPpek1uF6SX61t9fem6QC2Gahbsue+xXEVnv6pr0+Kuzqxe3eVH2U5ZFdf/dLcvSgXAWYVX/Dq9787n+91vrVXajYZ5J8p/3/L/QqXas9J49oX9vMG+G3TPL2XtuLQuK2+CmhOQIECBBoAjea873tOrz/ZQEJECBAgAABAgQIECBAgMB+EPD5jv2wiuZAgAABAgQIECBAgAABAgQIECBAgAABAgQIECBAgAABAgQIECBAgAABAgQIECBAgAABAgQIECCwSqDCrL6ypFCFYV1+VSMeJ0CAAAECBAgQILCGAnUOaJ0jOvaqM4uPTfKGsRWUI0CAAAECBAgQWA+BdTjw14FI67GXjJIAAQIE1kNgUSDRRkdf4T0V1PPVOQ0IvFqsekiSp7RApH6pVYFSVbYCeZ7TQrOmrtuzkzymBUKtqjtvr5zV/YL9xCX1h6FB1cf5Se7Q/fvIqg4nPj4MvDq3hTxVgNWhI9qqAKSTWzDWokCpzQRe1RAu1YUrPbr9GzGk/1ukxnZqC7uqALNl13W6DzU8dxB6taz8h5K8vwvbqkCnulbtuTKo8Kmrj5xAtf3r3bqf0P5VtVVhdxvZ0xW8VXuxQqyGPy9UnxWk9YoueOoGC8ZdgXA11tlVe6Yc603wulbt9UUc9fNVPcee1Ap8IMm9klSIl4sAAQIEdkbg57vvk+r+27/W4f2vndHRCwECBAgQIECAAAECBAgQ2F4Bn+/YXl+tEyBAgAABAgQIECBAgAABAgQIECBAgAABAgQIECBAgAABAgQIECBAgAABAgQIECBAgAABAgQI7A2BKyT50pKhfDnJFffGUI2CAAECBAgQIECAwJYJ/E53BujjJ7RWZ8XWOZ919qmLAAECBAgQIEBgnwmsw4G/DkTaZ5vOdAgQIEBg1wQu3kJYHrWFIxB49R9Dc6bQXi3Jy5NUoNDsWhU+NCtXQUoPTPLYJJcd0emnkjwxyeuSXDiifBWZFxhUIUmnL6l/mSQvSnK3XplzkhzfhUt9Y2S/Y4sNA6/K7ugkP5PkySsCmv6ovUH60QVhSbMxbDbwqtq5WJKbJ3lqkuuNmNyft7X60y4o6nsjyleRK7UAtV9dUf7tSX6rGdXeq2vMnvvZdu+4/Yr2/6CFPdVa1z6p0Ku6VgVeVZnax49I8uARgWVj1q9+zqn98PwF7R3ThcedPZjPcW3/jnWZxzF8DpTDI7vQs++MXEvFCBAgQGDzAvV6+5eDZtbh/a/Nz1wLBAgQIECAAAECBAgQIEBg9wV8vmP318AICBAgQIAAAQIECBAgQIAAAQIECBAgQIAAAQIECBAgQIAAAQIECBAgQIAAAQIECBAgQIAAAQIEtl+gwqy+uKSbCsOqs6FcBAgQIECAAAECBPaLwJlJ7jNhMm9qYVffnFBHUQIECBAgQIAAgTUSWIcDfx2ItEYbylAJECBAYE8LDAOCtmKwAq82HnhV/ndKclYvkGdM+FB/3S6d5NZdqMMvJTkyybXbg99K8jdJ3pekQo4+1AUdXTBxwYf7pdq8bZbPd16o2ikt/Gj4Pd3E4fyn4vMCr+7RhRxVuNcPtbCjOye5fvOtcKsKk3pN87hoxAC2IvBq1s0lkhyV5HZJbpikQqQOTVKuFcrx3m4NX5/k7yYEXfWnUN/X/2TbU7fqzbs8/qJ77BVd8NaftcCze7ewtao/ds/Nxv8rSW7U22sf7ObzziSv7o19uDZjAq9mc7lCkjt0e/cWrY+rtwc2sn5lcq0kD2ljnrVVTc4b0492QWmvbOtUZeaFYq3aNtdJ8uYkh7e1vUvX97tWVfI4AQIECGypQH0/9NeDFtfh/a8tRdAYAQIECBAgQIAAAQIECBDYJQGf79gleN0SIECAAAECBAgQIECAAAECBAgQIECAAAECBAgQIECAAAECBAgQIECAAAECBAgQIECAAAECBAjsqECdMfSFJT2en+TKOzoinREgQIAAAQIECBDYHoGrtrNz6yzSsdczkzxsbGHlCBAgQIAAAQIE1lNgHQ78dSDSeu4toyZAgAABAgQIbKfAssCr7exX2/tXoALbHp/kt9sUz0hy8oSwuPrZqsqf1upXgNlxSb6+f8nMjAABAntS4JpJPjYY2Tq8/7UnMQ2KAAECBAgQIECAAAECBAhMFPD5jolgihMgQIAAAQIECBAgQIAAAQIECBAgQIAAAQIECBAgQIAAAQIECBAgQIAAAQIECBAgQIAAAQIECKylQIVZfX7JyCsM6yprOTODJkCAAAECBAgQIPDvAjdtYVf/bQJKBV1V4JWLAAECBAgQIEBgnwusw4G/DkTa55vQ9AgQIECAAAECGxAQeLUBNFVWClw/yRuSHJ7kE0nu3v37+Mpa/6fAYUlenOQurfwxSc4eWVcxAgQIENg6gWsk+btBc+vw/tfWCWiJAAECBAgQIECAAAECBAjsnoDPd+yevZ4JECBAgAABAgQIECBAgAABAgQIECBAgAABAgQIECBAgAABAgQIECBAgAABAgQIECBAgAABAgR2TqDCrP6/Jd1VGNaUUICdG7meCBAgQIAAAQIECIwTuH+SPxhX9N9KfTPJsUneNKGOogQIECBAgAABAmsssA4H/joQaY03mKETIECAAAECBLZJQODVNsEe8GYPSXJqkpOawylJTk8y/JlkHtMvJnl9kkOTvDPJfZKcf8A9TZ8AAQK7IXBEkr8fdLwO73/thpU+CRAgQIAAAQIECBAgQIDAVgv4fMdWi2qPAAECBAgQIECAAAECBAgQIECAAAECBAgQIECAAAECBAgQIECAAAECBAgQIECAAAECBAgQIEBgLwr8cJL/d8nA/rELB/iRvThwYyJAgAABAgQIECAwQuCJSX57RLlZkb9tYVfnTqijKAECBAgQIECAwJoLrMOBvw5EWvNNZvgECBAgQIAAgW0QEHi1Daia/DeB6yY5J8lVk7y7vWn++RU2l0rynCT3a+WOSXI2TwIECBDYFYGrJfnsoOd1eP9rV7B0SoAAAQIECBAgQIAAAQIEtljA5zu2GFRzBAgQIECAAAECBAgQIECAAAECBAgQIECAAAECBAgQIECAAAECBAgQIECAAAECBAgQIECAAAECe1KgwqzOWzKyCsOqM4xcBAgQIECAAAECBNZN4Kwkdabm2OsN7dzOfx5bQTkCBAgQIECAAIH9IbAOB/46EGl/7DWzIECAAAECBAhspYDAq63U1FZf4BJJnpDk0e2Lxyd58Qqi6yepN9kPT/LaJCck+TpWAgQIENgVgf+W5B8HPa/D+1+7gqVTAgQIECBAgAABAgQIECCwxQI+37HFoJojQIAAAQIECBAgQIAAAQIECBAgQIAAAQIECBAgQIAAAQIECBAgQIAAAQIECBAgQIAAAQIECBDYkwJXS/LZJSP7XJIf3ZMjNygCBAgQIECAAAEC8wXq+9cKu/qFCUCnJ3n4hPKKEiBAgAABAgQI7COBdTjw14FI+2jDmQoBAgQIECBAYIsEBF5tEaRm5goc0d5oPyrJu5Mcm+TzC6z6e/H8JMck+VOuBAgQILBrAlfqggfrfty/1uH9r10D0zEBAgQIECBAgAABAgQIENhCAZ/v2EJMTREgQIAAAQIECBAgQIAAAQIECBAgQIAAAQIECBAgQIAAAQIECBAgQIAAAQIECBAgQIAAAQIECOxZgQoD+Iclo6swrB/bs6M3MAIECBAgQIAAAQL/UeDm7QzOK0+AOSnJsyeUV5QAAQIECBAgQGCfCazDgb8ORNpnm850CBAgQIAAAQJbICDwagsQNbFQoH5OOjrJ85McmuRhSZ6VZPizSTVw4ySvSnJ4kqd2ZR6f5CK2BAgQILBrApdL8pVB7+vw/teugemYAAECBAgQIECAAAECBAhsoYDPd2whpqYIECBAgAABAgQIECBAgAABAgQIECBAgAABAgQIECBAgAABAgQIECBAgAABAgQIECBAgAABAgT2rECFWf3PJaOrMKwf37OjNzACBAgQIECAAAEC/y5wXJIXTQD5X933wscm+aMJdRQlQIAAAQIECBDYhwLrcOCvA5H24cYzJQIECBAgQIDAJgUEXm0SUPWVApdKcmqSByf52yT36EKwPjWodVgXdHVGkrsn+eMkxyf54sqWFSBAgACB7RT4wSRfH3SwDu9/baeJtgkQIECAAAECBAgQIECAwE4J+HzHTknrhwABAgQIECBAgAABAgQIECBAgAABAgQIECBAgAABAgQIECBAgAABAgQIECBAgAABAgQIECBAYDcFfiLJp5cM4DNJjtjNAeqbAAECBAgQIECAwAiBJyd5zIhysyIfbWFXH59QR1ECBAgQIECAAIF9KrAOB/46EGmfbj7TIkCAAAECBAhsQkDg1SbwVB0tcLUkL0/yC0lOa2/EX9hq189S905yVpLzktw3yXtHt6wgAQIECGyXwA8k+dag8XV4/2u7PLRLgAABAgQIECBAgAABAgR2UsDnO3ZSW18ECBAgQIAAAQIECBAgQIAAAQIECBAgQIAAAQIECBAgQIAAAQIECBAgQIAAAQIECBAgQIAAAQK7JVBhVn+/pPMKw/rJ3RqcfgkQIECAAAECBAisELhYO0vzXhOk/rCFXf3LhDqKEiBAgAABAgQI7GOBdTjw14FI+3gDmhoBAgQIECBAgAABAgQIECBAYAsFvi/JBYP21uH9ry0k0BQBAgQIECBAgAABAgQIENg1AZ/v2DV6HRMgQIAAAQIECBAgQIAAAQIECBAgQIAAAQIECBAgQIAAAQIECBAgQIAAAQIECBAgQIAAAQIECOygQIVZfWpJfxWGdfUdHI+uCBAgQIAAAQIECIwV+PEWdvXzYyskOS3Jb0worygBAgQIECBAgMABEFiHA38diHQANqIpEiBAgAABAgQIECBAgAABAgS2QODiSS4atLNX3/+qX/R+f5J3bcG8NUGAAAECBAgQIECAAAECBPaCgM937IVVMAYCBAgQIECAAAECBAgQIECAAAECBAgQIECAAAECBAgQIECAAAECBAgQIECAAAECBAgQIECAAIHtFvipJJ9Y0sknk1xjuwehfQIECBAgQOD/Z+9OoGWpynuB/xcS9D2COOCAoleeUZyeGjWignFC1BgVBMN4QUSBACKDzAgCyqQIiIAMKnhBJOI84RTjgAkqKjGKRKPiEJwjQQMacL3epk5epT2nT1ef7j5VfX611l3mdn9772//ql3W6r7ZfwIECDQU2KIKu7png3H7JjmrQb1SAgQIECBAgACBFSLQ1gN/6/wORFohH0bbJECAAAECBAgQIECAAAECBAiMQaD/u6S1kvS/NoZlljzFR5PcMcnjljyTCQgQIECAAAECBAgQIECAQDsE/PuOdtwHXRAgQIAAAQIECBAgQIAAAQIECBAgQIAAAQIECBAgQIAAAQIECBAgQIAAAQIECBAgQIAAAQIECExWoIRZfX3AEiUM6yGTbcHsBAgQIECAAAECBBoJvCTJeQ1G/CLJ6iQfajBGKQECBAgQIECAwAoSEHi1gm62rRIgQIAAAQIECBAgQIAAAQIEVoBA/+Ha6yT5z5bt+0+TfKnq6RlJSviViwABAgQIECBAgAABAgQIdF1A4FXX76D+CRAgQIAAAQIECBAgQIAAAQIECBAgQIAAAQIECBAgQIAAAQIECBAgQIAAAQIECBAgQIAAAQIEhhF4aJJ/GlD4tSQPG2YiNQQIECBAgAABAgSmIHBCksMbrHN1FXZVglxdBAgQIECAAAECBOYVEHjlg0GAAAECBAgQIECAAAECBAgQIDBLAv2Ha//vJDe3bIMfSvKsqqerkjyuZf1phwABAgQIECBAgAABAgQIjCIg8GoUNWMIECBAgAABAgQIECBAgAABAgQIECBAgAABAgQIECBAgAABAgQIECBAgAABAgQIECBAgAABAgS6JlDCrL46oOkShvV/u7Yp/RIgQIAAAQIECMycwNpJ1iTZvsHOLq/Crm5pMEYpAQIECBAgQIDAChQQeLUCb7otEyBAgAABAgQIECBAgAABAgRmWKD/cO07JrmpRft9VJKr+/p5dpISguUiQIAAAQIECBAgQIAAAQJdFhB41eW7p3cCBAgQIECAAAECBAgQIECAAAECBAgQIECAAAECBAgQIECAAAECBAgQIECAAAECBAgQIECAAIFhBUqY1T8OKC5hWA8fdjJ1BAgQIECAAAECBCYg8MAq7OqxDeZ+TZJDGtQrJUCAAAECBAgQWMECAq9W8M23dQIECBAgQIAAAQIECBAgQIDADAr0H6591yS/aNE+35PkeX39fCnJo1vUo1YIECBAgAABAgQIECBAgMAoAgKvRlEzhgABAgQIECBAgAABAgQIECBAgAABAgQIECBAgAABAgQIECBAgAABAgQIECBAgAABAgQIECBAoGsCj0jylQFNX5PkkV3blH4JECBAgAABAgRmRuAZVdjV3RrsaO8k5zSoV0qAAAECBAgQILDCBQRerfAPgO0TIECAAAECBAgQIECAAAECBGZMoP9w7Xsk+UlL9viQJF9boJcSgvW+lvSpDQIECBAgQIAAAQIECBAgMIqAwKtR1IwhQIAAAQIECBAgQIAAAQIECBAgQIAAAQIECBAgQIAAAQIECBAgQIAAAQIECBAgQIAAAQIECBDomkAJs/rygKZLGNafdm1T+iVAgAABAgQIEJgJgb0aBlf9LMnqJFfMxO5tggABAgQIECBAYGoCAq+mRm0hAgQIECBAgAABAgQIECBAgACBKQj0H6597yT/OoV1h1ninUmev0Chf6w4jKAaAgQIECBAgAABAgQIEGizgMCrNt8dvREgQIAAAQIECBAgQIAAAQIECBAgQIAAAQIECBAgQIAAAQIECBAgQIAAAQIECBAgQIAAAQIECIxL4FFJrh4wWQnDKjUuAgQIECBAgAABAtMUODnJIQ0W/EIVdnVdgzFKCRAgQIAAAQIECPxeQOCVDwIBAgQIECBAgAABAgQIECBAgMAsCfQfrr0qyfdasMGHJPnaIn1sneQ9LehVCwQIECBAgAABAgQIECBAYBQBgVejqBlDgAABAgQIECBAgAABAgQIECBAgAABAgQIECBAgAABAgQIECBAgAABAgQIECBAgAABAgQIECDQNYFHJ/nigKZLGNZjurYp/RIgQIAAAQIECHRWYJ0kF/fOOXtBgx38TRV29dsGY5QSIECAAAECBAgQ+G8BgVc+DAQIECBAgAABAgQIECBAgAABArMk0H+49v2TfLsFG7w0yfa1Pm5Mcvskd6i9dm2SEozlIkCAAAECBAgQIECAAAECXRQQeNXFu6ZnAgQIECBAgAABAgQIECBAgAABAgQIECBAgAABAgQIECBAgAABAgQIECBAgAABAgQIECBAgACBpgIlzOoLAwaVMKw/azqpegIECBAgQIAAAQIjCDwoyZqGgasnJzlshLUMIUCAAAECBAgQIPDfAgKvfBgIECBAgACB8jywKslWSZ6W5AlJ7pLkF9WPqX/bO3S/pK5fn6T/oMLl0vtfSU5LsueYG9g8yZV9c+5UpdTPvTxfzZjbmHe6TZJcluQR1btHJzl+GgtXa7wiyXG19abpcO/qy9OnJDk1yZFJflPr5eFJ3t7zeXD1hWmpuXWKNpYiQIAAAQIE2iXQ/8xanqP+eZlb/JMk1/Wep9Yaoo/tqufvIUqVECBAgAABAgQIECBAgACBVgkIvGrV7dAMAQIECBAgQIAAAQIECBAgQIAAAQIECBAgQIAAAQIECBAgQIAAAQIECBAgQIAAAQIECBAgQIDAhAQem+SqAXN/PsmmE1rbtAQIECBAgAABAgTmBJ5Vndd61wYk5Szf8xrUKyVAgAABAgQIECAwr4DAKx8MAgQIECCwsgVKsNUhSfbuBQmttwjFW3uBV8ck+W4LyAReJSsl8Krc61OS7Jvkml5QxA5Jru37DJZn2v2SnF4Fs+2a5FMt+JxqgQABAgQIEFgega/1AqMeUlv6oUm+vjyt/PeqFycpQapz138m+aPqLyWoc+3ae+VZ52FJfrfMPVueAAECBAgQIECAAAECBAg0FRB41VRMPQECBAgQIECAAAECBAgQIECAAAECBAgQIECAAAECBAgQIECAAAECBAgQIECAAAECBAgQIECAQBcFSpjVPwxovIRhPa6LG9MzAQIECBAgQIBAZwTKWcJnNej2x0lWJ/lYgzFKCRAgQIAAAQIECCwoIPDKh4MAAQIECKxcgVXVF1PPbkBwXZI9kny6wZhJlAq8WjmBV9snOa8KZNs/yet7wWv9B2aWz9i9k6zpBV09JckHk7w4yY8m8eEzJwECBAgQINB6gRKS+fBal4+sgjOXq/E/6YV2lufotWoN/HuSO1Z/L8FW9ffKyyUc623L1bB1CRAgQIAAAQIECBAgQIDAiAICr0aEM4wAAQIECBAgQIAAAQIECBAgQIAAAQIECBAgQIAAAQIECBAgQIAAAQIECBAgQIAAAQIECBAgQKBTAiXM6u8HdFzCsB7fqR1plgABAgQIECBAoEsCr0ny8gYNl+fTEnb1rQZjlBIgQIAAAQIECBAYKCDwygeEAAECBAisTIG7JTm3d/D/1rXtl0P4y2tXJPlJkhIq9edJdun9qPqMWt21SUoI0T8uI918gVdv6IUc/WCJPb2rFy7wzb45StjAxbXXNk9y5RLXGWX4JkkuS/KIavDRSY4fZaIRx7yiF8Rw3JQd7lfZb5bkk9WXoz8c0H/9XpV+T0py64j7NYwAAQIECBDorsDVSR5Va/8xScpry3VdmGTX2uLlOfpeSTaoXiuBV+X58om1mn/pBV49MEl5z0WAAAECBAgQIECAAAECBLoiIPCqK3dKnwQIECBAgAABAgQIECBAgAABAgQIECBAgAABAgQIECBAgAABAgQIECBAgAABAgQIECBAgAABAksReMIiZ5F9Lkk5O8tFgAABAgQIECBAYJwC5TzeNUm2aTDppdV5rrc1GKOUAAECBAgQIECAwKICAq8WJVJAgAABAgRmTqD87/9+SU6v7eyDSfZJcv08uy1fZh3Se/2VtffKof37Jvn1MunMF3i1XEFUy0Qw9WWnHXi1dpJjkxxR7fTFSd60yK7vXNWUILfyWd42yRenLmVBAgQIECBAYLkF/iHJprUmHpfkqmVq6r69H3lLeFV5tpm7dkhyZi3wqhwGvneSs3oBo2vV6krwbPlR2UWAAAECBAgQIECAAAECBLoiIPCqK3dKnwQIECBAgAABAgQIECBAgAABAgQIECBAgAABAgQIECBAgAABAgQIECBAgAABAgQIECBAgAABAksRKGFWnx0wwZVJyrloLgIECBAgQIAAAQLjEnhIdS7ZoxpMeEKSIxvUKyVAgAABAgQIECAwtIDAq6GpFBIgQIAAgZkR2DhJSVefCwEoh//vluTaATtcN8lpSV5S1dyQZKskn18mFYFX04efduDVY5JcnmRV70f7jycpgQ/lc7fY9fwk76yKzk1yQJKbFxvkfQIECBAgQGCmBMo/CCz/MHDuWs5g1POTlODOuevr1T9I/Oda4FV5b5vqz4612hKUtUmS22bq7tgMAQIECBAgQIAAAQIECMyygMCrWb679kaAAAECBAgQIECAAAECBAgQIECAAAECBAgQIECAAAECBAgQIECAAAECBAgQIECAAAECBAgQIDAn8MQknx7A8Zkkf46LAAECBAgQIECAwJgEnl2FXd25wXzlDOELGtQrJUCAAAECBAgQINBIQOBVIy7FBAgQIEBgJgR2SnJxbScHVWFW/YcQ9m/26Uk+WnvxwGrccqAIvJq++jQDr/rvbwmJeNOQW757khIs8dwkNyXZtu9zO+Q0yggQIECAAIEOC/xdkifV+n9ykk8tw37um6SEVq1dW7uEc34gyXeT3Kt6vYRzlmeXbyf5ZpK1avUv6gWAvmUZerckAQIECBAgQIAAAQIECBAYRUDg1ShqxhAgQIAAAQIECBAgQIAAAQIECBAgQIAAAQIECBAgQIAAAQIECBAgQIAAAQIECBAgQIAAAQIECHRNoIRZDTrLooRh1c++6Nr+9EuAAAECBAgQINAegX2TnNmgnRt655+tTvKJBmOUEiBAgAABAgQIEGgsIPCqMZkBBAgQIECg0wLrJDkpyQHVLsqXUM/p/bl6iF09PMnlSR5Q1R6bpPxZLChriKkblwi8aky25AHTDLwqP+S/PcmGSa5KskOS7zTYwZ5J3ljVX5ikfDn76wbjlRIgQIAAAQLdFvh4kqfVtrDFMv3oek6SvWp9fL33PP2w6vm5hHKVZ57y3dxnkpRgq28lKc8uu9bGfD/Jxklu6/Yt0T0BAgQIECBAgAABAgQIrBABgVcr5EbbJgECBAgQIECAAAECBAgQIECAAAECBAgQIECAAAECBAgQIECAAAECBAgQIECAAAECBAgQIEBghQuUMKtydsRCVwnDevIKN7J9AgQIECBAgACBpQucmuTABtN8rgq7+naDMUoJECBAgAABAgQIjCQg8GokNoMIECBAgEBnBf4oyaOTPCrJnyW5U5I9kvx0iB31B16d2Dt4v4QgLcfh+wKvhrhhYy6ZVuDV7ZOckmS/qv9RPmcPTfKOJA9OUkLdtk/y6TF7mI4AAQIECBBor8AVSZ5Ra++ZST4y5XZLcOd3k5TA2blruyR/U/t7eRa/c1+w532qv9+uVlee18+fcv+WI0CAAJgfj28AACAASURBVAECBAgQIECAAAECowgIvBpFzRgCBAgQIECAAAECBAgQIECAAAECBAgQIECAAAECBAgQIECAAAECBAgQIECAAAECBAgQIECAAIGuCTwlyd8OaPqTvXOvntq1TemXAAECBAgQIECgNQLrJlmTZOsGHV1ShV31//98N5hCKQECBAgQIECAAIHhBQReDW+lkgABAgQIrHSB5yZ5bw2hJLyftkwo0wy82inJxbV9bp7kyr599/dzdJLjq5oS4PT46kvCJ/YM/7R6/ctJPlOFHlyV5NZFLDfpBThdluQRVV19jYWG3j3Jc5JsUa1b5ijXdUmuTfKpJO9Jcn2Sxb6QXCjwaq3eHh7Sm68EOJR1Hldb4++TXFrt8+YhPyv1sKoyZMskHxty7FxZ//14fZJDkvym4TzKCRAgQIAAgW4KfCDJs2utl+eh8to0r/L88dLagt9K8sAhnrnKkBJu9eLa2O/3nkf/JMlvp7kBaxEgQIAAAQIECBAgQIAAgREEBF6NgGYIAQIECBAgQIAAAQIECBAgQIAAAQIECBAgQIAAAQIECBAgQIAAAQIECBAgQIAAAQIECBAgQIBA5wRKmNUnBnRdwrCe1rldaZgAAQIECBAgQKANAg+rwq4e2aCZVyUp58a6CBAgQIAAAQIECExNQODV1KgtRIAAAQIEOi1wxyRnJtml2sUNSbZK8vll2lVXAq8elaSEHWy2iFMJYChfDH5lQF2TwKu7VAFPeydZb4h79NZe+MIxSb47oHa+wKvvJSlfas59LhYa/oUkhyX55BAhDwckeV010eeS7FgFcg2xjf9RsnuSC6pXSqDYDkm+03QS9QQIECBAgEAnBUqg5/NqnW9dhXxOazMbJPlhknVqC+6c5JIhG7hPkhKQVR9fnuvOGXK8MgIECBAgQIAAAQIECBAgsFwCAq+WS966BAgQIECAAAECBAgQIECAAAECBAgQIECAAAECBAgQIECAAAECBAgQIECAAAECBAgQIECAAAEC0xTYone22McGLFjCsEqNiwABAgQIECBAgEATgedUYVfrNxhUzl99c4N6pQQIECBAgAABAgTGIiDwaiyMJiFAgAABAjMtcLcqPOnltV2emuTIJL9Zpp13IfDq00kuSrJqSKPrkuyU5OoF6ocNvLpHFU72giHXnSsr6++RpPQ939UfeHVIkm2SbDrkOtcn2SvJFQPqyxeqJaRq26rm7CQH9cKybhlyjXrZo5O8P8mG1YtNQiZGWM4QAgQIECBAoEUC76g9T5S2ynPR5VPsr4R3lhDPuauEV5Vnud816OGsJCXkau76UfVc+dsGcyglQIAAAQIECBAgQIAAAQLTFhB4NW1x6xEgQIAAAQIECBAgQIAAAQIECBAgQIAAAQIECBAgQIAAAQIECBAgQIAAAQIECBAgQIAAAQIECCyHwNOTfHTAwiUMa8vlaMyaBAgQIECAAAECnRXYL8kZDbr/YZLVST7ZYIxSAgQIECBAgAABAmMTEHg1NkoTESBAgACBmRJYJ8m9k2yVZM/qgP65Db63eu3Hy7jjtgdelVCnO1dhUDcluSTJu5NcUwUdPDDJ9kl2TbJezfHCJPsm+fU8tsMEXq2d5NgkR9TGfybJm5J8vhea8JPq9bsneeY897b0WO73T+dZvz/wql7ygSRvTvKFJDcnWWj+8iVo+TK0fCk63/XwKoziAdWbJSDr3BE/ZxskWVPts0xxWi8467CejZCIEUENI0CAAAECHRK4tHrWmmt5hyRvn1L/5Rnke0nK8+rctVuS8pzX5LpnkhIYWp7L567yQ/SZTSZRS4AAAQIECBAgQIAAAQIEpiwg8GrK4JYjQIAAAQIECBAgQIAAAQIECBAgQIAAAQIECBAgQIAAAQIECBAgQIAAAQIECBAgQIAAAQIECBBYFoESZvWRASuXMKxnLEtnFiVAgAABAgQIEOiiQDkzdf8GjX+2Ot/1uw3GKCVAgAABAgQIECAwVgGBV2PlNBkBAgQIEOi8wGZJypdW810luOnsJKck+cUy77TtgVdzPFdWXxhenWS+Qx6fUgVFraoG3FCFjJVwqv5rmMCr/ppzegFUhyYp926+q4SanZXkebU3y//9vnmK5wu8KiEMByd5ZxXk1T/sYUkuqIK/5t7bJsm7FuhnpyQX1957UpJPj/hZK+EQJyU5oBr/d0nK/P864nyGESBAgAABAt0RKKGXO9faLYGb9WeMSe7k5CSH1BYo4Vf3T3LrCIuenuRltXE/SrJxL8TzlhHmMoQAAQIECBAgQIAAAQIECExDQODVNJStQYAAAQIECBAgQIAAAQIECBAgQIAAAQIECBAgQIAAAQIECBAgQIAAAQIECBAgQIAAAQIECBAgsNwCz+ydrfXhAU1ckeRZy92k9QkQIECAAAECBFovsF7vnLJyblr9XNjFmi71uyxW5H0CBAgQIECAAAECkxYQeDVpYfMTIECAAIFuCWyX5O0LtFxef0PvB9SrRjywf5wS8wVejTr/R6ogpJ8vMEF/CNPmSUqQVf2ar59rk2yf5B8HNHa7KhDhhFrNXknOnWfMMIFXz03y3mpsCbkqP3b399o/9WOTvKe35obVGycmKeFWt/UV9gdelflLr5fOE+ZVH/r8KhBr7rWF5i8Wxyc5vCq8Jkn5PF436o2twq5eV40vYWLP6f0p4WMuAgQIECBAYLYF3pLkhbUt7pbkwils+U5VuGZ5Npy79khy/ohr3zXJD3ohnneojT8wyWkjzmcYAQIECBAgQIAAAQIECBCYtIDAq0kLm58AAQIECBAgQIAAAQIECBAgQIAAAQIECBAgQIAAAQIECBAgQIAAAQIECBAgQIAAAQIECBAgQKANAuV8rw8NaKSEYf1FGxrVAwECBAgQIECAQGsFHl6FXZX/HPY6rncG7DHDFqsjQIAAAQIECBAgMEkBgVeT1DU3AQIECBDonsCeSd64SNsfqAKRvrKM2+tC4FUJbzp2nuCofrbNkpQfpter3ji6Cn7qrxsm8KoezjVs4NX6Sc5Kco8kX67+vDPJb/sa6A+8uiTJPr1QqRsX+RysSvK2JE+o6kqY1wFJbu4bV/q4IMm21euLBZEN8/GrB4CV+hJAdtkwA9UQIECAAAECnRYoAVMvru3gJdVzxqQ39ereM9QRtUVK4OZ9lxgW+5okL6/NWUJaN0pyy6Q3Y34CBAgQIECAAAECBAgQIDCCgMCrEdAMIUCAAAECBAgQIECAAAECBAgQIECAAAECBAgQIECAAAECBAgQIECAAAECBAgQIECAAAECBAgQ6JxACbP64ICuSxjWszu3Kw0TIECAAAECBAhMS+B5VdjV3Fm0w6y7W5ILhylUQ4AAAQIECBAgQGAaAgKvpqFsDQIECBAg0B2BJ1eH5/9L1fL9k2yZ5GVJ7lLbxvVJdk3yqWXaWhcCr4rbx4bw6Q+yOrEKFLutb+wwgVdP7wVLfbQ2roQ9HNkLpvrpEH0sVtIfeLVXkhJetdg1bJDVvZKUEK3yGSxXCb8qn7v/WGyBAe+XMLHP1t4vARTF10WAAAECBAjMtsA5Scqzyty1dy/cs7w2yetOSb6f5I9ri5Rw0LOXuOhdk5Rn73Vr8xzcW+e1S5zXcAIECBAgQIAAAQIECBAgMAkBgVeTUDUnAQIECBAgQIAAAQIECBAgQIAAAQIECBAgQIAAAQIECBAgQIAAAQIECBAgQIAAAQIECBAgQIBA2wT+Msn7BzT1gSTPaVvT+iFAgAABAgQIEGiFwP5JTmvQSTnfbPUyngHcoFWlBAgQIECAAAECK0lA4NVKutv2SoAAAQIERhdYVX0ZtnVtiiuT7Jzku6NPO/LI+QKv3pDkByPMeGOSi5P8aoGxO1Xvz729eZKy9/rV3883k2yb5B+H6Kc/yKqESB2Q5Oa+scMEXm2c5NIkm9bGloCEsr/3JfnqPPMO0eLvS/oDr4YN9Oq3+UiSYvrzRfZXwiEOqgLYhu2xv27YMLFR5zeOAAECBAgQaKfAmUn2rbW2X5Ly2iSvY5McXVvghiT3S/LbMSx6QpLDa/OU56iNlvicNIa2TEGAAAECBAgQIECAAAECBP5AQOCVDwUBAgQIECBAgAABAgQIECBAgAABAgQIECBAgAABAgQIECBAgAABAgQIECBAgAABAgQIECBAgMBKEChhVuVcr4WuEob13JUAYY8ECBAgQIAAAQKNBM5IUs5FG/b6dBV29b1hB6gjQIAAAQIECBAgMC0BgVfTkrYOAQIECBDovsA9kpQwpufVtlICiUoqfP8BhpPe7XyBV/MFUY2jj1ECr65Jsl2S64ZoYJyBV+XZrnxxefoC695UhXWV0KmPJvnnJLcO0WMp6Q+8GtZ72MCrx1U9rVf1UwIjjh+yt4XKhrVd4jKGEyBAgAABAi0TeF0VIDrX1oHVM+uk2vzjJCXgqvzn3FUCTBd6Jmvax/pJfphk3drAEoB1UtOJ1BMgQIAAAQIECBAgQIAAgQkLCLyaMLDpCRAgQIAAAQIECBAgQIAAAQIECBAgQIAAAQIECBAgQIAAAQIECBAgQIAAAQIECBAgQIAAAQIEWiFQzmJ7z4BO3ptkq1Z0qgkCBAgQIECAAIE2CJSzxNYkKcGpw14XJXnhsMXqCBAgQIAAAQIECExbQODVtMWtR4AAAQIEui2wZZLLk8yFEn2wSnr/tylvS+BVslAgVAlCOKL6s9htuT7J+5K8K8lVSW4eMGDSgVebJflsbf1xBF6tSvK2XpDWE6p5S2BbCZ8YtM/FzLxPgAABAgQItF/glCQH19o8pBcW9ZoJtn1UX1Dnz5Lcd8zPHMfmv57/5q4bk2yU5FcT3JepCRAgQIAAAQIECBAgQIBAUwGBV03F1BMgQIAAAQIECBAgQIAAAQIECBAgQIAAAQIECBAgQIAAAQIECBAgQIAAAQIECBAgQIAAAQIECHRRoIRZvXtA4yUMa+subkzPBAgQIECAAAECYxd4ZBV29bAGM78ySTl7zEWAAAECBAgQIECgtQICr1p7azRGgAABAgRaKXC3KkBoi6q7a5Jsl+S6KXcr8GrhwKtyK9ZK8qQkByb5yyHvzVd7deULzfIj+e/mGdPFwKu7JrkkyTOq/Qi8GvLDoIwAAQIECHRc4IQkh9f2UMJAT5zQnv44yfeT3Kk2/yQCttZPUsJKy3/OXeX57FUT2pdpCRAgQIAAAQIECBAgQIDAKAICr0ZRM4YAAQIECBAgQIAAAQIECBAgQIAAAQIECBAgQIAAAQIECBAgQIAAAQIECBAgQIAAAQIECBAgQKBrAiXM6l0Dmi5hWM/v2qb0S4AAAQIECBAgMHaB8ty4Jsm6DWbeNclbG9QrJUCAAAECBAgQILAsAgKvloXdogQIECBAoLMC0wyaGoQ0zT52SnJxrZnNk1zZ11x/P02CwDZJclmSR1RzLhTK1F93dJLjF/kklWe9eyR5apIXJHlakvUGjLkpyV5JLk3SfyhlFwOvVlUBbU9YxLaz/4XUOAECBAgQIDCvwHFJyrPL3DXMc9OolIf1hWn9Msm9ktw86oQDxh3V9/x3Y5KNkvxqAmuZkgABAgQIECBAgAABAgQIjCIg8GoUNWMIECBAgAABAgQIECBAgAABAgQIECBAgAABAgQIECBAgAABAgQIECBAgAABAgQIECBAgAABAgS6JrBNkssHNP3OJNt2bVP6JUCAAAECBAgQGKvAgb0zYE9tMOP1SVb3zo79TIMxSgkQIECAAAECBAgsm4DAq2WjtzABAgQIEOikwDSDpgYBTbOPLgde9Ruuk+T+SZ6c5LlJNpsnAKt8wVl+JP9i3+BJB149Osn7k2xYrTuOYIphw8Q6+V9GTRMgQIAAAQILCpTniGNr75YArGMm4FWeSb+XZIPa3EcmOWECa5Up103ywyTr1+Yv+3zlhNYzLQECBAgQIECAAAECBAgQaCog8KqpmHoCBAgQIECAAAECBAgQIECAAAECBAgQIECAAAECBAgQIECAAAECBAgQIECAAAECBAgQIECAAIEuCpRzut4xoPEShvWCLm5MzwQIECBAgAABAmMReEOSfRrM9HdV2NUPGoxRSoAAAQIECBAgQGBZBQReLSu/xQkQIECAwNQFVlU/gD60Cj76SHUgf/8BhAs1tl6Ss6ovwUrNV5P8VZJvTHknAq+ScQRC3bF3D7dJcmiSEg41dx3YC1I4re+eTjrwqj+c6uwkByW5ZQmfrf45T0xS9nHbEuY0lAABAgQIEGi/wBFJXl1rszwDlNfGfZVnldfWJv1lkvsk+dW4F6rNV57bTqr9vay1UZIbJ7imqQkQIECAAAECBAgQIECAwLACAq+GlVJHgAABAgQIECBAgAABAgQIECBAgAABAgQIECBAgAABAgQIECBAgAABAgQIECBAgAABAgQIECDQZYFy9tplAzZQwrBKjYsAAQIECBAgQGBlCdyld97vmiR/0WDbb0nyogb1SgkQIECAAAECBAi0QkDgVStugyYIECBAgMDUBPoDgN6dZPck/zZkBxv3gpEuTbJpVX9FFX71syHHj6tM4NUfBl6VMLJnJXlM9efqJEf2wh1+OwT6lkkuT1LmKNd8YVOTDry6W5K3Jdmi6uGC3ufyZUn+Y4j+FyrZrDffZ2tvlqCLEnjhIkCAAAECBGZb4JAkJ9e2+JreM0V5bZxXeR79XpINapO+Msmx41xknrnukOQHSe5ae6+Eex014XVNT4AAAQIECBAgQIAAAQIEhhEQeDWMkhoCBAgQIECAAAECBAgQIECAAAECBAgQIECAAAECBAgQIECAAAECBAgQIECAAAECBAgQIECAAIGuC2yX5O0DNlHCsLbv+ib1T4AAAQIECBAg0Ejg0VXY1YMbjDo6yfEN6pUSIECAAAECBAgQaI2AwKvW3AqNECBAgACBqQisn6QECW1brXZTkq2TfGKI1ctzw35JTq/Vli/FyqH+tw0xfpwlAq/+MPCq/95+PMkuSW4YAr4/CG05Aq9K2NZZVYBaabn0v2OSnw7R/0Il/f8goPz4X/4RgIsAAQIECBCYbYEDkryutsXTkhw45i2XYM76c/GvktwnyS/HvM580/Xvr6y9UZIbp7C2JQgQIECAAAECBAgQIECAwCABgVc+HwQIECBAgAABAgQIECBAgAABAgQIECBAgAABAgQIECBAgAABAgQIECBAgAABAgQIECBAgAABAitBoJxndemAjZYwrB1WAoQ9EiBAgAABAgQI/F6gnPO7JskdGnisTnJxg3qlBAgQIECAAAECBFolIPCqVbdDMwQIECBAYCoCu1ehV3OLvbcXirRnkh8vsvqTklyUZFVVd331hdoXp9L1/1xE4NUfBl6V57oSfnBqjap8eXlJkv4DJvtv2ZZJLu+NLaFT5SqBECUYon69IslxtRc2T3LlEPe+/159JMlOSX7eN7b0f0z1p7z11SR/leQbQ6yxUMnhSU6o3izBX8/p/bl6CfMZSoAAAQIECHRD4KVJXl9r9cwquHVc3a+T5LtJNqxN+OokR41rgUXmKT9mfyfJPWt1Jyc5bErrW4YAAQIECBAgQIAAAQIECCwkIPDKZ4MAAQIECBAgQIAAAQIECBAgQIAAAQIECBAgQIAAAQIECBAgQIAAAQIECBAgQIAAAQIECBAgQGAlCOxYne+10F7fVp21tRIs7JEAAQIECBAgsNIFDk5ySgOEcoZYOS92mDNdG0yrlAABAgQIECBAgMB0BQReTdfbagQIECBAoA0Cd09yfpLn1popfz8yyU/nabA8Lzy1ClJ6RO39cqB+CVe6dRk2JfDqDwOvym14eJK3J3lwdU9KKNk+ST6c5HcL3KcHJTkjSQm9KtdCQWaTDrwqa29X9T/XaunpYyN+vkoQRPl87l2N/3iS8g8E5vuMj7iEYQQIECBAgEBLBf46ydm13s6pPROMo+XyfHFWbaKbk9wryS/HMfmQc+ybpAR5zV239EJtN5onVHTI6ZQRIECAAAECBAgQIECAAIGxCAi8GgujSQgQIECAAAECBAgQIECAAAECBAgQIECAAAECBAgQIECAAAECBAgQIECAAAECBAgQIECAAAECBFousFOSiwf0eEmSnVu+B+0RIECAAAECBAgsXaCcd1bOPRv2+kQVdnXDsAPUESBAgAABAgQIEGirgMCrtt4ZfREgQIAAgckKPCnJRUlW1Za5Lsm5Sa7oBQL8JMnaSUrA1QuT7NDXTvlC7ZAkvx7QZn9A0tFJjh/TtgRezR94dbskByY5pc/5HdUP419KUgIZ1kpy/yRPT7J73+eg3LeT5gkym0bgVQnsujzJA6r+y15OG/EzU0Inyg/+T67Gl3lKSNtvR5zPMAIECBAgQKA7Ai/pBVCdV2u3hLvuMab2yzPy93rPzRvW5ivPXoeOaf5hp1mnCiq9Z23Aa3vP5wcPO4E6AgQIECBAgAABAgQIECAwAQGBVxNANSUBAgQIECBAgAABAgQIECBAgAABAgQIECBAgAABAgQIECBAgAABAgQIECBAgAABAgQIECBAgEDrBEqY1ZoBXZUwrNWt61pDBAgQIECAAAEC4xLYoHoefGaDCS9IUs5IcxEgQIAAAQIECBCYCQGBVzNxG22CAAECBAg0FijPACX06o1JNmk4uoRdlfCjXywyTuBVUkLEFruK/2VVuFipLaFjB1TBVPWx/XULBYitWwVe7b3YwvO8f04V1nDTPO9NI/BqvSRn1X6kLz/m75Nkvn4W295mST6cpMxZrucled9ig7xPgAABAgQIzITAbkneXNvJW3ohVS8a08626j23vbs2VwkTLSGyPx3T/E2mKSFe5dlx7vq7JE9pMoFaAgQIECBAgAABAgQIECAwZgGBV2MGNR0BAgQIECBAgAABAgQIECBAgAABAgQIECBAgAABAgQIECBAgAABAgQIECBAgAABAgQIECBAgEArBXZJctGAzt6aZNdWdq4pAgQIECBAgACBpQr8WRV21eQ83yOTnLDUhY0nQIAAAQIECBAg0CYBgVdtuht6IUCAAAEC0xe4X5Jjk5QfThe7SnjTcUnemeQ3ixVXoVilfu5aKKBpiKn+oOR/JTktyZ61dzZPcuUoky0yZqckFy+yTn8/1yTZLssTeFVaLf3sleSoJHcZwuT63piTq2CIhe7tNAKvSqu7J7mg6rmJY/82S2jY66oXP5dkxyRlny4CBAgQIEBg9gVWJyn/8G/uKs9y5bVxXSU4tjwbPa16Jj1wXBM3nOd2vX/c+J3es/y3kxyf5BMNxysnQIAAAQIECBAgQIAAAQLjFhB4NW5R8xEgQIAAAQIECBAgQIAAAQIECBAgQIAAAQIECBAgQIAAAQIECBAgQIAAAQIECBAgQIAAAQIECLRRoIRZXTigsRKG9cI2Nq4nAgQIECBAgACBJQn8VRV2tc6Qs9xWnYF26ZD1yggQIECAAAECBAh0RkDgVWdulUYJECBAgMDEBMrzwKokW1WH9j+hFpL0D0k+n+TdSa5KcnODLvoDkgRezY+3SZLLesaPqN4+N0kJa+q37q8bxvOOSZ7Ru4d/keRBSR5Xa6Hc2y8leW8VFPbrRe7ttAKvNk5SvojdtOpn5ySXNPjcldL1q9CsbatxJQCiBLuVL3pdBAgQIECAwOwL7JDkbbVtvr0XRFpeG/dVnq1KoOYN4564wXwbJPlZg3qlBAgQIECAAAECBAgQIEBgkgICryapa24CBAgQIECAAAECBAgQIECAAAECBAgQIECAAAECBAgQIECAAAECBAgQIECAAAECBAgQIECAAIG2COyW5M0DmnlLkhe1pVl9ECBAgAABAgQIjEXg0CQnNZjpW1XYVTn/1UWAAAECBAgQIEBg5gQEXs3cLbUhAgQIECBAgECnBW6X5JheOFUJ2CrXQgFggzb52CTv6Y3dsAqgKGFuJbjNRYAAAQIECKwMgRJ6+Y7aVi9P8oKVsXW7JECAAAECBAgQIECAAAECyyog8GpZ+S1OgAABAgQIECBAgAABAgQIECBAgAABAgQIECBAgAABAgQIECBAgAABAgQIECBAgAABAgQIECAwJYESZvWmAWuVMKzdp9SLZQgQIECAAAECBCYv8Mbe+aZ7NljmY1XY1Y8bjFFKgAABAgQIECBAoFMCAq86dbs0S4AAAQIECBBYEQL1wKprq4CKrw258/J8e0CSU6v6UQKzhlxKGQECBAgQINBSgRJ2+e5abyUIc+uW9qotAgQIECBAgAABAgQIECAwSwICr2bpbtoLAQIECBAgQIAAAQIECBAgQIAAAQIECBAgQIAAAQIECBAgQIAAAQIECBAgQIAAAQIECBAgQIDAQgIlzOqCATwlDOvF+AgQIECAAAECBDovcPcka5Js2WAn5zUMx2owtVICBAgQIECAAAEC7REQeNWee6ETAgQIECBAgACB/xK4fZJTkuxXgRyU5LQk/Qdlzue1YZK3JtkiyU1VuMUnwBIgQIAAAQIrSuAvk7y/tuMPJHnOihKwWQIECBAgQIAAAQIECBAgsDwCAq+Wx92qBAgQIECAAAECBAgQIECAAAECBAgQIECAAAECBAgQIECAAAECBAgQIECAAAECBAgQIECAAAEC0xV4SZISZLDQdX6SPabbktUIECBAgAABAgTGLLBpFXb1gAbzHp7kpAb1SgkQIECAAAECBAh0VkDgVWdvncYJECBAgAABAjMt8JgklydZleSTSVYn+eEQO949yQVV3blJDkhy8xDjlBAgQIAAAQKzI/DMJB+ubeeKJM+ane3ZCQECBAgQIECAAAECBAgQaK2AwKvW3hqNESBAgAABAgQIECBAgAABAgQIECBAgAABAgQIECBAgAABAgQIECBAgAABAgQIECBAgAABAgQIjFGghFmVM64WukoY1p5jXM9UBAgQIECAAAEC0xXYvgq7WnvIZf+zOjf1siHrlREgQIAAAQIEam8rWAAAIABJREFUCBDovIDAq87fQhsgQIAAAQIECMykQPlS99gkR1S7e3GSNy2y0ztXNVsnuT7Jtkm+OJM6NkWAAAECBAgMEtgiycdqBR9P8nRkBAgQIECAAAECBAgQIECAwMQFBF5NnNgCBAgQIECAAAECBAgQIECAAAECBAgQIECAAAECBAgQIECAAAECBAgQIECAAAECBAgQIECAAAECLRDYK8k5A/ooYVilxkWAAAECBAgQINA9gcOTnNCg7X+uwq4+32CMUgIECBAgQIAAAQKdFxB41flbaAMECBAgQIAAgZkVeECSNUk2TfLJ6gvcHw7Y7U5JLq7ef0WSk5LcOrM6NkaAAAECBAgsJPDk6tlh7v1PJSmvuQgQIECAAAECBAgQIECAAIHJCgi8mqyv2QkQIECAAAECBAgQIECAAAECBAgQIECAAAECBAgQIECAAAECBAgQIECAAAECBAgQIECAAAECBNoh8NdJzh7QSgnD2rsdreqCAAECBAgQIECggcB5SV7SoP4j1VmpP20wRikBAgQIECBAgACBmRAQeDUTt9EmCBAgQIAAAQIzKVCeVXdI8sYk6yXZP8nrk/QfmFk2f/ck5yd57pDhWDMJZlMECBAgQIDA7wU2S/LZmsWVSTZnQ4AAAQIECBAgQIAAAQIECExcQODVxIktQIAAAQIECBAgQIAAAQIECBAgQIAAAQIECBAgQIAAAQIECBAgQIAAAQIECBAgQIAAAQIECBAg0AKBEmZ11oA+ShjWPi3oUwsECBAgQIAAAQLDCdwzyZre+WVbDFf++6pyVmoJQnURIECAAAECBAgQWJECAq9W5G23aQIECBAgQIBAZwTWTXJKkvLj/jVJtuuFYF3X1315pt0vyelJbkiyc5K/7cwONUqAAAECBAiMW2DTJP9Qm/SqJI8b9yJjmK/8uL1B78fqH/f+keJPxzCfKQgQIECAAAECBAgQIECAwHILCLxa7jtgfQIECBAgQIAAAQIECBAgQIAAAQIECBAgQIAAAQIECBAgQIAAAQIECBAgQIAAAQIECBAgQIAAgWkI7JvkzAELvSHJS6fRiDUIECBAgAABAgSWLPD4Kuzq/g1mOrQ6K7XBEKUECBAgQIAAAQIEZktA4NVs3U+7IUCAAAECBAjMosD9klycZLMkpyY5Mslvaht9cJJLkzwiyWFVza2zCGFPBAgQIECAwFACj07yxVrl1UkeM9TI6RVtmWSrJA9M8vUkZyT5l+ktbyUCBAgQIECAAAECBAgQIDARAYFXE2E1KQECBAgQIECAAAECBAgQIECAAAECBAgQIECAAAECBAgQIECAAAECBAgQIECAAAECBAgQIECAQMsESpjV6wf0VMKw9mtZz9ohQIAAAQIECBD4Q4Edq7CrtYbEKWehrk7yjiHrlREgQIAAAQIECBCYWQGBVzN7a22MAAECBAgQIECAAAECBAgQILAiBUoI5ldqO78mySNbJnFukl2S3CHJTUkOTlJecxEgQIAAAQIECBAgQIAAgS4LCLzq8t3TOwECBAgQIECAAAECBAgQIECAAAECBAgQIECAAAECBAgQIECAAAECBAgQIECAAAECBAgQIECAwLACJczqjAHFJQzrZcNOpo4AAQIECBAgQGBZBI5M8qoGK3+jCrv6YoMxSgkQIECAAAECBAjMrIDAq5m9tTZGgAABAgQIECBAgAABAgQIEFiRAg9N8k+1nX8tycNaJHG7JJcl2abW0zFJjmtRj1ohQIAAAQIECBAgQIAAAQKjCAi8GkXNGAIECBAgQIAAAQIECBAgQIAAAQIECBAgQIAAAQIECBAgQIAAAQIECBAgQIAAAQIECBAgQIAAga4J7J/ktAFNn57kgK5tSr8ECBAgQIAAgRUkcEGS3Rvs98NV2NXPG4xRSoAAAQIECBAgQGCmBQRezfTttTkCBAgQIECAAAECBAgQIECAwIoT2CTJN2q7vi7Jg1qkcPsklybZutbTiUmOaFGPWiFAgAABAgQIECBAgAABAqMICLwaRc0YAgQIECBAgAABAgQIECBAgAABAgQIECBAgAABAgQIECBAgAABAgQIECBAgAABAgQIECBAgACBrgmUMKvXDWi6hGEd2LVN6ZcAAQIECBAgsAIE7pVkTZKnNtjr2Un2aVCvlAABAgQIECBAgMCKEBB4tSJus00SIECAAAECBAgQIECAAAECBFaMwP2TfKu222/3flwur7XlEnjVljuhDwIECBAgQIAAAQIECBAYt4DAq3GLmo8AAQIECBAgQIAAAQIECBAgQIAAAQIECBAgQIAAAQIECBAgQIAAAQIECBAgQIAAAQIECBAgQKCNAgclee2Axk5N8vI2Nq4nAgQIECBAgMAKFtisCrvauIHBwYs89zWYSikBAgQIECBAgACB2RIQeDVb99NuCBAgQIAAAQIECBAgQIAAAQIrXeC+Sa6vIXwvyaoWocwXeHVKkkNb1KNWCBAgQIAAAQIECBAgQIDAKAICr0ZRM4YAAQIECBAgQIAAAQIECBAgQIAAAQIECBAgQIAAAQIECBAgQIAAAQIECBAgQIAAAQIECBAgQKBrAiXM6jUDmi5hWCUcwUWAAAECBAgQINAOgZ2rsKthu7k5yeok7xx2gDoCBAgQIECAAAECK01A4NVKu+P2S4AAAQIECBAgQIAAAQIECBCYbYF7JflhbYv/muTeLdryfIFXpyc5oEU9aoUAAQIECBAgQIAAAQIECIwiIPBqFDVjCBAgQIAAAQIECBAgQIAAAQIECBAgQIAAAQIECBAgQIAAAQIECBAgQIAAAQIECBAgQIAAAQIEuiZQwqxOGdB0CcM6pGub0i8BAgQIECBAYEYFXpHkuAZ7+3oVdvWlBmOUEiBAgAABAgQIEFhxAgKvVtwtt2ECBAgQIECAAAECBAgQIECAwEwL3D3Jj2s7/EmSe7Rox+skuSjJ9rWezkiyf4t61AoBAgQIECBAgAABAgQIEBhFQODVKGrGECBAgAABAgQIECBAgAABAgQIECBAgAABAgQIECBAgAABAgQIECBAgAABAgQIECBAgAABAgQIdE3g0CQnDWj65CSHdW1T+iVAgAABAgQIzKDAm5Ps1mBfH6zCrv6twRilBAgQIECAAAECBFakgMCrFXnbbZoAAQIECBAgQIAAAQIECBAgMLMCd0ny89rufpHkri3a7R8leVP1g/ZcWwKvWnSDtEKAAAECBAgQIECAAAECIwsIvBqZzkACBAgQIECAAAECBAgQIECAAAECBAgQIECAAAECBAgQIECAAAECBAgQIECAAAECBAgQIECAAIEOCZQwqxMH9FvCsA7v0H60SoAAAQIECBCYNYGNkqxJ8uQGG3tD7/yylzaoV0qAAAECBAgQIEBgRQsIvFrRt9/mCRAgQIAAAQIECBAgQIAAAQIzJ3DHJDfWdvXvSdZv0S4FXrXoZmiFAAECBAgQIECAAAECBMYqIPBqrJwmI0CAAAECBAgQIECAAAECBAgQIECAAAECBAgQIECAAAECBAgQIECAAAECBAgQIECAAAECBAgQaKnAEUlePaC3EoZValwECBAgQIAAAQLTF3hikouT3LfB0gcleV2DeqUECBAgQIAAAQIEVryAwKsV/xEAQIAAAQIECBAgQIAAAQIECBCYKYH/neTXtR39R5J1W7RDgVctuhlaIUCAAAECBAgQIECAAIGxCgi8GiunyQgQIECAAAECBAgQIECAAAECBAgQIECAAAECBAgQIECAAAECBAgQIECAAAECBAgQIECAAAECBFoqcGSSVw3orYRhHdXS3rVFgAABAgQIEJhlgV2TXNhgg+W8stVJ3t1gjFICBAgQIECAAAECBJIIvPIxIECAAAECBAgQIECAAAECBAgQmCWBdZL8prah/0xSXmvLJfCqLXdCHwQIECBAgAABAgQIECAwbgGBV+MWNR8BAgQIECBAgAABAgQIECBAgAABAgQIECBAgAABAgQIECBAgAABAgQIECBAgAABAgQIECBAgEAbBUqY1fEDGithWK9oY+N6IkCAAAECBAjMsMArkxzTYH//VIVdfaXBGKUECBAgQIAAAQIECFQCAq98FAgQIECAAAECBAgQIECAAAECBGZJoHzf9bvahsph22u1aIPzBV6dk2TvFvWoFQIECBAgQIAAAQIECBAgMIqAwKtR1IwhQIAAAQIECBAgQIAAAQIECBAgQIAAAQIECBAgQIAAAQIECBAgQIAAAQIECBAgQIAAAQIECBDomsDRSY4d0PRxDcMWurZ//RIgQIAAAQIE2iZwUZJdGjT1/irs6sYGY5QSIECAAAECBAgQIFATEHjl40CAAAECBAgQIECAAAECBAgQIDBrArcmuV1tU2snua0lmyyBV+cleWGtn/OT7NGS/rRBgAABAgQIECBAgAABAgRGFRB4NaqccQQIECBAgAABAgQIECBAgAABAgQIECBAgAABAgQIECBAgAABAgQIECBAgAABAgQIECBAgAABAl0SOKbX7CsHNFzCsAa936W96pUAAQIECBAg0GaBVUnWJHligyZfn+RlDeqVEiBAgAABAgQIECAwj4DAKx8LAgQIECBAgAABAgQIECBAgACBWRO4Jcnta5u6Q5LftGSTJXzrzCR71foReNWSm6MNAgQIECBAgAABAgQIEFiSgMCrJfEZTIAAAQIECBAgQIAAAQIECBAgQIAAAQIECBAgQIAAAQIECBAgQIAAAQIECBAgQIAAAQIECBAg0BGBEmZVQq8Wusr7JfTKRYAAAQIECBAgMDmBJ1dhVxs1WGL/JGc0qFdKgAABAgQIECBAgMACAgKvfDQIECBAgAABAgQIECBAgAABAgRmTeBXSdatbeqPk/y6JZssgVflx+69a/0IvGrJzdEGAQIECBAgQIAAAQIECCxJQODVkvgMJkCAAAECBAgQIECAAAECBAgQIECAAAECBAgQIECAAAECBAgQIECAAAECBAgQIECAAAECBAgQ6IjAcUleMaDXo5Mc35G9aJMAAQIECBAg0EWB3ZK8uUHj/55kdZL3NRijlAABAgQIECBAgACBAQICr3w8CBAgQIAAAQIECBAgQIAAAQIEZk3gl0nWr23qTklubMkmBV615EZogwABAgQIECBAgAABAgTGLiDwauykJiRAgAABAgQIECBAgAABAgQIECBAgAABAgQIECBAgAABAgQIECBAgAABAgQIECBAgAABAgQIEGihQAmzOmpAXyUM61Ut7FtLBAgQIECAAIFZEFgsfLR/j9dUYVdfnYXN2wMBAgQIECBAgACBtggIvGrLndAHAQIECBAgQIAAAQIECBAgQIDAuAR+luSutcnulqS81oZL4FUb7oIeCBAgQIAAAQIECBAgQGASAgKvJqFqTgIECBAgQIAAAQIECBAgQIAAAQIECBAgQIAAAQIECBAgQIAAAQIECBAgQIAAAQIECBAgQIAAgbYJvDrJEQOaOjLJCW1rWj8ECBAgQIAAgRkQWJNk5wb7eE8VdvWrBmOUEiBAgAABAgQIECAwhIDAqyGQlBAgQIAAAQIECBAgQIAAAQIECHRK4EdJ7lHreMMk5bU2XAKv2nAX9ECAAAECBAgQIECAAAECkxAQeDUJVXMSIECAAAECBAgQIECAAAECBAgQIECAAAECBAgQIECAAAECBAgQIECAAAECBAgQIECAAAECBAi0TaCEWR0+oKkShnVi25rWDwECBAgQIECgwwIbJylhV5s12MNpSQ5sUK+UAAECBAgQIECAAIEGAgKvGmApJUCAAAECBAgQIECAAAECBAgQ6ITA95NsVOv0Pkl+0JLOBV615EZogwABAgQIECBAgAABAgTGLiDwauykJiRAgAABAgQIECBAgAABAgQIECBAgAABAgQIECBAgAABAgQIECBAgAABAgQIECBAgAABAgQIEGihQAmzOmxAXyUM66QW9q0lAgQIECBAgEAXBZ5ahV3dq0Hz+yU5s0G9UgIECBAgQIAAAQIEGgoIvGoIppwAAQIECBAgQIAAAQIECBAgQKD1At9Jcr9alxsn+W5Lup4v8OrCJLu1pD9tECBAgAABAgQIECBAgACBUQUEXo0qZxwBAgQIECBAgAABAgQIECBAgAABAgQIECBAgAABAgQIECBAgAABAgQIECBAgAABAgQIECBAgECXBE5OcsiAhg9NckqXNqRXAgQIECBAgEBLBXZPckGD3n6ZZHWSDzQYo5QAAQIECBAgQIAAgREEBF6NgGYIAQIECBAgQIAAAQIECBAgQIBAqwW+meRPah0+IMm3WtJxCbw6Pck+tX4u6fW3c0v60wYBAgQIECBAgAABAgQIEBhVQODVqHLGESBAgAABAgQIECBAgAABAgQIECBAgAABAgQIECBAgAABAgQIECBAgAABAgQIECBAgAABAgQIdEmghFkdPKDhEob1mi5tSK8ECBAgQIAAgRYKvCrJkQ36+nIVdvW1BmOUEiBAgAABAgQIECAwooDAqxHhDCNAgAABAgQIECBAgAABAgQIEGitwLVJHlTr7sFJvtGSbkvg1UlJDqr1I/CqJTdHGwQIECBAgAABAgQIECCwJAGBV0viM5gAAQIECBAgQIAAAQIECBAgQIAAAQIECBAgQIAAAQIECBAgQIAAAQIECBAgQIAAAQIECBAgQKAjAiXM6uUDei1hWK/tyF60SYAAAQIECBBom8BaSdYk2bFBY++qwq7+o8EYpQQIECBAgAABAgQILEFA4NUS8AwlQIAAAQIECBAgQIAAAQIECBBopcBXkzys1tn/TfJPLen0dkleneTQWj8Cr1pyc7RBgAABAgQIECBAgAABAksSEHi1JD6DCRAgQIAAAQIECBAgQIAAAQIECBAgQIAAAQIECBAgQIAAAQIECBAgQIAAAQIECBAgQIAAAQIEOiJwapIDB/R6UJLXdWQv2iRAgAABAgQItEng/lXY1eMbNFWezQaFkTaYSikBAgQIECBAgAABAsMKCLwaVkodAQIECBAgQIAAAQIECBAgQIBAVwS+nOSRtWYflaS81oZL4FUb7oIeCBAgQIAAAQIECBAgQGASAgKvJqFqTgIECBAgQIAAAQIECBAgQIAAAQIECBAgQIAAAQIECBAgQIAAAQIECBAgQIAAAQIECBAgQIAAgbYJlDCrAwY0VcKwTmtb0/ohQIAAAQIECLRcYIsq7OqeDfrcN8lZDeqVEiBAgAABAgQIECAwJgGBV2OCNA0BAgQIECBAgAABAgQIECBAgEBrBL6Q5DG1bh6bpLzWhkvgVRvugh4IECBAgAABAgQIECBAYBICAq8moWpOAgQIECBAgAABAgQIECBAgAABAgQIECBAgAABAgQIECBAgAABAgQIECBAgAABAgQIECBAgACBtgmcnuRlA5raP8kZbWtaPwQIECBAgACBFgu8JMl5Dfr7RZLVST7UYIxSAgQIECBAgAABAgTGKCDwaoyYpiJAgAABAgQIECBAgAABAgQIEGiFwOeSPL7WyROS/H0rOkvmC7y6NMmOLelPGwQIECBAgAABAgQIECBAYFQBgVejyhlHgAABAgQIECBAgAABAgQIECBAgAABAgQIECBAgAABAgQIECBAgAABAgQIECBAgAABAgQIECDQJYESZrXfgIZLGNbru7QhvRIgQIAAAQIEllHghCSHN1j/6irs6toGY5QSIECAAAECBAgQIDBmAYFXYwY1HQECBAgQIECAAAECBAgQIECAwLILfDrJE2td/HmSzyx7V//VwHyBV5cneUFL+tMGAQIECBAgQIAAAQIECBAYVUDg1ahyxhEgQIAAAQIECBAgQIAAAQIECBAgQIAAAQIECBAgQIAAAQIECBAgQIAAAQIECBAgQIAAAQIECHRJoIRZvXRAwyUM68wubUivBAgQIECAAIFlEFg7yZok2zdYu5zXtTrJLQ3GKCVAgAABAgQIECBAYAICAq8mgGpKAgQIECBAgAABAgQIECBAgACBZRX42yRPqXXw1CSfXNaO/v/iJfDqlUmOqvXz7iTPb0l/2iBAgAABAgQIECBAgAABAqMKCLwaVc44AgQIECBAgAABAgQIECBAgAABAgQIECBAgAABAgQIECBAgAABAgQIECBAgAABAgQIECBAgACBLgm8Ick+AxreN8lZXdqQXgkQIECAAAECUxZ4QBV2tWmDdV+T5JAG9UoJECBAgAABAgQIEJiggMCrCeKamgABAgQIECBAgAABAgQIECBAYFkEPprk6bWVt0zysWXp5A8XXSvJ4UleVXtL4FVLbo42CBAgQIAAAQIECBAgQGBJAgKvlsRnMAECBAgQIECAAAECBAgQIECAAAECBAgQIECAAAECBAgQIECAAAECBAgQIECAAAECBAgQIECAQEcESpjV3gN6LWFYZ3dkL9okQIAAAQIECExboJwJtqb3vHT3BguXZ69zGtQrJUCAAAECBAgQIEBgwgICryYMbHoCBAgQIECAAAECBAgQIECAAIGpC3woybNqq/5Fkg9PvYuFFzwkycm1t9+cZPcW9acVAgQIECBAgAABAgQIECAwioDAq1HUjCFAgAABAgQIECBAgAABAgQIECBAgAABAgQIECBAgAABAgQIECBAgAABAgQIECBAgAABAgQIEOiaQAlb2GtA0wIZunZH9UuAAAECBAhMS2DPJG9ssNjPkqxOckWDMUoJECBAgAABAgQIEJiCgMCrKSBbggABAgQIECBAgAABAgQIECBAYKoC70vynNqKz0tSXmvLtVWSU5P8nyS/6v15eZJz29KcPggQIECAAAECBAgQIECAwIgCAq9GhDOMAAECBAgQIECAAAECBAgQIECAAAECBAgQIECAAAECBAgQIECAAAECBAgQIECAAAECBAgQIECgUwIlpKGENSx0lTAs50h06pZqlgABAgQIEJiCwElJDm2wzheqsKvrGoxRSoAAAQIECBAgQIDAlAQEXk0J2jIECBAgQIAAAQIECBAgQIAAAQJTE3hXkq1rq22TpLzWlmudJA9K8sAkNyb5TJJb2tKcPggQIECAAAECBAgQIECAwIgCAq9GhDOMAAECBAgQIECAAAECBAgQIECAAAECBAgQIECAAAECBAgQIECAAAECBAgQIECAAAECBAgQIECgUwIlzGqPAR2XMKzzOrUjzRIgQIAAAQIEJidQztxak+SvGizxN1XY1W8bjFFKgAABAgQIECBAgMAUBQReTRHbUgQIECBAgAABAgQIECBAgAABAlMRuKzvh+3tkpQfr10ECBAgQIAAAQIECBAgQIDA5AQEXk3O1swECBAgQIAAAQIECBAgQIAAAQIECBAgQIAAAQIECBAgQIAAAQIECBAgQIAAAQIECBAgQIAAAQLtETg/yYsHtPOSJBe0p12dECBAgAABAgSWTWCTKuzqzxp0cHKSwxrUKyVAgAABAgQIECBAYBkEBF4tA7olCRAgQIAAAQIECBAgQIAAAQIEJipwSZIdayvslORtE13R5AQIECBAgAABAgQIECBAgIDAK58BAgQIECBAgAABAgQIECBAgAABAgQIECBAgAABAgQIECBAgAABAgQIECBAgAABAgQIECBAgACBlSBQwqx2H7DREob1ppUAYY8ECBAgQIAAgQECz6zCrjZooLRXknMb1CslQIAAAQIECBAgQGCZBAReLRO8ZQkQIECAAAECBAgQIECAAAECBCYmcFGSXWqz75rkrRNbzcQECBAgQIAAAQIECBAgQIBAERB45XNAgAABAgQIECBAgAABAgQIECBAgAABAgQIECBAgAABAgQIECBAgAABAgQIECBAgAABAgQIECCwEgRKmNWLBmy0hGG9eSVA2CMBAgQIECBAYAGBv05ydgOdnyRZneSjDcYoJUCAAAECBAgQIEBgGQUEXi0jvqUJECBAgAABAgQIECBAgAABAgQmItD/DwP9Q8CJMJuUAAECBAgQIECAAAECBAj8DwGBVz4QBAgQIECAAAECBAgQIECAAAECBAgQIECAAAECBAgQIECAAAECBAgQIECAAAECBAgQIECAAAECK0HgLUleOGCjuyW5cCVA2CMBAgQIECBAYB6BU5Ic3EDmqirs6psNxiglQIAAAQIECBAgQGCZBQReLfMNsDwBAgQIECBAgAABAgQIECBAgMDYBc5Nskdt1j2TnDf2VUxIgAABAgQIECBAgAABAgQI1AUEXvk8ECBAgAABAgQIECBAgAABAgQIECBAgAABAgQIECBAgAABAgQIECBAgAABAgQIECBAgAABAgQIrASBEma164CNljCsi1YChD0SIECAAAECBGoCd0hycZJtGqi8vQq7urXBGKUECBAgQIAAAQIECLRAQOBVC26CFggQIECAAAECBAgQIECAAAECBMYqcFaSvWsz7pukvOYiQIAAAQIECBAgQIAAAQIEJicg8GpytmYmQIAAAQIECBAgQIAAAQIECBAgQIAAAQIECBAgQIAAAQIECBAgQIAAAQIECBAgQIAAAQIECBBoj8Bbq2CGhTraJcma9rSrEwIECBAgQIDAxAUeUj3/PKrBSicmOaJBvVICBAgQIECAAAECBFokIPCqRTdDKwQIECBAgAABAgQIECBAgAABAmMROCPJfrWZ9k9SXnMRIECAAAECBAgQIECAAAECkxMQeDU5WzMTIECAAAECBAgQIECAAAECBAgQIECAAAECBAgQIECAAAECBAgQIECAAAECBAgQIECAAAECBAi0R6CEWe08oJ3VSS5uT7s6IUCAAAECBAhMVODZVdjVnRusskeS8xvUKyVAgAABAgQIECBAoGUCAq9adkO0Q4AAAQIECBAgQIAAAQIECBAgsGSB1yY5qDbLy5OcuuRZTUCAAAECBAgQIECAAAECBAgMEhB45fNBgAABAgQIECBAgAABAgQIECBAgAABAgQIECBAgAC7HiAFAAAgAElEQVQBAgQIECBAgAABAgQIECBAgAABAgQIECCwEgRKmNVOAzZawrAuWQkQ9kiAAAECBAiseIF9k5zZQOFHVXDoJxqMUUqAAAECBAgQIECAQAsFBF618KZoiQABAgQIECBAgAABAgQIECBAYEkCJyU5tDbDYUlOXtKMBhMgQIAAAQIECBAgQIAAAQKLCQi8WkzI+wQIECBAgAABAgQIECBAgAABAgQIECBAgAABAgQIECBAgAABAgQIECBAgAABAgQIECBAgAABArMg8LYkOwzYyI5JLp2FjdoDAQIECBAgQGCAwKlJDmwg9Lkkq5N8u8EYpQQIECBAgAABAgQItFRA4FVLb4y2CBAgQIAAAQIECBAgQIAAAQIERhZ4VZIja6OPSvLqkWczkAABAgQIECBAgAABAgQIEBhGQODVMEpqCBAgQIAAAQIECBAgQIAAAQIECBAgQIAAAQIECBAgQIAAAQIECBAgQIAAgf/H3p3AW1eWdeP/vWoOEZmWA1pZpgIO4IhmimaKs4RDDgFiIpgaipizIqJmFOIsKubwiOEsmqZI5USKc1TOcyYOqRkvYaa+/3XlOv4Xu3322Wuffc5Ze+/v+nz4wLPPfd/rur73vc/j85zt+hEgQIAAAQIECBAgsOgCFWZ1rwlNVBjWaYvepPoJECBAgAABAusI7JZkV5KDegid2oZdjf7/kXssYSgBAgQIECBAgAABAkMSEHg1pN1QCwECBAgQIECAAAECBAgQIECAwDwEnpTk2M5C9evj5rGwNQgQIECAAAECBAgQIECAAIF1BQReORwECBAgQIAAAQIECBAgQIAAAQIECBAgQIAAAQIECBAgQIAAAQIECBAgQIAAAQIECBAgQIAAAQKrIPDqJL83odEKw6oxLgIECBAgQIDAsglcuw27um6Pxp6S5Ak9xhtKgAABAgQIECBAgMACCAi8WoBNUiIBAgQIECBAgAABAgQIECBAgEAvgccnOb4zww+7e/EZTIAAAQIECBAgQIAAAQIEZhIQeDUTm0kECBAgQIAAAQIECBAgQIAAAQIECBAgQIAAAQIECBAgQIAAAQIECBAgQIAAAQIECBAgQIAAAQILJvCaJPeYUHOFYb12wXpSLgECBAgQIEBgI4E7t2FXl95oYOfr90/yFz3GG0qAAAECBAgQIECAwIIICLxakI1SJgECBAgQIECAAAECBAgQIECAwNQCj07yJ53Rf5qkXnMRIECAAAECBAgQIECAAAECWycg8GrrbK1MgAABAgQIECBAgAABAgQIECBAgAABAgQIECBAgAABAgQIECBAgAABAgQIECBAgAABAgQIECAwHIEKs7r7hHIqDOt1wylXJQQIECBAgACBTQscleRZPVb51ySHJPm7HnMMJUCAAAECBAgQIEBggQQEXi3QZimVAAECBAgQIECAAAECBAgQIEBgKoFHJPmzzsgTk9RrLgIECBAgQIAAAQIECBAgQGDrBARebZ2tlQkQIECAAAECBAgQIECAAAECBAgQIECAAAECBAgQIECAAAECBAgQIECAAAECBAgQIECAAAECBIYj8Pokd51Qzt2SvGE45aqEAAECBAgQILApgZOSPKzHCu9rw66+1GOOoQQIECBAgAABAgQILJiAwKsF2zDlEiBAgAABAgQIECBAgAABAgQIbCjw0CTP7Ix6Vs8flm94AwMIECBAgAABAgQIECBAgACB/yUg8MqhIECAAAECBAgQIECAAAECBAgQIECAAAECBAgQIECAAAECBAgQIECAAAECBAgQIECAAAECBAgQWAWBCrM6aEKjFYb1xlWA0CMBAgQIECCw1AK7J9mV5MAeXdb4Q3uMN5QAAQIECBAgQIAAgQUVEHi1oBunbAIECBAgQIAAAQIECBAgQIAAgXUFHpzkuZ2vPi/JQ3gRIECAAAECBAgQIECAAAECWyog8GpLeS1OgAABAgQIECBAgAABAgQIECBAgAABAgQIECBAgAABAgQIECBAgAABAgQIECBAgAABAgQIECAwEIEKs/rdCbVUGNabBlKrMggQIECAAAECswjs04Zd1b+nvZ6c5NhpBxtHgAABAgQIECBAgMBiCwi8Wuz9Uz0BAgQIECBAgAABAgQIECBAgMD/Fjgyycmdl1+Y5IGgCBAgQIAAAQIECBAgQIAAgS0VEHi1pbwWJ0CAAAECBAgQIECAAAECBAgQIECAAAECBAgQIECAAAECBAgQIECAAAECBAgQIECAAAECBAgQGIjA6UnuMqGWA5O8eSC1KoMAAQIECBAg0Feg/rfMriS795h4vyQv6zHeUAIECBAgQIAAAQIEFlxA4NWCb6DyCRAgQIAAAQIECBAgQIAAAQIE/pfA/ZOc0nn1JUkO50SAAAECBAgQIECAAAECBAhsqYDAqy3ltTgBAgQIECBAgAABAgQIECBAgAABAgQIECBAgAABAgQIECBAgAABAgQIECBAgAABAgQIECBAgMBABCrM6s4TaqkwrLcMpFZlECBAgAABAgT6CDwsyUk9JvxLkkOSvLvHHEMJECBAgAABAgQIEFgCAYFXS7CJWiBAgAABAgQIECBAgAABAgQIELiQwH2TvKzzysuTHMaIAAECBAgQIECAAAECBAgQ2FIBgVdbymtxAgQIECBAgAABAgQIECBAgAABAgQIECBAgAABAgQIECBAgAABAgQIECBAgAABAgQIECBAgACBgQj8VZI7TqjlTkneOpBalUGAAAECBAgQmFbgWUmOmnZwkve0YVdf6THHUAIECBAgQIAAAQIElkRA4NWSbKQ2CBAgQIAAAQIECBAgQIAAAQIEfirw+0le2fF4VZJ6zUWAAAECBAgQIECAAAECBAhsnYDAq62ztTIBAgQIECBAgAABAgQIECBAgAABAgQIECBAgAABAgQIECBAgAABAgQIECBAgAABAgQIECBAgMBwBCrM6g4TyqkwrLcNp1yVECBAgAABAgQmClw6ya4kd+7h9PIkh/UYbygBAgQIECBAgAABAksmIPBqyTZUOwQIECBAgAABAgQIECBAgAABArlnktM6Dq9J/uc1FwECBAgQIECAAAECBAgQILB1AgKvts7WygQIECBAgAABAgQIECBAgAABAgQIECBAgAABAgQIECBAgAABAgQIECBAgAABAgQIECBAgAABAsMRqDCr208op8Kw/no45aqEAAECBAgQILCuwHXbsKtr9zB6UpLjeow3lAABAgQIECBAgACBJRQQeLWEm6olAgQIECBAgAABAgQIECBAgMCKC9w1yes7Bm9IcrcVN9E+AQIECBAgQIAAAQIECBDYagGBV1stbH0CBAgQIECAAAECBAgQIECAAAECBAgQIECAAAECBAgQIECAAAECBAgQIECAAAECBAgQIECAAIEhCLw9yW0nFHK7JO8YQqFqIECAAAECBAhMEDioDbvarYfSfZO8osd4QwkQIECAAAECBAgQWFIBgVdLurHaIkCAAAECBAgQIECAAAECBAissMBdkpze6f/NSQ5cYQ+tEyBAgAABAgQIECBAgACB7RAQeLUdyu5BgAABAgQIECBAgAABAgQIECBAgAABAgQIECBAgAABAgQIECBAgAABAgQIECBAgAABAgQIECCw0wIVZnXAhCIqDOuMnS7S/QkQIECAAAECEwQenuTEHkJfTnJIkvf2mGMoAQIECBAgQIAAAQJLLCDwaok3V2sECBAgQIAAAQIECBAgQIAAgRUVuEOSt3Z6f1uSO66ohbYJECBAgAABAgQIECBAgMB2CQi82i5p9yFAgAABAgQIECBAgAABAgQIECBAgAABAgQIECBAgAABAgQIECBAgAABAgQIECBAgAABAgQIENhJgXcmufWEAioMq8a4CBAgQIAAAQJDFHhOkof0KOxdbdjVV3vMMZQAAQIECBAgQIAAgSUXEHi15BusPQIECBAgQIAAAQIECBAgQIDACgrUB//e0en7jCS3XUEHLRMgQIAAAQIECBAgQIAAge0UEHi1ndruRYAAAQIECBAgQIAAAQIECBAgQIAAAQIECBAgQIAAAQIECBAgQIAAAQIECBAgQIAAAQIECBAgsFMCZyb5nQk3rzCsv9mp4tyXAAECBAgQILCOwGWS7Epyxx5CL03yBz3GG0qAAAECBAgQIECAwIoICLxakY3WJgECBAgQIECAAAECBAgQIEBghQRuNfLBv7/d4IOCK0SjVQIECBAgQIAAAQIECBAgsGUCAq+2jNbCBAgQIECAAAECBAgQIECAAAECBAgQIECAAAECBAgQIECAAAECBAgQIECAAAECBAgQIECAAAECAxKoMKt6tsV6V4Vh1bMuXAQIECBAgACBoQhcvw27umaPgp6Y5Pge4w0lQIAAAQIECBAgQGCFBARerdBma5UAAQIECBAgQIAAAQIECBAgsCIC+yd5d6fX9zYfBKzXXAQIECBAgAABAgQIECBAgMDWCQi82jpbKxMgQIAAAQIECBAgQIAAAQIECBAgQIAAAQIECBAgQIAAAQIECBAgQIAAAQIECBAgQIAAAQIECAxH4O+S3HJCOb/dfP1dwylXJQQIECBAgMCKC9ytDbu6VA+HQ5K8ssd4QwkQIECAAAECBAgQWDEBgVcrtuHaJUCAAAECBAgQIECAAAECBAisgMBNk5zV6fP9Seo1FwECBAgQIECAAAECBAgQILB1AgKvts7WygQIECBAgAABAgQIECBAgAABAgQIECBAgAABAgQIECBAgAABAgQIECBAgAABAgQIECBAgAABAsMRqDCrW0wop8Kw3j2cclVCgAABAgQIrLDAI5L8WY/+v5ikwq66z/DqMd1QAgQIECBAgAABAgRWRUDg1arstD4JECBAgAABAgQIECBAgAABAqsjcKMkH+y0+6Ek+61O+zolQIAAAQIECBAgQIAAAQI7IiDwakfY3ZQAAQIECBAgQIAAAQIECBAgQIAAAQIECBAgQIAAAQIECBAgQIAAAQIECBAgQIAAAQIECBAgQGCbBSrMav8J96wwrPdsc01uR4AAAQIECBAYFXhekgf1YPnbNuzqaz3mGEqAAAECBAgQIECAwIoKCLxa0Y3XNgECBAgQIECAAAECBAgQIEBgiQWul+Sjnf4+luT6S9yv1ggQIECAAAECBAgQIECAwBAEBF4NYRfUQIAAAQIECBAgQIAAAQIECBAgQIAAAQIECBAgQIAAAQIECBAgQIAAAQIECBAgQIAAAQIECBAgsNUC701yswk3uXmS9211EdYnQIAAAQIECKwj8ItJdiW5fQ+hlyQ5vMd4QwkQIECAAAECBAgQWHEBgVcrfgC0T4AAAQIECBAgQIAAAQIECBBYQoHrJDmn09c/JtlnCfvUEgECBAgQIECAAAECBAgQGJKAwKsh7YZaCBAgQIAAAQIECBAgQIAAAQIECBAgQIAAAQIECBAgQIAAAQIECBAgQIAAAQIECBAgQIAAAQIEtkqgwqx+a8LiFYZ11lbd3LoECBAgQIAAgQkCN2zDrvbqofT4JE/tMd5QAgQIECBAgAABAgQIROCVQ0CAAAECBAgQIECAAAECBAgQILBsAnsn+USnqU8muebAmvy9JAc3P+T/mSQvSvLGgdWnHAIECBAgQIAAAQIECBAg0FdA4FVfMeMJECBAgAABAgQIECBAgAABAgQIECBAgAABAgQIECBAgAABAgQIECBAgAABAgQIECBAgAABAgQWUeDvk/zmhMJvmuT9i9iYmgkQIECAAIGFFrhHG3Z1iSm7+HGSQ5K8asrxhhEgQIAAAQIECBAgQOCnAgKvHAYCBAgQIECAAAECBAgQIECAAIFlE7h6ks90mvps8wP1awyoyV9L8vEkl25ruiDJzw6oPqUQIECAAAECBAgQIECAAIFZBARezaJmDgECBAgQIECAAAECBAgQIECAAAECBAgQIECAAAECBAgQIECAAAECBAgQIECAAAECBAgQIECAwKIJVJjVTSYUXWFYH1i0ptRLgAABAgQILLTAo5I8vUcHn2/DroR09kAzlAABAgQIECBAgACB/19A4JXTQIAAAQIECBAgQIAAAQIECBAgsGwCv57kC52mvpSkXhvKVYFX70nyK21BX0ty5aEUpw4CBAgQIECAAAECBAgQIDCjgMCrGeFMI0CAAAECBAgQIECAAAECBAgQIECAAAECBAgQIECAAAECBAgQIECAAAECBAgQIECAAAECBAgQWCiBCrO68YSKKwzr7IXqSLEECBAgQIDAIgucnOTIHg2c2YZdfb3HHEMJECBAgAABAgQIECBwIQGBVw4EAQIECBAgQIAAAQIECBAgQIDAsgn8cpJ/6TT11U641BB6rcCrtya5ZlvMJ5JcawiFqYEAAQIECBAgQIAAAQIECGxCQODVJvBMJUCAAAECBAgQIECAAAECBAgQIECAAAECBAgQIECAAAECBAgQIECAAAECBAgQIECAAAECBAgQWBiBDzbPjbjRhGr3S/KhhelGoQQIECBAgMCiClw+ya4kB/Ro4MVJjugx3lACBAgQIECAAAECBAiMFRB45WAQIECAAAECBAgQIECAAAECBAgsm8AVk5zbaerrSfYYUJMCrwa0GUohQIAAAQIECBAgQIAAgbkJCLyaG6WFCBAgQIAAAQIECBAgQIAAAQIECBAgQIAAAQIECBAgQIAAAQIECBAgQIAAAQIECBAgQIAAAQIEBixQYVY3nFBfhWF9eMD1K40AAQIECBBYfIEbt2FXV+/RymOSPL3HeEMJECBAgAABAgQIECCwroDAK4eDAAECBAgQIECAAAECBAgQIEBg2QR+Kcm3Ok39W5LLDajJ0cCrTyXZe0D1KYUAAQIECBAgQIAAAQIECMwiIPBqFjVzCBAgQIAAAQIECBAgQIAAAQIECBAgQIAAAQIECBAgQIAAAQIECBAgQIAAAQIECBAgQIAAAQIEFk3gI0muP6HoCsOqMS4CBAgQIECAwFYI3KsNu7rYlIv/d5JDmudcvXrK8YYRIECAAAECBAgQIEBgQwGBVxsSGUCAAAECBAgQIECAAAECBAgQILBgAr+Q5Ludmv89yWUG1MNVkrwtyTXbmj6TZK8kow8GH1DJSiFAgAABAgQIECBAgAABAhsKCLzakMgAAgQIECBAgAABAgQIECBAgAABAgQIECBAgAABAgQIECBAgAABAgQIECBAgAABAgQIECBAgACBJRD4aJLrTeijwrA+tgR9aoEAAQIECBAYnsBjkjytR1n1fKsKu/pgjzmGEiBAgAABAgQIECBAYEMBgVcbEhlAgAABAgQIECBAgAABAgQIECCwYAI/l+S8Ts3/N8nuA+phjyRvT7JPW5PAqwFtjlIIECBAgAABAgQIECBAYGYBgVcz05lIgAABAgQIECBAgAABAgQIECBAgAABAgQIECBAgAABAgQIECBAgAABAgQIECBAgAABAgQIECCwQAIVZnXdCfVWGNbHF6gfpRIgQIAAAQKLIfCiJA/oUeo72rCrb/WYYygBAgQIECBAgAABAgSmEhB4NRWTQQQIECBAgAABAgQIECBAgAABAgskcMkkF3Tq/X6SSw2o/ssnqQ8CrH14UeDVgDZHKQQIECBAgAABAgQIECAws4DAq5npTCRAgAABAgQIECBAgAABAgQIECBAgAABAgQIECBAgAABAgQIECBAgAABAgQIECBAgAABAgQIEFgggX9Iss+EevdNcs4C9aNUAgQIECBAYNgCV0yyK8mte5R5cpI/7DHeUAIECBAgQIAAAQIECPQSEHjVi8tgAgQIECBAgAABAgQIECBAgACBBRC4WJL/7tT5oyT12lAugVdD2Ql1ECBAgAABAgQIECBAgMA8BQRezVPTWgQIECBAgAABAgQIECBAgAABAgQIECBAgAABAgQIECBAgAABAgQIECBAgAABAgQIECBAgAABAkMVqDCr60worsKw/nGoxauLAAECBAgQWCiB32zDrn6jR9WPSnJCj/GGEiBAgAABAgQIECBAoLeAwKveZCYQIECAAAECBAgQIECAAAECBAgsgMCPk3T/7usiSUYfvL1TbQi82il59yVAgAABAgQIECBAgACBrRQQeLWVutYmQIAAAQIECBAgQIAAAQIECBAgQIAAAQIECBAgQIAAAQIECBAgQIAAAQIECBAgQIAAAQIECBAYikCFWV17QjEVhvVPQylWHQQIECBAgMDCCtynDbuq52dNc/1XkkOSvHaawcYQIECAAAECBAgQIEBgMwICrzajZy4BAgQIECBAgAABAgQIECBAgMBQBX6Q5Gc6xV08yX8PpFiBVwPZCGUQIECAAAECBAgQIECAwFwFBF7NldNiBAgQIECAAAECBAgQIECAAAECBAgQIECAAAECBAgQIECAAAECBAgQIECAAAECBAgQIECAAAECAxX45yTXnFDbtZJ8YqC1K4sAAQIECBBYDIHHJXlKj1I/1YZdfbjHHEMJECBAgAABAgQIECAws4DAq5npTCRAgAABAgQIECBAgAABAgQIEBiwwH8muVSnvp9NcsFA6h0NvPpckr2S/Ggg9SmDAAECBAgQIECAAAECBAjMIiDwahY1cwgQIECAAAECBAgQIECAAAECBAgQIECAAAECBAgQIECAAAECBAgQIECAAAECBAgQIECAAAECBBZNoMKs9p5QdIVhfXLRmlIvAQIECBAgMBiBU5Lcv0c1f92GXX27xxxDCRAgQIAAAQIECBAgsCkBgVeb4jOZAAECBAgQIECAAAECBAgQIEBgoAL/kWT3Tm0/n+S8gdT6i0nOSHL9tp7PJ9lT4NVAdkcZBAgQIECAAAECBAgQIDCrgMCrWeXMI0CAAAECBAgQIECAAAECBAgQIECAAAECBAgQIECAAAECBAgQIECAAAECBAgQIECAAAECBAgQWCSBT7XPiViv5r2SfHqRGlIrAQIECBAgMAiBKyXZleRWPap5fpIH9xhvKAECBAgQIECAAAECBOYiIPBqLowWIUCAAAECBAgQIECAAAECBAgQGJjAd5JcplPTZZN8dyA1VvjWO5Ps19Yj8GogG6MMAgQIECBAgAABAgQIENiUgMCrTfGZTIAAAQIECBAgQIAAAQIECBAgQIAAAQIECBAgQIAAAQIECBAgQIAAAQIECBAgQIAAAQIECBAgsCACFWZ1jQm17pnkMwvSizIJECBAgACBYQj8Vht29es9yvnjJH/eY7yhBAgQIECAAAECBAgQmJuAwKu5UVqIAAECBAgQIECAAAECBAgQIEBgQALfTHK5Tj1XSFKvDeESeDWEXVADAQIECBAgQIAAAQIECMxbQODVvEWtR4AAAQIECBAgQIAAAQIECBAgQIAAAQIECBAgQIAAAQIECBAgQIAAAQIECBAgQIAAAQIECBAgMESBCrO6+oTCKgzrs0MsXE0ECBAgQIDAIAUObsOupi3ugiSHJHn9tBOMI0CAAAECBAgQIECAwLwFBF7NW9R6BAgQIECAAAECBLZG4FZJXplkjyQ3S3LW1txm6lXrzxK/3/5g5B+S3DPJp6eePd+BVcsvJ7l543KbJHsluUnnFh9LUjW+L8kZSb6aZPTBq/OtyGoEtl7gCUme3N5mp9+D8+623tOHJ3lRki8nuXuSD3ducuX2e89vJ3l+kkcmOX/eRVhvKQS+1v6+udZMnZ16bQiXwKsh7IIaCBAgQIAAAQIECBAgQGDeAgKv5i1qPQIECBAgQIAAAQIECBAgQIAAAQIECBAgQIAAAQIECBAgQIAAAQIECBAgQIAAAQIECBAgQIAAgSEKfK55/slvTCjsak0IxeeHWLiaCBAgQIAAgcEJdJ8pN01xn2jDrj46zWBjCBAgQIAAAQIECBAgsFUCAq+2Sta6BAgQIECAAAECBOYncIUmsOOFSQ5slxxC4NXeSV6a5MZtmNROBF5dogmxunWSR7VhV9OK/2WSP01yjuCracn+Z1x5360NNvtIr5kGb4XAMgde/VaSU5vvMVdJUn0+PckPRxDr++Gu9rUHJqn3tSC7rThpi71mBab9aqeFOlNfGUhLAq8GshHKIECAAAECBAgQIECAAIG5Cgi8miunxQgQIECAAAECBAgQIECAAAECBAgQIECAAAECBAgQIECAAAECBAgQIECAAAECBAgQIECAAAECBAYqUGFWV51QW4VhfWGgtSuLAAECBAgQGI7AXyS5X49y3tqGXX23xxxDCRAgQIAAAQIECBAgsCUCAq+2hNWiBAgQIECAAAECBOYmsFuSE5I8qLPiTgdejQZw/UOS7Q68um6S45PcaUbp81rXE5vArAtmXGNVptWfG6+X5LjWe6fP36q4b9TnsgZeXa4N+DsoyVlJDk7ypTEYFRb0nOaDXYe2oXv3br4PfXIjNF9fOYHRDwcO6cOAAq9W7jhqmAABAgQIECBAgAABAishIPBqJbZZkwQIECBAgAABAgQIECBAgAABAgQIECBAgAABAgQIECBAgAABAgQIECBAgAABAgQIECBAgACBlRf4YpJfm6BQYVg1xkWAAAECBAgQGCfwy0l2JbllD57nJvmjHuMNJUCAAAECBAgQIECAwJYKCLzaUl6LEyBAgAABAgQIENiUwKWSPLJZ4Ukjq+xk4NBlkzw9yQM6NW1n4FX9GaaCcJ6R5CpjdD/Wht98qv3axZPsl+SmSar20etZSR6X5PxN7dRyT757kr9Isnvb5k6ev+WW7tfdMgZe1fv7qCTPbCmOSHJKktEHJa9J7Z/ktCYga48kL05ytPdyv0O0AqM/neQanT73TPKZgfQt8GogG6EMAgQIECBAgAABAgQIEJirgMCruXJajAABAgQIECBAgAABAgQIECBAgAABAgQIECBAgAABAgQIECBAgAABAgQIECBAgAABAgQIECBAYKACX1rn+Udr5VYY1pcHWruyCBAgQIAAgZ0VuHkbdjXuWV4P9EcAACAASURBVIrrVXZM+/zFna3c3QkQIECAAAECBAgQINAREHjlOBAgQIAAAQIECBAYpkCFCz01yR+NKW+nAoeunOSkJPcYqWm7Aq/qzy/3TPK8kfCq7ySp4KpXtB/yGBeOU8FXt0zylCQ3Gqn/0U2Y04lJfjjMo7DjVf1+kld2qtip87fjEAMrYBkDr/ZpA6z2TnJmkkOTnDvB/RJJTmhDss5LckiS0we2T8rZWYF/TnLNTgnXSvKJnS3pp3f/2STvbAMZ68UvNud/ryQ/GEh9yiBAgAABAgQIECBAgAABArMICLyaRc0cAgQIECBAgAABAgQIECBAgAABAgQIECBAgAABAgQIECBAgAABAgQIECBAgAABAgQIECBAgACBRROoMKtfnVB0BVh8ZdGaUi8BAgQIECCw5QL1bLWX97jL+e3z1d7YY46hBAgQIECAAAECBAgQ2BYBgVfbwuwmBAgQIECAAAECBHoJXDXJnyc5aJ1Z2x04VH9uuEGSZzbhHL81pqbtCryqe5+apD7MsXadkeShST41pfC4IDFBOZPxBF5Nebi2ediyBV5VeFWF/B3TOh6e5CVTmO6X5E1J9kjy5iQPSPLNKeYZshoC9ftTBamtXfsmOWcgrdeZr8Crm7f11AcZK/Dq+wOpTxkECBAgQIAAAQIECBAgQGAWAYFXs6iZQ4AAAQIECBAgQIAAAQIECBAgQIAAAQIECBAgQIAAAQIECBAgQIAAAQIECBAgQIAAAQIECBAgsGgC/5LklycU/StJvrpoTamXAAECBAgQ2FKBY5vVn9TjDv/Uhl19vMccQwkQIECAAAECBAgQILBtAgKvto3ajQgQIECAAAECBAhsKFDhF3dL8sQke04YvZ2BV7slOSLJ45Ncdp2atiPw6jJNoM0Lk9yjU8PpSY5M8o0NZS88oHo6qQ3GWfuKoJz1EQVe9Txg2zR82QKv9m/Cfk5rg6vOTHJo8/4+dwrLS7Xv5/peUFd9vzolyejDladYypAlFPhIE4R2/U5fN0xSrw3hEng1hF1QAwECBAgQIECAAAECBAjMW0Dg1bxFrUeAAAECBAgQIECAAAECBAgQIECAAAECBAgQIECAAAECBAgQIECAAAECBAgQIECAAAECBAgQIDBEgQqzuvKEwioM61+HWLiaCBAgQIAAgR0ReFmS+/a481vasKvv9ZhjKAECBAgQIECAAAECBLZVQODVtnK7GQECBAgQIECAAIGxAhdJctMkj0pyp5ERb23DOSoEa+3ajsCrCuK4dRMac2ySG43U9OIkP0rywPb17Qi8Gg1dOjvJ/ZJ8csYztU8brrN3Z36Fjb1hxvWWeZrAq2Hu7jIFXo2GVh3ThlhNG1p1m+Z76BntNvUJyxrmzqpqngL1e8V+nQVvkqReG8Il8GoIu6AGAgQIECBAgAABAgQIEJi3gMCreYtajwABAgQIECBAgAABAgQIECBAgAABAgQIECBAgAABAgQIECBAgAABAgQIECBAgAABAgQIECBAYIgCFWZ1pQmFVRjW14ZYuJoIECBAgACBbRX41SS7kuzf467PTvLQHuMNJUCAAAECBAgQIECAwI4ICLzaEXY3JUCAAAECBAgQIHAhgT2TvDrJviMuz2+CpSrU5vZJXtn52nYEXv1WE3j1vpF6zktyQpITkzwiyZPbr2914NVlkrwkyUGdeo5IckoTyDVtIM7okbtoG+ZVvmvXC5Mc3QSPXeB8XkhA4NUwD8QyBV5VINGbkuyR5LNJ7p7knB7sNe8VbUhfTTs4yak95hu6vAL1+1j9frZ2bcfvn9NqCryaVso4AgQIECBAgAABAgQIEFgkAYFXi7RbaiVAgAABAgQIECBAgAABAgQIECBAgAABAgQIECBAgAABAgQIECBAgAABAgQIECBAgAABAgQIEJhV4NwkV5wwuZ6H8vVZFzePAAECBAgQWAqBW7RhV7/So5t6FuIze4w3lAABAgQIECBAgAABAjsmIPBqx+jdmAABAgQIECBAgMBPBUYDrz6d5Lgkr03ywyYAZicCh0YDrz6U5NFJ/q4Nmdps2E53fkE8Mcnx65yJ32nCwN7YBG3t3n797CT3TvLFTZ6hCtmpe1Ygyt82ITv/1ARefW9kzUslOSnJke3ra3XuluTQpob7Jrlxki8neVeSVyV574TQrJ9Pctskd2gDzq7Xrlt7/rEkZyZ5S5Jvzthb1Vv1HJDkJu09Ltuu9Z0mNKzCyT6Q5K1NkFo51vkad40LPBs3bpqws6rp5k1/Bya5fltXrVVmNb/OVIUd1a9nDTDry3X5JHduA5JqD+o9WNfaPtQe1F5Msw/zPCMXa/fv91qztfNRe1b1VDDeJ5r3y4/bMLxZQucukuSabYBc7fONktQZqUC7j7fvh43OR9e7e1bWzsNnkuyT5KHtvtf6707ytuberxnZ69HwuV1JHtzWM+2+1t9tPK7zPaS+X9y/uf93p13AuKUVqO/L9QP/teuW7VkcQsMCr4awC2ogQIAAAQIECBAgQIAAgXkLCLyat6j1CBAgQIAAAQIECBAgQIAAAQIECBAgQIAAAQIECBAgQIAAAQIECBAgQIAAAQIECBAgQIAAAQIEhihQYVZXmFBYhWF9Y4iFq4kAAQIECBDYFoHDkry0x53qOXCHJDm9xxxDCRAgQIAAAQIECBAgsKMCAq92lN/NCRAgQIAAAQIECPyPwFrg1VWTPL8JdjqxCXz5VsdmJwOvKiTpKUlelOT8Tk3bFXg1GmRTJVQAVYVv/WAbzs+4MKOyeE6Se4y5f/2w6KAmrOhvRr5W6zywCZh6fBsuNKn0WqPOwQlJyn+aqwK4jmgDhq4yzYQkoyFm3WnzCLyq8KYyOrYTKDWptFe0Pv8yZf2zDLtcE6R0TBNk9aBOgNp665T9yUmeOfJ+HB0/jzNS57zCrSro7k4bNFZno95/FQrVN/Dqum0o1Eb3qBImnY/1zspa4FX18rx1zvrLkjyk8/2kzmsFxd20XfTh7Xu87/52g/HObcK7frcJlvtg30WMXzqBCoqrs7F23XrM9+edano08OorSfaaEJi4U3W6LwECBAgQIECAAAECBAgQ6CMg8KqPlrEECBAgQIAAAQIECBAgQIAAAQIECBAgQIAAAQIECBAgQIAAAQIECBAgQIAAAQIECBAgQIAAAQKLKvDN5vkq9Syb9a7Lb/DMmkXtW90ECBAgQIDAxgL1PLknbjzspyPOacOu6t8uAgQIECBAgAABAgQILIyAwKuF2SqFEiBAgAABAgQILLHA1ZLcN8lLknxpTJ87EXh1oyS3SfLidT44sV2BV7u3wTmHdFwOTnLqNp2H0TCjZyS5ZBuYNK6ENya5fxM89d3OF6/cBviMC8ia1MZZ7Vqf3qDXK0wI4NqI6cvt2Xv3yMDNBl7Vvj01yR9tVMDI16vXCu56T8950wz/zSQvSLLvNIM7Y2ofjmzCu/55nXmbPSP15/J7TgiIGnfb09szdlj7xbWgqfXOykWS3Ks9J5ft0X+Frx3fnt8frjOve1aqjvqe8cdJ1gteu1uSN3TWuksT9lX91FX3OyDJB3rUuDZ0NDirvkfVGRx9yPIMS5uywAJvT3LbTv23S/KOgfQzGnhVYX/Xat8HAylRGQQIECBAgAABAgQIECBAoLeAwKveZCYQIECAAAECBAgQIECAAAECBAgQIECAAAECBAgQIECAAAECBAgQIECAAAECBAgQIECAAAECBAgsoMC3kvzShLorDOvfFrAvJRMgQIAAAQKbE3hFG1417Sr1DLZ6zmI9g81FgAABAgQIECBAgACBhRIQeLVQ26VYAgQIECBAgACBFRXYicCrjai3K/DqSm241S3bgs5Ncufmn49sVOCcvj4aZtRdtsKTTk7yr0l+Lckdk3wmyWmdQRVG9cIkB3Ze+047723t+B83YWe/kuQWbcDVdTpjz05yvyYQ6ZPr9LNbkhNGArgq9OilSSrE6vNJav2LJdm7DTF7YJJu6NGZSQ5tQp3Kdu26eJIKrarrrkle1Pna7ZteP9T+utauH5B1w5DG1VRjKqSsAsEqFKnGXz7Jfm3PN++sv14I12a2tHovkxtP2If60jWaYKsKJqsf/HWNJu3DZs9I7fvLRwKiyvc5zZn4uyQXNGdoj8btoNZqXJDUpMCr+nP/vdszt7an1WuF/tSevC/JfySpPq7djq17dcc+uvn1iSP7vEa5Xjha1fTnSd7ZBE/9TJIK0btVG6D1zXbyRdtfP6b99buS1Pe7r82w2aP78Lokhyf53gxrmbI8An/Vfm9e6+hOzVl860Daq/fFGUnWfn/7aht4Ve9HFwECBAgQIECAAAECBAgQWFQBgVeLunPqJkCAAAECBAgQIECAAAECBAgQIECAAAECBAgQIECAAAECBAgQIECAAAECBAgQIECAAAECBAgQ6CNQYVa/OGFChWF9u8+CxhIgQIAAAQILLVDPItyV5GY9unhm85y0o3uMN5QAAQIECBAgQIAAAQKDEhB4NajtUAwBAgQIECBAgACBsQLLGHg17Vbv2QQ1vboJStq3nVBBV/dK8rlpF9jkuPXCjCYFAK3dskKmjkvy2E4N9YOoRyb5+jp1VVjUHyc5tvP157ZzKvho9KogrVpzLZzo9CQPbkO41mv9qk2Y07NHQmAOaIOJxs3pc/7qz5gVMtQNyKpAl4c2+/apdQq6RLOfByc5qdNHBWMd2fTyrU3uX02/XBs6ViFOa1et/4gm6OsL66w/zui1bU3fHZmzmTNSoV8vTnKXzpp1Zv6sOQfnj6mtwq7KqdtLDZsUeLVPG8JWoV91VaBYnbHXt2Foo7epPbxhG7i1FhBWc+ocnDWmpnGBVxsFta0tUx/MqvN7u/aFU9qz8p8z7nv90PYZ7dzPJrl7E9h2zoxrmbYcAm8aCRys9069NoSrAt/+tvln/7aYbySp3/OEtA1hd9RAgAABAgQIECBAgAABArMKCLyaVc48AgQIECBAgAABAgQIECBAgAABAgQIECBAgAABAgQIECBAgAABAgQIECBAgAABAgQIECBAgACBRRL4TpLLTCj4ss1zVEafU7NI/amVAAECBAgQmF7gVu3z1K40/ZT/eTZfPQ/QRYAAAQIECBAgQIAAgYUVEHi1sFuncAIECBAgQIAAgRUS6BM4tF0sT0jy5PZmk8J2NlvPaJjOO9rgnW9vduEp548LM6qwpPtP8YGS/dpglT3ae1WYz8OTnLfBvSsoqwK1jm/H1fgKafmbkXkVjlVhWIe1r1coUQX8fHiK3u7aBh6tDa26Kkhp3NXn/P16E9jyl0nWgpLe2oR7PbAJwfrqBjXVn03rPhV+tHZVcNZLpuhloyG1V2W/dlUoWIVpVbjMpOsKbVBWhYqtXRXMderIpM2ckdHant+Gm40Lu1q77bi61nsPVpjYCUmOaief24R8HdqepdGHD49aVEBW7eVa2NzLkjxkTBDXuMCruyV5w0Yb04ypMK7XNaZXb8c+sXPup5j+v4ZUcFjt79pVe/fmWRYyZ2kE6nzVeVy77tGeuSE0ePEkn0xSAXt1/agJC6wPK3xzCMWpgQABAgQIECBAgAABAgQIzCgg8GpGONMIECBAgAABAgQIECBAgAABAgQIECBAgAABAgQIECBAgAABAgQIECBAgAABAgQIECBAgAABAgQWSqDCrH5hQsUVhvXvC9WRYgkQIECAAIFZBEafJbfRGt9LUs+z+6uNBvo6AQIECBAgQIAAAQIEhi4g8GroO6Q+AgQIECBAgAABAj8JAnplB+JmSc7aYZhVDryaFA61ti0XTXJsE2BSTnX1CaOq8aPBURVGVSFYP+js+55JXt0JJHp2G5b0X1Ocjb2SvKYJvbpOO3ZS0FCf89f9oVsFdR0yEkA0qbT6kE4FXFW4V10VVFOhV/WDuVmvS7dhVxUEVlcFPt0ryXumXPBW7XtvLbRsXE3jAq+mOSO7J3lea1TlVPBN1XbOFLUd0PrUGnWtF3h1rSSvbc5JhVfVdWKSxyWZ5ozU3xcc3c5Zs7tzko+M1DcaePX3Se7TnvmNWhkNqBoXKLbRGt2v3yDJW5qgsrX9emySP+mzgLFLJ1ChbfW+WrvuneS0AXVZYXz1fbOuDybZf8r354BaUAoBAgQIECBAgAABAgQIELiQgMArB4IAAQIECBAgQIAAAQIECBAgQIAAAQIECBAgQIAAAQIECBAgQIAAAQIECBAgQIAAAQIECBAgQGAVBEb/fzSjPVcY1maem7MKhnokQIAAAQKLLvCU9rlu0/bxsfa5c/887QTjCBAgQIAAAQIECBAgMGQBgVdD3h21ESBAgAABAgQIEPiJQJ/Aoe0yW+XAq1tMEZh0pSSnJrlluyG7kjw4SYVATXONhii9qz0HX+tMvnqSe7ShVb+W5LntPadZfzQsax6BV6MBTuNqnlRb/fm0wpiObwd9NkkFVU0TALXeuvu0wVBlVdfLkjwkyfnTIDVhT6M9jatpXODVNGdkdA9e2AZMXTBFbb+UpM7U7dqx6wVeHZnk5M56FZT1zinWXxtSYVZ/3TrUaw9swqSqzu41GnhVAT4PbcLX/nOK+4zWN43bpGVHTZ/fvOeOacLivj9FLYYsp0C9TypIbe2qEL5ugOROd/1zTShdBdPV9bkk397pgtyfAAECBAgQIECAAAECBAhsUkDg1SYBTSdAgAABAgQIECBAgAABAgQIECBAgAABAgQIECBAgAABAgQIECBAgAABAgQIECBAgAABAgQIEFgIgY0Cr36+x7OGFqJhRRIgQIAAAQI/FbhI+xy4+/QweUMbdjXN89l6LGsoAQIECBAgQIAAAQIEdk5A4NXO2bszAQIECBAgQIAAgWkFVjnwajSw6B1t8NN2hYKMhhn9Y5LfS/KpDTbvBkne0oQD7dGOe1qSZ0y74e24hyd5bPvf5ya5c/PPR3qusTa8/uz3C0kqEGj/JkTqrk2Q0Y07a80j8OoqSV6V5Kbtui9NUsFofcKGqq4Xdeo6MMmbZ+y5pt0zyWmd+eMCmzZa/uiRvbtXkld3Js16Rm7TWJ0xY20XbYPBHtPOHxd4dfEkT29DtGpYnd37J/nCRg13vn7VJC9pQ9Xq5ZOa/Xx0cy5/0BkzGnh1XJL6Z6MPZdUS3eC8CoOrQK4P9KhvdOgvtqFvt22/0DdobhO3NnWgAvV96LBObfdrg+8GWq6yCBAgQIAAAQIECBAgQIDAwgsIvFr4LdQAAQIECBAgQIAAAQIECBAgQIAAAQIECBAgQIAAAQIECBAgQIAAAQIECBAgQIAAAQIECBAgQIDAFAIbPVtl9yT/d4p1DCFAgAABAgQWS+A32rCr3+xR9onN/y54RI/xhhIgQIAAAQIECBAgQGAhBAReLcQ2KZIAAQIECBAgQGDFBVY58KoCmipcaN/2DIwL9tnK4zEaZvT3Se6T5Msb3PQuSU6fc2EVBvTODda8WJIrJrlakms2wS6/luSGrd9lJ8ydR+DVaMjXPNqfJaCqe9/RsKppDEfrHt3LCiKr4Ke1a9YzcmiSl3fW6Rvu1Z0/7n1x6SSnJLn7PDaiXWNcgNRo4NWoz3q3v2SS+gHsg+b43h4NvNrugLw5UltqTgIvTnJ4Z60HtO+LOS1vGQIECBAgQIAAAQIECBAgQGBEQOCVI0GAAAECBAgQIECAAAECBAgQIECAAAECBAgQIECAAAECBAgQIECAAAECBAgQIECAAAECBAgQILAKAhsFXu2W5D9XAUKPBAgQIEBghQRu3YZd1bP+pr0ekuR50w42jgABAgQIECBAgAABAoskIPBqkXZLrQQIECBAgAABAqsqsMqBV6MBNuclqdCiD2zTYRgNM5o2QGd0z+ZR7sFJTh2zUP257teTHJXkkCSTgq3Wq2MegVejwUfz6HlSXdOs/4QkT+4MvFmSs6aZ2Bkz2tdoTbOekc3Wds8kp7V1jgu8Gn3v9Gx77PBx53/UZ71zOrrgqNs8wuxGQ76mfb/Ow8YawxR4QZIKzlu7/rAJBTx5mKWqigABAgQIECBAgAABAgQILIWAwKul2EZNECBAgAABAgQIECBAgAABAgQIECBAgAABAgQIECBAgAABAgQIECBAgAABAgQIECBAgAABAgQIbCCwUeDVzya5gCIBAgQIECCwNAIPSPKiHt18p30u4Nt6zDGUAAECBAgQIECAAAECCyUg8GqhtkuxBAgQIECAAAECKyqwyoFXl0xyYpIHdfZ+2kCdeRyXWcOMtivw6hJJjkjy1MZp9ykafneSv0nyiSTHJrlOO0fg1fp4Qw286tYl8Oon+zfr+3WKt44hCyrwnCQP6dRewYD1mosAAQIECBAgQIAAAQIECBDYGgGBV1vjalUCBAgQIECAAAECBAgQIECAAAECBAgQIECAAAECBAgQIECAAAECBAgQIECAAAECBAgQIECAAIFhCWwUeFXPQfn+sEpWDQECBAgQIDCjwNOSPKbH3I+0YVef7DHHUAIECBAgQIAAAQIECCycgMCrhdsyBRMgQIAAAQIECKygwCoHXtV2H5nk5M6+n9R8mOPRSX6wybNw8STHJbl0krcn+WCSbzRBUN0Pk8waoDO6Z1sR0nWxJMckefoYh48lqRCkc5L8U5LPJfl6kgvasXsmeXWSfdtfb0Xg1aQ1N7l1U09/QpInd0bfLMlZU8/+ycChBl7dJskZbS/TBF69I0mdy2/37H+j4aM+05710ffWuB42uvfo1+u9fEpz5u/efmGreu5bl/E7J1C/Xzysc/uHN9/z6zUXAQIECBAgQIAAAQIECBAgsDUCAq+2xtWqBAgQIECAAAECBAgQIECAAAECBAgQIECAAAECBAgQIECAAAECBAgQIECAAAECBAgQIECAAAECwxLYKPDqEnN4PtKwOlYNAQIECBBYPYF61t+uJPfq0frr2rArwZc90AwlQIAAAQIECBAgQGAxBQReLea+qZoAAQIECBAgQGC1BFY98GqfJPXDm6u32352knsn+eImj8GVmjVPTXLLzjoHNAFH7+z8etbAq3smOa2zzlaErOzf3mOP9j7ntUEuLxgT3DVKtVeS1yS5TvuFeQRe3aQNYNq9XXNewWSb2eajkzxjwv5Os/boXj4wyQvncEYOTfLyzjoHJnnzNAW1Y7rfF8aFRV2m/SHpHdvxf5/kPkm+3OMe0wydNfCqAucqrK32qK55BF79Yvuevm27psCraXZwuceckOSPOy0+MsmfLXfLuiNAgAABAgQIECBAgAABAjsqIPBqR/ndnAABAgQIECBAgAABAgQIECBAgAABAgQIECBAgAABAgQIECBAgAABAgQIECBAgAABAgQIECBAYJsENgq8qmer/Pc21eI2BAgQIECAwPwF6rmHFXZ14x5L1/Ot6jlXLgIECBAgQIAAAQIECKyEgMCrldhmTRIgQIAAAQIECCy4wKoHXu2W5LlJDuvs4xFJTkmy0Qc/Jm39qOu7ktRrX+tMmjXwajT8qQKSKtjngjmdxdGwoFr20UlOTPLDKe4xGlI0j8Crq7UBXDdo7//2JIck+bcp6tmqIXdJcnpn8dGwqmnuOxqaNRpMNesZuU0bELZWQ99QtMckeVo7eVxY1CXb8/CgdkwFot0+yVnTNN1jzKyBV3WLJyR5cqe+Cpz7QI97jw4dDbyqHxQ/OEn17lpNgXqP1Htl7Xpskj9ZTQpdEyBAgAABAgQIECBAgACBbREQeLUtzG5CgAABAgQIECBAgAABAgQIECBAgAABAgQIECBAgAABAgQIECBAgAABAgQIECBAgAABAgQIECCwwwIbPffoYs2zVX60wzW6PQECBAgQIDCbQD0PrZ5hdvke0+t5by/oMd5QAgQIECBAgAABAgQILLyAwKuF30INECBAgAABAgQIrIDAqgde1RbfNcnrO3t9dpL7JfnkjPt/5fYHSb/dmX98kuNGPigya5jRVZK8qgk0umm7ftV77yRfnLHe0WmjwT7jAo8m3erIJCd3Bswj8OrSbQjZ3dt1z03yu0k+OKeeZ1lmnySvS3L1dvLLmgCuhyQ5f8rFRnv6bJLq75zO/FnPyJ5JXp1k33atPuFMuyd5XhsoVtPX2//RsK5jkpy0yaC4UbrNBF4dmuTlnQVvkeQ9U+7NuGGjps9vwq6q5+9vYk1TF1ugAtUqWG3tmvS9brE7VT0BAgQIECBAgAABAgQIEBiGgMCrYeyDKggQIECAAAECBAgQIECAAAECBAgQIECAAAECBAgQIECAAAECBAgQIECAAAECBAgQIEDgwgIbBdPwIkCAAAECBAgMXWARniE9dEP1EZhGYPQZfRvN+bf2eXBv32igrxMgQIAAAQIECBAgQGDZBBbhLys8EGnZTp1+CBAgQIAAAQIE+goIvEouk+SFSe7RwTs9Sf1Q6Bs9QXdLckKSB3XmrRcYNGuY0SXaexzVucfDkjx7yrChn0/ynCY06xpJvp3ko0kqrOkL7XqjgVdnJrlPkm9NYTHOch6BV/XnywpYOrFTQ/3345L81xR1XawNHLt920ftyWuSfHiKuesNGRfCda8eoUoHtIFZFTBVV4VnHd70+b3ODWc9I6PzKiBs2tr2S/Km5j2xR1vHeud3dNxZSQ5O8qUpTav/F7Tn7qtJ6oepb2j29L878zcTeHWbJhTujM5a903yiilrGzfsJu16a/v12CR/son1TF18gfreVkGGa1cFYB27+G3pgAABAgQIECBAgAABAgQIDFbA5zsGuzUKI0CAAAECBAgQIECAAAECBAgQIECAAAECBAgQIECAAAECBAgQIECAAAECBAgQIECAwEoLCLxa6e3XPAECBAgQWAqBRXiG9FJAa2KlBZ6e5FE9BD7Uhl19usccQwkQIECAAAECBAgQILA0AovwlxUeiLQ0x00jBAgQIECAAAECMwoIvPoJ3C2SvDzJVTqOFZbz0CYo6FNT2l6uGfekkbCrz3WncwAAIABJREFUmrpeGNWsYUa15u8keWMTALUWvvPlJBXo8+4Naq0/p907ycmdubXO/Ztev9vOHQ28qrCk303ywQ3WrlCpY5LUD9S61/Pb178/Zn6f83etJK9Nsne7znlJHpjkL6cI+hrd37Nbhy9OubfrDSu3UzpfnDYo7QptyNqBnbkVdvWSkRtt5oyMBmpNU9taGNqhnTrWC7yqcLfnNgFXh3XG1l4/Msn5G7iO6/9ubeBVd+pmAq/2akPNrtMuWMFE9c+sHxS9Z5LTOsXV3r15k+fH9MUWqNCzp3ZaeFobwrfYXameAAECBAgQIECAAAECBAgMV8DnO4a7NyojQIAAAQIECBAgQIAAAQIECBAgQIAAAQIECBAgQIAAAQIECBAgQIAAAQIECBAgQIDAKgvM+hyDVTbTOwECBAgQIDAsgUV4hvSwxFRDYHqBiyfZleT3pp+S17RhVz/oMcdQAgQIECBAgAABAgQILJXAIvxlhQciLdWR0wwBAgQIECBAgMAMAn0Ch2ZYfqYpT0jy5HbmemE7My08YdK4IKga/p0kL24DoipUatyHzCok6KA21GktXGftVpMCgDYTZlRzT0jykE5Pn25r+OskPx7T60WSVKjQn3WCvSo06pAkFYa0dtUPxiq06ujOa2Xw6NZjHGOFfVXQ0SPGfPGF7VoXjPna6Pk7og2QGud80SQPb/teW6r2p+75qiT/NWb92tebJnleExC2b+fr64WQ9T1X1Xf1V/u/dlWAWNX0hXUWu2qSZye548icI5N8a2TOZs5IBVKdlOQBnTXrB561T18fU9tl233vjq9hk96DFUh16khQXJ35Cn4b7WXtllds97DO3dpVQWbV/1ro2trrmwm8ukz7A9415+r9wc17pM78LNdjklSgUV3/2P7geNowvFnuZ87wBeq99KedMut7a73mIkCAAAECBAgQIECAAAECBLZGwOc7tsbVqgQIECBAgAABAgQIECBAgAABAgQIECBAgAABAgQIECBAgAABAgQIECBAgAABAgQIECCwOQGBV5vzM5sAAQIECBDYeYFFeIb0ziupgEB/gT3bZ6HdqMfUeq5VPfPPRYAAAQIECBAgQIAAgZUWWIS/rPBApJU+oponQIAAAQIECBBIstnAq9H5k8KNpgXfbOBVd37d84lJjp/i5hdrg5lq/u5jxleg1PuTrIXc1JibJNlvnfEVsHPMhOCfzYQZVXlXS/KyJBUK1L0qPOiVST6apEKmKpDrZm1Az51Gxq4XyPU7TUBUBTd1HT7UBke9pwme+o8k5bV3klsnObgTenRue4892n9POhP7J3l3p6YKI3p1s97nkvyg/e+vdb5eAVPPSXLPkT7e0QYvva+trWyv3+zVvZJUz90+KtyrwpW+McWZmGZIGbw0yY07gyuI6+TmbLwtyWfa16+R5A5N2NQDm8CrCpdau85Ocr+mp0+Oudlmz8i42uoc1568Pck32/NxlyT3TzIa2FYlTQq8qhCyhzaDKuCqa1z3KJMzk3ypCbCrsLXq//YjZ6XWryC5+46cgzWKzQReVW31vq+gqrr+vtmL+7T3m2Zfu2OqtwpNWwvpel2Sw5vvF9/ru5DxSyVQAXwndjqqgLl6zUWAAAECBAgQIECAAAECBAhsjYDPd2yNq1UJECBAgAABAgQIECBAgAABAgQIECBAgAABAgQIECBAgAABAgQIECBAgAABAgQIECBAYHMCF/q8+//7f/KvNsdpNgECBAgQILDVAv/n//yvR0YvwjOkt5rF+gTmLXC7Nuzql3osXM+oq2fEuQgQIECAAAECBAgQILDyAovwlxUeiLTyxxQAAQIECBAgQGDlBQReXfgIVDDPXZswp6ck2XPG01GhTRXK9PQm8Kr+e71rs2FGte7Vkzy3CfM5YIZaq8bHrVNjhVlVWFf10Of6q3bNw9rwsJpboUcVNPStMQtdpQlCelWSm65zkwrqOmvkaxV6VSEza+FDfeqrMLCjk/xrn0lTjP3NJC9oQsL2nWJsd0j1dlQbTjZu6jzOyA3asKZuINekMiuAq+paC+6ZFHhV69RZqR+QPm2d4LdJ96pgrJpboWfjPrG5mcCruu9tmrN1RqeAep+8s+ce1fD6XlBBbGv7WzYVbuRabYE/asLrnt0hqO+p9X52ESBAgAABAgQIECBAgAABAlsj4PMdW+NqVQIECBAgQIAAAQIECBAgQIAAAQIECBAgQIAAAQIECBAgQIAAAQIECBAgQIAAAQIECBDYnIDAq835mU2AAAECBAhss4DAq20Gd7tVFPjDJM/v0fg32+fqdZ+Z1mO6oQQIECBAgAABAgQIEFg+AYFXy7enOiJAgAABAgQIEFg+AYFX4/e0QpUe1obxXLbHtr+xDcv62DoBPt2l5hFmVOvtluSIJI9vwlemqbVChp6c5PVJ/mtCb5dIcng7dqN1a81nJXlZkgvaUKlntGufm+TOzT8fGXOv+nPjvZOcvE5Y0sFNqNepY+ZVbXdL8sQpg8m+0+7Li5Kc32M/+wytM1MhYQ+aIvip6qmen7lOENjafed1Rq6Y5KlJ/mCDhuoHnY9Kcq0kr2zHbhR4VcNqH6/X/Pu4JHeaEu0VzXvk2CRfmjB+s4FXeySp+9y6vccTWodx4VqTyr5L09/pU5znKVs3bEkERj9QUKF39f53ESBAgAABAgQIECBAgAABAlsjIPBqa1ytSoAAAQIECBAgQIAAAQIECBAgQIAAAQIECBAgQIAAAQIECBAgQIAAAQIECBAgQIAAAQKbExB4tTk/swkQIECAAIFtFhB4tc3gbrdqAic0z7r74x5Nn92GXX22xxxDCRAgQIAAAQIECBAgsPQCAq+Wfos1SIAAAQIECBAgsAQCAq8mb2KFSV03ya2S3LgJAbraSMDSB5J8Ksk7krwryTemCLpau+O8wozW1vv5JLdNcock+7YBRPW185J8vAn9eV+SCjSqH2xVKNW015WTVOBPrXvTTqhW9f7RNgjovSNr7te4vSlJBQ7VdXwbhvSjMTetPzvuk+QhSW4+4luBVjV3vasMa86BSa6f5CadgWv1vS1J1fcf0za8yXGXbwO+KmSpQqD2bNerULD3J6l66rxMU888z0g5X6O1OqCpo/Zo9yZwbK2uVzXn/D1tCFr3+8I0gVdrZBdJcs0kByWpsKobdc5L3aeC4Op9UgZfneK9stnAq+r56KbPE9sC397+UPffeuzxxZM8vV2nplWoW53VrQpO61GaoTss8IAkFaK3dr24DR/c4bLcngABAgQIECBAgAABAgQILK2AwKul3VqNESBAgAABAgQIECBAgAABAgQIECBAgAABAgQIECBAgAABAgQIECBAgAABAgQIECBAYKEFBF4t9PYpngABAgQIrJ6AwKvV23Mdb4vAJZPsSnL3Hnc7rX0u2g97zDGUAAECBAgQIECAAAECKyEg8GoltlmTBAgQIECAAAECBAgQIEBgsALXSvLaJHu34W+3T3JWj2p/vQkt+8s28K6m3a0JaHtDj/mGLq/A/ZL8Rae9lyb5g+VtV2cECBAgQIAAAQIECBAgQGDHBQRe7fgWKIAAAQIECBAgQIAAAQIECBAgQIAAAQIECBAgQIAAAQIECBAgQIAAAQIECBAgQIAAAQIExggIvHIsCBAgQIAAgYUSEHi1UNul2MUQqGecVdjVDXqU+ydJHttjvKEECBAgQIAAAQIECBBYKQGBVyu13ZolQIAAAQIECBAgQIAAAQKDE7hEkhOSHNVWdnyS45L8aMpK75rk9e3YNyd5QJJvTjnXsOUWOCTJKzot1ocNDl3ulnVHgAABAgQIECBAgAABAgR2VEDg1Y7yuzkBAgQIECBAgAABAgQIECBAgAABAgQIECBAgAABAgQIECBAgAABAgQIECBAgAABAgQIrCMg8MrRIECAAAECBBZKQODVQm2XYocvcIc27OqyPUo9IsmLe4w3lAABAgQIECBAgAABAisnIPBq5bZcwwQIECBAgAABAgQIECBAYHAC+yV5U5I9kpyd5N5JvjhFlbsleW6Sw9qxhyd5yRTzDFkNgTpHr+q0elp7tlaje10SIECAAAECBAgQIECAAIHtFxB4tf3m7kiAAAECBAgQIECAAAECBAgQIECAAAECBAgQIECAAAECBAgQIECAAAECBAgQIECAAAECGwsIvNrYyAgCBAgQIEBgQAICrwa0GUpZdIEHt88pm7aPryc5JMmZ004wjgABAgQIECBAgAABAqsqIPBqVXde3wQIECBAgAABAgQIECBAYDgCl0jy1CTHtCUdkeSUJKMPSR6t+HeSvDHJ7knenOQBSb45nLZUssMC90jymk4Nr0tSr7kIECBAgAABAgQIECBAgACBrREQeLU1rlYlQIAAAQIECBAgQIAAAQIECBAgQIAAAQIECBAgQIAAAQIECBAgQIAAAQIECBAgQIAAgc0JCLzanJ/ZBAgQIECAwDYLCLzaZnC3W1aBP+8812yaHt/fhl19fprBxhAgQIAAAQIECBAgQGDVBQRerfoJ0D8BAgQIECBAgAABAgQIEBiGwD5JTkuyd5Izkxya5NwJpVVI1glJjmp+oHxe+0Pi04fRiioGIvC7bSDaWjlvSnLQQGpTBgECBAgQIECAAAECBAgQWEYBgVfLuKt6IkCAAAECBAgQIECAAAECBAgQIECAAAECBAgQIECAAAECBAgQIECAAAECBAgQIECAwOILCLxa/D3UAQECBAgQWCkBgVcrtd2anb/AzybZleSuPZZ+Vfscsx/3mGMoAQIECBAgQIAAAQIEVlpA4NVKb7/mCRAgQIAAAQIECBAgQIDAYAQumuThbYhVFXVEklOSjD4oea3g/duArD2SvDjJ0UnOH0w3ChmCwJ2SvKVTyF8lufMQClMDAQIECBAgQIAAAQIECBBYUgGBV0u6sdoiQIAAAQIECBAgQIAAAQIECBAgQIAAAQIECBAgQIAAAQIECBAgQIAAAQIECBAgQIDAggsIvFrwDVQ+AQIECBBYNQGBV6u24/qdo8C12rCr6/VY86lJHt9jvKEECBAgQIAAAQIECBAgkETglWNAgAABAgQIECBAgAABAgQIDEXgCklemOTAJGclOTjJl8YUd6kkJyU5Msknk9wryTlDaUIdgxG4XZK/7lTz9iS3H0x1CiFAgAABAgQIECBAgAABAssnIPBq+fZURwQIECBAgAABAgQIECBAgAABAgQIECBAgAABAgQIECBAgAABAgQIECBAgAABAgQIEFgGAYFXy7CLeiBAgAABAiskIPBqhTZbq/MUuFMbdvULPRY9PMlLeow3lAABAgQIECBAgAABAgRaAYFXjgIBAgQIECBAgAABAgQIECAwJIFbJHl5kqskeWySE5L8aKTACsTalWT3JIckOTXJ6AOVh9STWnZG4NZJ3tm59ZlNkNptdqYUdyVAgAABAgQIECBAgAABAishIPBqJbZZkwQIECBAgAABAgQIECBAgAABAgQIECBAgAABAgQIECBAgAABAgQIECBAgAABAgQIEFg4AYFXC7dlCiZAgAABAqstIPBqtfdf9zMJ/FGSZ/eY+bX2+WV/22OOoQQIECBAgAABAgQIECDQERB45TgQIECAAAECBAgQIECAAAECQxKov6s4Kskzk3w5yd2TfLhT4BWTnJLkjkmen+SRSc4fUgNqGYzALZP8XaeadyX57cFUpxACBAgQIECAAAECBAgQILB8AgKvlm9PdUSAAAECBAgQIECAAAECBAgQIECAAAECBAgQIECAAAECBAgQIECAAAECBAgQIECAAIFlEBB4tQy7qAcCBAgQILBCAgKvVmiztToPgWckObrHQme1YVdf7DHHUAIECBAgQIAAAQIECBAYERB45UgQIECAAAECBAgQIECAAAECBAgso8DNkry301h9yKBecxEgQIAAAQIECBAgQIAAAQJbIyDwamtcrUqAAAECBAgQIECAAAECBAgQIECAAAECBAgQIECAAAECBAgQIECAAAECBAgQIECAAAECmxMQeLU5P7MJECBAgACBbRYQeLXN4G63qAI/l+SVSQ7s0cCuJIf2GG8oAQIECBAgQIAAAQIECKwjIPDK0SBAgAABAgQIECBAgAABAgQIEFhGgZskeX+nsbOT1GsuAgQIECBAgAABAgQIECBAYGsEBF5tjatVCRAgQIAAAQIECBAgQIAAAQIECBAgQIAAAQIECBAgQIAAAQIECBAgQIAAAQIECBAgQGBzAgKvNudnNgECBAgQILDNAgKvthnc7RZRYJ8kFV5V/572enKSY6cdbBwBAgQIECBAgAABAgQITBYQeOWEECBAgAABAgQIECBAgAABAgQILKPADZJ8uNPYR5LccBkb1RMBAgQIECBAgAABAgQIEBiIgMCrgWyEMggQIECAAAECBAgQIECAAAECBAgQIECAAAECBAgQIECAAAECBAgQIECAAAECBAgQIEDgQgICrxwIAgQIECBAYKEEBF4t1HYpdvsFDmzDrnbvcev7JXlZj/GGEiBAgAABAgQIECBAgMAGAgKvHBECBAgQIECAAAECBAgQIECAAIFlFNg3ycc7jf1DkusuY6N6IkCAAAECBAgQIECAAAECAxEQeDWQjVAGAQIECBAgQIAAAQIECBAgQIAAAQIECBAgQIAAAQIECBAgQIAAAQIECBAgQIAAAQIECFxIQOCVA0GAAAECBAgslIDAq4XaLsVur8DDkpzU45b/kuSQJO/uMcdQAgQIECBAgAABAgQIEJhCQODVFEiGECBAgAABAgQIECBAgAABAgQILJzAtZL8U6fqf05y7YXrQsEECBAgQIAAAQIECBAgQGBxBAReLc5eqZQAAQIECBAgQIAAAQIECBAgQIAAAQIECBAgQIAAAQIECBAgQIAAAQIECBAgQIAAAQKrJCDwapV2W68ECBAgQGAJBAReLcEmamErBJ6V5KgeC7+nDbv6So85hhIgQIAAAQIECBAgQIDAlAICr6aEMowAAQIECBAgQIAAAQIECBAgQGChBPZM8qlOxZ9OstdCdaBYAgQIECBAgAABAgQIECCwWAICrxZrv1RLgAABAgQIECBAgAABAgQIECBAgAABAgQIECBAgAABAgQIECBAgAABAgQIECBAgACBVREQeLUqO61PAgQIECCwJAICr5ZkI7UxL4FLJ9mV5M49Fnx5ksN6jDeUAAECBAgQIECAAAECBHoKCLzqCWY4AQIECBAgQIAAAQIECBAgQIDAQgj8RpLPdSr9fJKrDazyn0nyoyQ/HlhdyiFAgAABAgQIECBAgAABArMICLyaRc0cAgQIECBAgAABAgQIECBAgAABAgQIECBAgAABAgQIECBAgAABAgQIECBAgAABAgQIENhqAYFXWy1sfQIECBAgQGCuAgKv5sppscUWuG4bdnXtHm08KclxPcYbSoAAAQIECBAgQIAAAQIzCAi8mgHNFAIECBAgQIAAAQIECBAgQIAAgcELXCXJlzpVfiVJvTaU6y5JXtQGXr09yTFJ/n0oxamDAAECBAgQIECAAAECBAjMICDwagY0UwgQIECAAAECBAgQIECAAAECBAgQIECAAAECBAgQIECAAAECBAgQIECAAAECBAgQIEBgywUEXm05sRsQIECAAAEC8xQQeDVPTWstsMBBbdjVbj16uG+SV/QYbygBAgQIECBAgAABAgQIzCgg8GpGONMIECBAgAABAgQIECBAgAABAgQGLXClJP/aqfBrSa48oIrfn+QmnXoOSPLOAdWnFAIECBAgQIAAAQIECBAg0FdA4FVfMeMJECBAgAABAgQIECBAgAABAgQIECBAgAABAgQIECBAgAABAgQIECBAgAABAgQIECBAYDsEBF5th7J7ECBAgAABAnMTEHg1N0oLLa7Aw5Oc2KP8Lyc5JMl7e8wxlAABAgQIECBAgAABAv8fe3cCNkV17/v+94hx2G4wQETRnIPemCAxSowDHnDaQUFFwQHCDCYQIaAiEAmiaARFgiIOQUEhKjMBRVCMGGcRBzSKbnVz3LmRe7fR7QBHCAG8gLf+zarXoqjuruq5+/2u5+FR3l611n991qpG7H7qh0AeAgRe5YHHpQgggAACCCCAAAIIIIAAAggggAACFSvQTNJ/B6r7VNLBFVTtfEk9XD1fSTpb0rMVVB+lIIAAAggggAACCCCAAAIIIJBUgMCrpGL0RwABBBBAAAEEEEAAAQQQQAABBBBAAAEEEEAAAQQQQAABBBBAAAEEEEAAAQQQQAABBBBAAAEEECiFAIFXpVBmDgQQQAABBBAomACBVwWjZKDqFLhL0mUJSn/OhV39V4Jr6IoAAggggAACCCCAAAIIIJCnAIFXeQJyOQIIIIAAAggggAACCCCAAAIIIIBARQo0kfRFoLL1kppWUKX3SBrs6tko6SJJT1dQfZSCAAIIIIAAAggggAACCCCAQFIBAq+SitEfAQQQQAABBBBAAAEEEEAAAQQQQAABBBBAAAEEEEAAAQQQQAABBBBAAAEEEEAAAQQQQAABBBBAoBQCBF6VQpk5EEAAAQQQQKBgAgReFYySgapLoLGk2ZI6JSj7fkm/SNCfrggggAACCCCAAAIIIIAAAgUSIPCqQJAMgwACCCCAAAIIIIAAAggggAACCCBQUQKNJH0ZqMhCpQ6soAqDgVf/kNRD0vIKqo9SEEAAAQQQQAABBBBAAAEEEEgqQOBVUjH6I4AAAggggAACCCCAAAIIIIAAAggggAACCCCAAAIIIIAAAggggAACCCCAAAIIIIAAAggggAACCJRCgMCrUigzBwIIIIAAAggUTIDAq4JRMlD1CPzEhV39MEHJ10kan6A/XRFAAAEEEEAAAQQQQAABBAooQOBVATEZCgEEEEAAAQQQQAABBBBAAAEEEECgYgT+RdLmQDX/lHRAxVQnhQOvekp6rILqoxQEEEAAAQQQQAABBBBAAAEEkgoQeJVUjP4IIIAAAggggAACCCCAAAIIIIAAAggggAACCCCAAAIIIIAAAggggAACCCCAAAIIIIAAAggggAACpRAg8KoUysyBAAIIIIAAAgUTIPCqYJQMVB0CF7uwq/0TlNtX0pwE/emKAAIIIIAAAggggAACCCBQYAECrwoMynAIIIAAAggggAACCCCAAAIIIIAAAhUhsI+kbYFKvpK0b0VUtquIuyX9ytXzD0kEXlXQ5lAKAggggAACCCCAAAIIIIBATgIEXuXExkUIIIAAAggggAACCCCAAAIIIIAAAggggAACCCCAAAIIIIAAAggggAACCCCAAAIIIIAAAggggAACRRYg8KrIwAyPAAIIIIAAAoUVIPCqsJ6MVtECv5Z0S4IK/ybJwq5eSnANXRFAAAEEEEAAAQQQQAABBIogQOBVEVAZEgEEEEAAAQQQQAABBBBAAAEEEECg7AJ7SdoRqMK+hGw/q5R2h6QrXDEEXlXKrlAHAggggAACCCCAAAIIIIBAPgIEXuWjx7UIIIAAAggggAACCCCAAAIIIIAAAggggAACCCCAAAIIIIAAAggggAACCCCAAAIIIIAAAggggAACxRIg8KpYsoyLAAIIIIAAAkURIPCqKKwMWnkCUyUNSVDWMy7s6u8JrqErAggggAACCCCAAAIIIIBAkQQIvCoSLMMigAACCCCAAAIIIJCjQCNJp0rqKqm1pOPcOOslrZb0kvfzJZLek7QzxzkKcZn9XaK3pNmS1kjqLmltIQbOYQyrZbikyYFr35fUzfv1bg7j5XvJWC9QZZwbpBg2LSUtdOfDprlO0vh8i+b6nAWaSporqaMbYbo7j1tyHrG2LzxW0gLvDLeSdKWkOyWFH4Rc2wK1tzp7Dx4o6V5J6yT1l/R8BS1zu/ce2SBQz96hEKxyljrF3QdWA4FX5dwJ5kYAAQQQQAABBBBAAAEEECiUAIFXhZJkHAQQQAABBBBAAAEEEEAAAQQQQAABBBBAAAEEEEAAAQQQQAABBBBAAAEEEEAAAQQQQAABBBBAAIFCChB4VUhNxkIAAQQQQACBogsQeFV0YiYor4A9u82eYXhOgjJmumddJbiErggggAACCCCAAAIIIIAAAsUUIPCqmLqMjQACCCCAAAIIIIBAfIH9JV3qgnJaxLjsMS+ww4KV3orRtxhdLKzmfkltKiDwqrmkWZLODC10pCQLEyl1mA6BV8U4cZU7Zn0LvDpIUi93z21IuC12rQWCXShpufvg+JOEY9C9MgUau721oMGlkgZJ+u8KKXWrpH0DtewnaVuF1EbgVYVsBGUggAACCCCAAAIIIIAAAggUTIDAq4JRMhACCCCAAAIIIIAAAggggAACCCCAAAIIIIAAAggggAACCCCAAAIIIIAAAggggAACCCCAAAIIIIBAAQUIvCogJkMhgAACCCCAQPEFCLwqvjEzlE3gBBd2dVSCCq6VdFOC/nRFAAEEEEAAAQQQQAABBBAogQCBVyVAZgoEEEAAAQQQQAABBLIIWAjMZEl9E0qt8wJFfiXpiRKHOh3sgk26uHrXSOouaW3C+gvV/SxJT0YM9pSkfl7wyseFmijmOARexYSqkW71JfDKAoMulnSdpA8l9Zb0RYI9bCBphKRJkja59zsLRqLVjkAHSYu9P88aukDGiZK2V8Dy/iHpgEAd/yppcwXUZSUQeFUhG0EZCCCAAAIIIIAAAggggAACBRMg8KpglAyEAAIIIIAAAggggAACCCCAAAIIIIAAAggggAACCCCAAAIIIIAAAggggAACCCCAAAIIIIAAAgggUEABAq8KiMlQCCCAAAIIIFB8AQKvim/MDGUR6ObCruyZZnHaTve8snlxOtMHAQQQQAABBBBAAAEEEECgtAIEXpXWm9kQQAABBBBAAAEEEAgLWAiHBcAMCbxgYTBzJS2RZGFSFhjSTJKFiQyQdEygr4Ve9Zf0fIlom0iyEJNfBubAXJdlAAAgAElEQVQrZ+CVfWBlfle4et6UdIgXyNXc/d4Ceh4ukY0/DYFXJQYv83T1IfBqP3ffD3PWK3IIvDrBhSG1kDTLC8u63AvA2ljmvWP6wgrs7wKcBrmgwT6SninsFDmN9n+8ug4MXPltSV/mNFLhLwoHXpkZQXCFd2ZEBBBAAAEEEEAAAQQQQACB0gkQeFU6a2ZCAAEEEEAAAQQQQAABBBBAAAEEEEAAAQQQQAABBBBAAAEEEEAAAQQQQAABBBBAAAEEEEAAAQQQiC9A4FV8K3oigAACCCCAQAUIEHhVAZtACYUWGCXpdwkG/asLu3o5wTV0RQABBBBAAAEEEEAAAQQQKKEAgVclxGYqBBBAAAEEEEAAAQQiBHpLmhP4uYVHDfXCrVZJCj8c1LpFBU4tcwFUnxZZ+DAXZtItNE85A69aSlrohYO1djUNlNTJCwq70P3+Tkn2Ade2ItsEhyfwqoTYFTBVfQi8CgYZGXnSwKtGku6S1E+SBfrZ/fl0BewdJRRe4CRJj7jQwUVe8JWFX20o/DSJRvzcO392n/rtO17g2heJRihe52Dg1T8l/cL9mVa8GRkZAQQQQAABBBBAAAEEEEAAgeIKEHhVXF9GRwABBBBAAAEEEEAAAQQQQAABBBBAAAEEEEAAAQQQQAABBBBAAAEEEEAAAQQQQAABBBBAAAEEEMhNgMCr3Ny4CgEEEEAAAQTKJEDgVZngmbZYAvdIGpxg8Kdc2NUnCa6hKwIIIIAAAggggAACCCCAQIkFCLwqMTjTIYAAAggggAACCCAQEGgsaWYgnGmdpP6Sns+iFAyP8bteLOnhIuna3xuOl3S7pHYRc5Qz8GqApBmupnckdZdkFuPdz96XZAFd7xbJJmpYAq9KiF0BUxF4lX0TukiaLamhpAckXSZpc/bL6FGFAvtKmiTpCld7H0lzy7wO+8LCwYEamntffKiULzHc6oXAjXS1WeCVhTbOL7MX0yOAAAIIIIAAAggggAACCCCQjwCBV/nocS0CCCCAAAIIIIAAAggggAACCCCAAAIIIIAAAggggAACCCCAAAIIIIAAAggggAACCCCAAAIIIIBAsQQIvCqWLOMigAACCCCAQFEECLwqCiuDll7gIPf8sY4Jpr5P0qUJ+tMVAQQQQAABBBBAAAEEEECgTAIEXpUJnmkRQAABBBBAAAEEEHDhUX9yITAGMkHS9ZK2x9A5SdIjkiy4w9rdLjRja4xrk3Q5wH3oc62kJmkuLFfg1YEu7Kqrq2uxCwv5kaSgq4WJTPFsww9bTeKQpC+BV0m0qr8vgVeZ97CZJPvwuLP3HrXJBfw9Xf3bzgoyCJwmaYH78+lZSX0lfVRGsf/yzuBhgfn/h/dnhf2sEtrNkka7Qgi8qoQdoQYEEEAAAQQQQAABBBBAAIF8BQi8yleQ6xFAAAEEEEAAAQQQQAABBBBAAAEEEEAAAQQQQAABBBBAAAEEEEAAAQQQQAABBBBAAAEEEEAAAQSKIUDgVTFUGRMBBBBAAAEEiiZA4FXRaBm4dAL2rMTZkn6QYMoxkuy5TDQEEEAAAQQQQAABBBBAAIEqECDwqgo2iRIRQAABBBBAAAEEalZguKTbAqvr4IVg/Tnmag/yPsCZJ+lM13+FpN6Svoh5fbZu+7qxLYDrxFBnC6/ZIWmw+3m5Aq/CoV9+sJUFENkHXGe7+p6S1E/Sx9kWXaDXCbwqEGSVDEPgVeaNsvelOa7LEkkDJG2okr2lzNwEGkqa6oKubISBkmbmNlRBrvqbpMMDIx0h6cOCjJz/IARe5W/ICAgggAACCCCAAAIIIIAAApUlQOBVZe0H1SCAAAIIIIAAAggggAACCCCAAAIIIIAAAggggAACCCCAAAIIIIAAAggggAACCCCAAAIIIIAAAgjsEiDwipOAAAIIIIAAAlUlQOBVVW0Xxe4p0N09C/BbMXG2u2dWLYjZn24IIIAAAggggAACCCCAAAIVIEDgVQVsAiUggAACCCCAAAII1EuB/SRNljTErT5paNT+kqZ4IU6Dcrw+G3o7L/BqZajTJkmTXN2/ljSuSHNnq81eb+B9mczCuCxcyprVdo6klyTZ33MsTMx8/XaxpIfjDFyAPgReFQCxioYg8Cr9ZjV2QUcXui4Wkje9ivaWUnMXsGCzGe7yZZJ+6f1592nuw+V15Qde6NqRgRG+L+k/8xqxcBcTeFU4S0ZCAAEEEEAAAQQQQAABBBCoDAECrypjH6gCAQQQQAABBBBAAAEEEEAAAQQQQAABBBBAAAEEEEAAAQQQQAABBBBAAAEEEEAAAQQQQAABBBBAYHcBAq84EQg4gZdeekmnnHJKTh4tW7ZUixYtdOSRR+rcc89V27Zt1bixPV6k/rUvvvhCvXv31ooVK1KLHzRokKZMmaL997fHQtEQQACB/AUIvMrfkBHKJjBakj1bKW6zZ0T19Z4j+GrcC+iHAAIIIIAAAggggAACCCBQGQIEXlXGPlAFAggggAACCCCAQP0TsG8m9PJCpc6U9B1JmyVZQMgXMSkaSprqPqCxS1a58dbFvD5bt3Dg1WpJ9gHSs17QlH2JK99Qp+D1Vst1XojV+GxFBV5vLmmW87MfL3F+G1yfkyQ94oXrWD9rD0i6zDknmKau696S2kj6maRTJR3nXnlF0lOSFnqvveetY2ceNs0kXSDpfEltJTWRZPtpH8DZ+h6XtFFSSzdfa1dDUrt06w+P20fSXNf5f0rqJ6mTpJPdz96U9KKr7WVJ22LABvfdgo8smMzMzpP0K2+89pLWe8ZPu4Ayf81RQzeS1FHSuV4NZuHviZlZgNwTkh6T9F/uzMYob7cuNr6NbWFNtvctXG12rz3qzpcF+MQNvMpn33p7gT1zAtXZt8Ys3C1bs7/zW912rszWP1cWEPeWpOfdOmwvbR/CLXyfppvP38stoQ42p51de7+yD5S7Sno7Q9HhIL/g2d5X0v9y+xG8B/1z+Ed3r2zPhhJ63Yy+6/b6DHd/+WfJutr4a919bvueLbQp0xrsNavd3vttLtsb24vX3D7MT/NngN1/PVyNp7v6rSa7//7g1h21f5ko/Fq6SPpJ4L727x97r7f3UPt9+EHVcYjD572UoYPh+t6XdFTgh608z/+Is4gS9CHwqgTITIEAAggggAACCCCAAAIIIFBSAQKvSsrNZAgggAACCCCAAAIIIIAAAggggAACCCCAAAIIIIAAAggggAACCCCAAAIIIIAAAggggAACCCCAAAIxBQi8iglFt9oXyCfwKqzTsGFDDRkyRCNHjtRBBx1U+3iBFda3wKvPPvtM8+bNU79+/eptyFm9OuAstiIECLyqiG2giOQC9jyySxNc9qR7lmK2Z3slGJKuCCCAAAIIIIAAAggggAACpRIg8KpU0syDAAIIIIAAAggggEBhBSwoZZ4LsLGRl7sPbPzAp3xn8wOvLHzoRkn3hsKiyh14dZGkhwKLHClpSiCYJRwIFidsJ8rM/s5k4Tc3uFCmTK53u7CroZLGuY4WvNTdBeaku/YA9+HctS7kKl0/C7i5UtLfShh4tdgLjBro1mMBXOmaBaJZbRZ8lSkcJxx4Zb+/RtKwNAPb3DNDr8X1ssssTMjWYPvxYcybwoKVLJzHwpYstCdds3tjhAvWetCFb1nfdOFPpQ68+rFbgwV2ZWsWDHZVRAhQPoFX+0ia6ELNbH7/LH2ZoZh0YVEWyHSnJHtfytRsHVazhXlla/69bfddHCP/PNl9PsmFn0XNEbUGew+1sK7bvffqEzMUZvf41S5oyu4jG2uwpGzvDRZ6ZYGEn2VbtPd+buF93bz79Pos59sfyoIFbf7/N8bYwS52n/7eu+8ucT+0/RsVMxgv4VRZu7/jnb8fBXod44Wv/XvWq0rTIRh4ZYFxQ1xAY2lmZxYEEEAAAQQQQAABBBBAAAEECi9A4FXhTRkRAQQQQAABBBBAAAEEEEAAAQQQQAABBBBAAAEEEEAAAQQQQAABBBBAAAEEEEAAAQQQQAABBBBAIH8BAq/yN2SEGhEoZOCVT9KuXTvNnDlTLVtmelRLjQC6ZdSXwKtt27bpoYce0rhx43T44Ydr7ty5atq0aW1tJqtBoEIFCLyq0I2hrHQCB0uaLemsBET2vDZ7xhYNAQQQQAABBBBAAAEEEECgSgUIvKrSjaNsBBBAAAEEEEAAgXovEA58stAMC3rZUSAZC2WxD43uSxOiUs7AKwskssCZK9xaP5Z0vvfrjdDaB0iaEfhZOBQrG5X9fcnCqqZmCaIKjrPUC2+y0DE/5CVb4JV9QHeXC6DJVo+9bgFO0ySd7QV+WWiLNQtmGh/n4ix9woFMtoZDXGhRnOEtAMrCvhZmCL0KnpsHJH3kAq+ixn/VCwrr6QK+/Ne/70J0OsQpKNDHgoTsQ83nswRyWUjPTRkCuKKmtSAfC0U71b1Y7sCrXM6tlW5Gl0p6IbDIfAKvwqF8YyTZ+1SmFhUWZfVYoJiNF6fZOnpHvB8Er83VyB/DQq8svGlzREHhNViwlIUr3RZzDeu8M9/fC9h7PeFZzFSTX6YFAdr5vjwOZOj+CZ+NOEMMd+u2vtneC+OMl2ufN70QMQuA85vdr3FC0XKdL8l1wcCrrS440N5DaAgggAACCCCAAAIIIIAAAghUqwCBV9W6c9SNAAIIIIAAAggggAACCCCAAAIIIIAAAggggAACCCCAAAIIIIAAAggggAACCCCAAAIIIIAAAgjUtgCBV7W9v6wugUA48MrCqs4++2x961vfyjrKpk2b9Prrr2v16tVav94eNfNN69Kli6ZPn66DD7bH6dR+qw+BV1u3btXo0aN1xx13pDa0Y8eOBF7V/tFmhRUkQOBVBW0GpWQTONmFXR2ZrWPg9dGSfpegP10RQAABBBBAAAEEEEAAAQQqUIDAqwrcFEpCAAEEEEAAAQQQQCCLgIUQWZBTJ9fPQpAu9AJ3ni6hXDkDr46WtMgLVmrl1mvBSZdFhM+EA5yektRPkgVkxWmnRwTtrHYBVc9K2iKpubO3cK2oQJ5MIS8WrmTBXUMCxdheWrjPbEl/lbS3pDZeMNQvvQCc89IUXazAq1c8Z7O2kBz7hpGFn5n7h16ITSNJp7mAKwtH85sf1mPBUlEtXYCSjWvBUe9LauYCvex6+5kf4mbfZrIgmC4hr7mSlrhAne2SDpd0rqTwnmSrzawtFG1iqPD5ku71QsnedT83k5+7fTebcCt34FUPV2+wtnckzZT0pHfePvU+5LVQpn9zwUfB/bOQMVub7YO1f/VCqixgbj8XqmavWbP3GgsQs3A3a+a+MRQmZoF5Np/fLKTsz2nOhf/jcFjUE5Iau3vA7o3gXu+U9ANJtl4LiAquN917gj9P1L1tZ9D22oKQbC3W7Cye4AK0OoZqH+hMw0sKr8HeA77t3h/sPrJvcC1391G6fVjgXrcP5K095u4/2x9/3RZAZe9nfjOfvl74moXuRbV07zfh+8fWfJK7f/wQNxsv2/0TNWc7b+/+FNgbu3eXZTkDxXjZ3rdtH/1m67OfVUIb58IqrRYCryphR6gBAQQQQAABBBBAAAEEEEAgXwECr/IV5HoEEEAAAQQQQAABBBBAAAEEEEAAAQQQQAABBBBAAAEEEEAAAQQQQAABBBBAAAEEEEAAAQQQQACBYggQeFUMVcasSoFw4NWgQYM0ZcoU7b+/PQYjXvvss880adIk3XrrrbtdMGHCBI0aNUoNGjSIN1AV96oPgVdbtmzR8OHDU0Fm1gi8quIDS+lVKUDgVVVuW30suqekOZL2irn4ryT1cc+zi3kJ3RBAAAEEEEAAAQQQQAABBCpVgMCrSt0Z6kIAAQQQQAABBBBAIFogKpTHgloGBcJnSmGXb+BVPjXaWqcFBkgXPGNBPRYodUWg78WSHo4xuYW+WMBT50DfGyTdEhGsZV0s7GqKC0EKDp8p8Kq3+5DO729hNpd7wVavh4KD7HXbd+t/mxcC1SRUf7ECr4J1DZX0RoSbhQyN8YJa/GAe62JhYBa881FE/6jAq7sljUrj6g9h34iyvbRgM7+9JOlKV1f4QbrW5yBJN7mwsOA19kGnhXaFmwV4WdCQhZhZs4AfW7cF9ljIULDZ36UtAOl2LyTJgtWCrZyBVxb2ZR/8WtCQ3yzAa4IX5mWBSOFm+/c7Sb8KvDBZ0jWStgV+Fg5xWuHO4xcRY9qPzMfGGO9et8Ctn3nhVP+Rpr//4/A8wX1Lt9c2l4V3/SEQOmehdhd4wWevRcxnAVq2R93ca+ZioXPzIvbZv9zeS+zc2D3uB2tZKJ2dj7BrujVY+NewNAYW3ne/C/YKlmxjD3cheBYqFmxRfxZYfXYv2gf64fNq75MW3Oa3TPVYn6g1W7Ccvf9+lmUf/ZftfdFc27of3OzCnfwQu5jD5N3tZUknB0axeuxnldB+673fX+8KIfCqEnaEGhBAAAEEEEAAAQQQQAABBPIVIPAqX0GuRwABBBBAAAEEEEAAAQQQQAABBBBAAAEEEEAAAQQQQAABBBBAAAEEEEAAAQQQQAABBBBAAAEEECiGAIFXxVBlzKoUKETglS18+/btmjhxosaOtcfJ7Gpt2rTR/PnzdcQRR1SlTZKiCbxKokVfBBDIRYDAq1zUuKbEAvacsRsTzGnPILPn09lz9mgIIIAAAggggAACCCCAAAI1IEDgVQ1sIktAAAEEEEAAAQQQqDcC9t/vPV3Ykx+6YqE8/b3Al+dLrFCuwCsLq5kZCJbKFChlJBdJeihg84ALTdqcxWuApBmBPnFCmQ52QTpdAtelq89ClWZJOtP1jbOPUftvlxcz8MpCuH4u6f0MXge4MCoLDfJbuhCycOCVjW9n+m9Z9qO9JAvb8c99nLpsyKjaLKDLwrOCoTvW7/deENYlrg4LGhrshVnNjwgfC5Z6ugsjsmAfv5Ur8MrOh4UjWWCV3ywAyT4Q3pLB9xB31ju5PrbXFgb1buCapIFXtk9T3QfLNky2gCx/qqiwKKunh3cvv51hDQ1caJoFe/nN9s/2ItzCZykq4CtqqvB7zypJvVwwWrB/1Brs/u6a4UP2qL2zMe1+scCycNiVP9+hkuZKOsP9IJ2zfQvQznIb12+5O9//leW+s7osaM/CvfyW7t6OGupAd7Zs7dYWS7Lrv8wyb6FffkHSqYFBLdzuxUJPkuN4BF7lCMdlCCCAAAIIIIAAAggggAACFStA4FXFbg2FIYAAAggggAACCCCAAAIIIIAAAggggAACCCCAAAIIIIAAAggggAACCCCAAAIIIIAAAggggAAC9VqAwKt6vf0sPihQqMArG/Nvf/ubevbsqVdftUfB7GpLly5V586dax6dwKua32IWiEDZBQi8KvsWUEBmAXtGnz2rL277k3sm2RdxL6AfAggggAACCCCAAAIIIIBA5QsQeFX5e0SFCCCAAAIIIIAAAgj4AlHhOqNdwE26QJRi6ZUr8KqdF9piH1r5wUd3uqCbbWkWGg6E+VjSBZJeywATDuuJE7jjD9fBhbr49aULvDpL0pOBGiyo5/oMwTZ+10aS7pLUL3BtMQOv+rpAnfCDasN8x0paIKmVeyFdsE048MoCmewMf5VhP/ZxoT8W5uS3Pq6uOOfbarKwn9auc1RQkdVvNX/f9bEwssslbcwywd6SbvDqtxAtv5Ur8Oo7LpjobFdI3DAx6x4Ohgv7Jg28sgCwed4Zb+tqSWcS5o0KixrvjIMBZVHbEn5viLov7P+BWACYjWktzvuBP5dda/eo/bKW7t6OWsPNLrwq0xoshCkYXBgVPJbN6w0XDvafoY7BAD8Lc7P7emmcm0dSOOgrSWhV+N5NV1/MUnLu9oxn+2+Bq38q6dmcRyvshQReFdaT0RBAAAEEEEAAAQQQQAABBMovQOBV+feAChBAAAEEEEAAAQQQQAABBBBAAAEEEEAAAQQQQAABBBBAAAEEEEAAAQQQQAABBBBAAAEEEEAAAQT2FCDwilOBgBMoZODVjh07NHbsWN18sz1aY1cbN25c6me13gi8qvUdZn0IlF+AwKvy7wEVRArYc/1mS7LnOMVtd0saGrcz/RBAAAEEEEAAAQQQQAABBKpHgMCr6tkrKkUAAQQQQAABBBCovwL23+0W1vEHSRYk4zf7AGeUpM1loClH4FUDFzYT/EbLxZIezrD+qGtGSrKgpXQhTi294KaFgYCkuGE9VkY4dCgqFCccumMBNOdIeinmPvaWNCfQt1iBV89Jsrn+HqOufSVNknSF6/uBpK5ekNLboWvDgVf9JVm4VKYWDi17ygV+WVhRnGZnwAKOrg50tmCyPwd+HzZNEqgVDloqV+DVyS5EzQ9bixOy5BPYmZ8m6f9IWu1s7J9+Sxp4FQ4Qs1Aw+5UtOC0qLCq8V+n2PHzfRq3fApjsPeM49+sfkn4p6fM4B8mFVo1zfZMEXnWRtCzLHGEz+0DfPqC394d0LU4IVzjAL8l9bfOG36/S3dvpagze87YW289XYnoXqpuFC1rIoN/inqlCzZ9pnHDg1QhJ95RiYuZAAAEEEEAAAQQQQAABBBBAoEgCBF4VCZZhEUAAAQQQQAABBBBAAAEEEEAAAQQQQAABBBBAAAEEEEAAAQQQQAABBBBAAAEEEEAAAQQQQAABBPISIPAqLz4uriWBQgZemcusWbPUv789QmZXGz58uCZOnKh99rHHfNRuI/CqdveWlSFQKQIEXlXKTlBHQMCet2bPxjoigcpVkm5N0J+uCCCAAAIIIIAAAggggAACVSRA4FUVbRalIoAAAggggAACCNRLAftv9rNdAEYw7MoCMX6TJQylmGDlCLwKBx/FDW5p74VXLZHkBwFlC0yyYBQLSPHbYEkWYhSnhcOVokJx8g2gCQfjFCvwykLBRkv6Ks7CXQjVg4G+PVxwWPDycODV6ZJeyDJ+PkFO/tCdvYCjpYF5xkiyQCRr4T1LGugTPpflCrzq530InM0/5lbu0S1p4JV9KL0yjXemGsLzJNmLfILq0tVk35w7TNKPJV3ohYF1ktTEdY4beGXBbOd7v97Igh8nsCtqiGzvxfbnxjzvPa2tu/h+F9y1NcFhuEjSvYH+cQK8/O7hMLlyhE097kIF/ZrOlfSnBOsvZtdg4NU2F8xn7700BBBAAAEEEEAAAQQQQAABBKpVgMCrat056kYAAQQQQAABBBBAAAEEEEAAAQQQQAABBBBAAAEEEEAAAQQQQAABBBBAAAEEEEAAAQQQQAABBGpbgMCr2t5fVpdAoNCBV3PnzlWfPn3qKhgyZIgmT56s/fbbr+5n48eP13XX2SNypEGDBmnKlCnaa6+99Nhjj+mee+7R008/rSZNmqh9+/a66KKLdO6556pRo0aRq9q+fbteffVVLV++XCtXrtRbb72lTZs2qWHDhvrxj3+s008/XZ07d9Zxxx2nvffeO4HMrq4bN27U448/riVLlqTmWbduXaq2tm3b6vzzz9cFF1ygZs2aKW7g1dq1a9W9e3etWWOPKpHGjRunsWPtcSHZW9jW1tuunT3WJXP7+uuvU3U/8sgjKdtVq1Zp/fr1uxnZOszI9iHcgvuVaSZ/L/ff3x4Zs3vbsmWLXnzxRS1dulR/+ctf9Morr6Q6mGXr1q118sknq1OnTmrTpk1O+5TNgNcRqAUBAq9qYRdrag32h72FXcVtWyT1lfRQ3AvohwACCCCAAAIIIIAAAgggUH0CBF5V355RMQIIIIAAAggggED9EbBvA1ho0F2BkBVbfbnDrqyGbCErxdglC10JfnA1XtINXi07skzWWNJMF1jjd71Y0sNprgsHByUJd7Ehg9dHheIc5AJoznTzL5Y0UNKXMdHC1xcr8CpJ0JeVHg45GiEpHNwSPDdxg4DCYVVJ67Lajvd+PeoFlzV3xsEwr3+RdIfbA3t5laRektbF3I/w9eUKvAqHiZ0i6aWYa8jWLWngVXdJCwKD2gfVc7NNIik8T7pQqaih8gm8+ldJR3qBYUd4IW2tvPeZYyTZeMdlqDlu4FXcNYTrj3tfZ3svDp/9GNuQtUuSezAceBX3LGQtIkGHZS50zL/E3lPs/aASWjDwysIFr5F0ayUURg0IIIAAAggggAACCCCAAAII5ChA4FWOcFyGAAIIIIAAAggggAACCCCAAAIIIIAAAggggAACCCCAAAIIIIAAAggggAACCCCAAAIIIIAAAgggUFQBAq+Kysvg1SRQ6MCrm2++WWPGjKkjiAp0Cgde2e9vuukm3XGHPfJlzzZjxgwNGDBgtxd27typZ555JjXX6tWrs5KfeuqpqZCtn/70p5GhTuEBtm3bpoceeigVSGUhVemaBTbddtttOvvss9W/f3+tWLEi1TVd+FOpA68sAMzWYIFd2dp5552nW265RUcdddRuXfMJvLJAskWLFumGG27I6OhPeOKJJ2rChAmx9ynbmngdgVoSIPCqlnaz6tcSfr5ZtgW958Ku/pKtI68jgAACCCCAAAIIIIAAAghUtwCBV9W9f1SPAAIIIIAAAgggULsC+0oaJulaSQ0Dy7RvaVggxuYyLz1byEqhywsH4eQ7/gOSLkvjmG9wUDDsJyrsJp9gHlu3BXjNltTJIcQNxslmFq4raTBNOPAqqq5czk0hAnMymTd1YUwdHZB9i8jm/CIbmHt9P+8enSxpiPt9OQKv9pE00QtNG+5qiBuyFHOJewRRZTPKdc9KGXhlc53n7fPlkk6NCxHoVy2BV+H7Moel7nFJkveccGBd0veVQtRr4YYXBgbKFHhYiPmSjEHgVRIt+iKAAAIIIIAAAggggAACCFSDAIFX1bBL1IgAAggggAACCCCAAAIIIIAAAggggAACCCCAAAIIIIAAAggggAACCCCAAAIIIIAAAggggAACCNQ/AQKv6t+es+I0AoUMvNq0aZOGDh2q2bPtUTi72pw5c9S7tz165JsWDFC65JJLdNhhh6UCr6JamzZtNH/+fB1xxIcTde4AACAASURBVBF1L2/evDkVimS/krSGDRvq2muv1bBhw7TvvvY4p+hm419zzTVpA7iirrriiiv05ptv6sUXX0y9XO7Aq6+//loLFy5M7cf69etjM7Vs2VL33nuvTjvttLprcg28srCrKVOmyK63sxG32T6NHTtWw4cP19577x33MvohUPMCBF7V/BZXywL/IOnnCYpd7sKuNiS4hq4IIIAAAggggAACCCCAAAJVKkDgVZVuHGUjgAACCCCAAAII1LSABVzZNzIsiCXYLBhjkqQtFbD6XIKL8in7aEmLJLXKZ5DAtR9LukDSaxHj5Rt4FQyYKUbgVTgUKEn4TCa+cCjUKZJeSuBdXwOvjCh4ZsoReJVPUFScLQ6PX+2BV0d5wXEWHtghxuLXSXpOkn2I3kbSSHcNgVcx8CSF3xfKEXj1R0ndAuVaKKH9rBKaBVje6Ar5ygVa3loJhVEDAggggAACCCCAAAIIIIAAAjkKEHiVIxyXIYAAAggggAACCCCAAAIIIIAAAggggAACCCCAAAIIIIAAAggggAACCCCAAAIIIIAAAggggAACCBRVgMCrovIyeDUJFDLw6sknn1TXrl3rwo1atWqlRYsW6eij7VFB37R0AUrdunWTBUfZdZ9++qmeeOKJ1EX2swYNGqT+3UKUJk+erNGjR+82ZseOHVPBWqeccooaNWqkjRs36oUXXtDMmTPrQqj8CyZOnKiRI0dGhimlG79nz5669NJL69by7rvv6v7779eSJUsiw5zKHXi1YMGCVL3BoKljjjlGAwYMUIcOHdSsWTNt2bJFzz77rO666y6tXr26ztNCxmxttg/W/vGPf2jbtm3aunVrKojKXrPWvn17TZs2TY0bN0793sKpzN4P5QmfhxYtWqTmP+uss/S9731Pe+21V6oGm3v69OlascIeYbOrWd+5c+eqXTt7VAkNAQRMgMArzkGZBb4ryRItz0hQx+8jnp2Y4HK6IoAAAggggAACCCCAAAIIVJsAgVfVtmPUiwACCCCAAAIIIFDrAodJmhIK59gkaYykafYdjAoBKHXg1XBJtxV47eO9z3Rv8MKKdoTGzTfw6ixJT7oxixF4ZYFoUyX1dXMUK/Cqi6RlCczra+CVfTvKztLVzqocgVf7SZosaUiGc5dgK/foWkuBV/bNKvsWlYVXBdt6SfZNrNclvSfpA0n/t6QNkna6jnHe93INHwsHzsW9r7PVFOe+zOdsZLu2s6SlgU7lCLyaK6lXoIbekuZlK7xErwcDr+yc2fuIBVvSEEAAAQQQQAABBBBAAAEEEKhWAQKvqnXnqBsBBBBAAAEEEEAAAQQQQAABBBBAAAEEEEAAAQQQQAABBBBAAAEEEEAAAQQQQAABBBBAAAEEEKhtAQKvant/WV0CgUIEXn399ddatWqVhg4dqjVr7PE6u5oFVU2aNEn77rvvbhVFBV4NGTIk1feAAw7IWH04yKlJkya69dZb1atXrz3msYEsqGnOnDkaPnx4XfhTw4YNNXv2bHXpYo/T2b1ZSFaPHj308ccfp16w4KWpU6fqnHPOSQU0BZut20KarrzySq1du3a318oZePXhhx+qT58+sr31mwWEjRkzRrb2cLNQrN/85je655576l6yQLCbbrppN1MLpzJHC6eyZiFjFkrVtGnTPcYM97UQrRkzZuhHP/pR5P7aPt12222pGv1mc1k42T777JPgRNMVgdoVIPCqdve2ClZ2qgu7apGg1pFFeE5ggunpigACCCCAAAIIIIAAAgggUA4BAq/Koc6cCCCAAAIIIIAAAghEC1jgyUxJFlDit3WSRkhaIin8sNByOmYLWSlkbY2dy4VuUPt2iIWE/C3hJMdLujVwzXNeqI0Fn/w9NE4/SQ8GfpY0+MnGnOOujwq8OsiFrZzp+iyWNFDSlzHXY9/4sACXjq5/3GCcbMOHA3eSBtOcJun5wCSDJe36tso3LZdzEw7MiRo329pOdiFk/jdwbvaCzqwWCzv7F0l3uD2wcVa5cBy79+K0cMBRMQKvwoFvp0j65htGu6rMN6gt01qTBl7lGnKUa1iU1R4+v1H7EB7frjNHs7N/fpUBwf7/yfXul3WLurft57muoViBV+Gzb4GKo7OsNc65j9sn+H5o1yR9X4k7T6Z+9n5u7+t+6y9pViEGLsAYFpZ3bWAc+7NtQgHGZQgEEEAAAQQQQAABBBBAAAEEyiVA4FW55JkXAQQQQAABBBBAAAEEEEAAAQQQQAABBBBAAAEEEEAAAQQQQAABBBBAAAEEEEAAAQQQQAABBBBAIJMAgVecDwScQK6BVzt37tSGDRv0zjvvaOHChangIwtO8psFRS1evFgnnHDCHtbhwCsLQ5o/f76OOOKIjPtiIVT9+vXTU089lepn4U3Tpk1Tz549FREEUzeWBVPZ+IMHD66rsXPnzrrvvvvUrFmzun6bN2/WZZddpgceeCDR+M8//7z69++vdeu+eTxNuQKvbK1TpkyRBVb5zYKjLLxq//3tMSjR7ZNPPtHAgQO1fPnyVIdWrVpp0aJFOvroo+suSBJ4ZRYWQmZBaNZsz6+55pqM+2TnacCAAVqyxB6tJZ1xxhmpc3XooYdyvyKAgBR1/1TDM6TZu+oXCD+DL9uKNkvq656TmK0vryOAAAIIIIAAAggggAACCNSYQDX8zwoeiFRjh47lIIAAAggggAACCEQKtJJ0v6Q2gVctUOVXXrDRyxVolktwUa7LaO8+yPLDipIGRPnztnBBU20DhVws6eFQYWe5cCT/xxY4ZiExcdvVgcCSqFAcW8dU9wGdjZk0YOlISQskWYCXtWIFXiUdd5CkaQGkDl54259DaLmcG1vno154VnM3VjCsKu6ehAOYgnvawL4jI8n2zZoFqp3v/Xoj5uAWyDZbUifXvxiBV3HCrML+SYLa9pF0kztT70t6z90rG9yakgZeWWjfyoDfGEm2b9larmFRNm6cwKvwWXpV0s8l2Zqztbi1xe0Xnq9YgVfh94sn3HvP59kWXKDXw4FXUe8LBZoq7TAWJPmLwKsDJP2h2JPGHN/23c7hTvdPC7+K+94Tcwq6IYAAAggggAACCCCAAAIIIFBSAb7fUVJuJkMAAQQQQAABBBBAAAEEEEAAAQQQQAABBBBAAAEEEEAAAQQQQAABBBBAAAEEEEAAAQQQQAABBBCIKUDgVUwoutW+QDjwqhArzhZEFQ68skCmiRMnap997JEn6duyZcvUpYs9QmVXSxcqFTWChVnZPBZy5belS5fKgq/89vbbb6tr16764IMPUj+ycK277rpLjRo1yljX9u3bdf3112vChAlZa1u7dq26d++uNWvsMUTSuHHjNHasPUome7Pwpz59+tR1XLlypdq1s8e6fNM+//xz9e3bV088YY8UkeKGiVnfhx9+WBdfbI9f2tXmzJmj3r3tUSG7WpLAq/A64wRe2Rx33HGHHnroIX3ve99T69at1aNHDx1yyCHZceiBQD0QiAj2q4ZnSNeDnanpJV7vre63CVb47+55Vm8luIauCCCAAAIIIIAAAggggAACNSRQDf+zggci1dCBYykIIIAAAggggAACkQJRYVcv2XcsJL1boWa5BBflshQLI7IPwILf0hjshR9ZqFDSFjXWA5Iuk7Q5MFg4eMbCjIZK2hRjwnCYVVTglf097BoXsuQPmSQEJhzIlTSYKt0y8ll33JCfXM7NoZLmSjrDFf6UfT/IBVPF2BLZN5smShoe6Bz2DofyJDljx0qyELbvu/HjBl6l6xdeU/hM2eunSLL3iGCzbyP9SZIfDJckGOw7LrTrbDdg+MwnDbw6StIfJR3jxrtBkv0K//0+vNa45yhq3+MEXoX32c6jBX1lq8vmC5/DqHvb+uW6hmIFXh0oaYakrg7NAt0ukPRanJunAH2C97y9h9q990oBxk0yhN1rlwYusD9b700yQJH72h5tl7TV+7NuR5HnYngEEEAAAQQQQAABBBBAAAEEii3A9zuKLcz4CCCAAAIIIIAAAggggAACCCCAAAIIIIAAAggggAACCCCAAAIIIIAAAggggAACCCCAAAIIIIAAArkIEHiVixrX1KRAoQOvWrZsqRtvvFEXXXSR9tprr0izcODVgw8+mAqXytR27NiRCoa6+WZ7hIpkoVpLlixR+/btY+/Ln//8Z3XoYI+62NWuvvpqWS0NGthjiKRwoFQ48CnTROZ4zjnnaNOmXY8kShfGVezAq1deeSW1Rr+O8BozrcFqGzx4sL797W/rxBNP1FlnnZX6p9+SBF79/e9/T4VlPffcc6nLLXjLwsNOOOEERYT2xN5DOiJQnwUIvKrPu1+Wtdvz+PonmPlRF3b1ZYJr6IoAAggggAACCCCAAAIIIFBjAgRe1diGshwEEEAAAQQQQACBqhM42IU3dQlUvtwFLK2r4NXkElyUy3KOkDTfvsPgLn7fCwHrlkcQ2EmSHvHMm7vxosJfwoE11qeHpBdiLCA8frpQnHA4Udzwo30lTZJ0RaCWYgVeJQnGsdCnBZIsvM1auvXkcm6iAqv6uBCsGFuicG2rJPWSFLy/wmFDyyT9UtKnWSawv1NbkNbkQL90a28haZ6ktq5v3CC1oyUtCtja5VGBV3amZ0k6041vgVjm9GEMJPsm15JAWNYISVMC1yUNvAqHQ1ng0jBJ/8xSS65hUTZsLoFX9uG6mcVp9h5te+YHilVL4FXUGbXzaqF722IsfG8XVnaO9+fSZ5Js3RZm9nqMa/dz98YQ1/cN9176nzGuLWSXqd697Ndg41qA4d2FnICxEEAAAQQQQAABBBBAAAEEEECgToDAKw4DAggggAACCCCAAAIIIIAAAggggAACCCCAAAIIIIAAAggggAACCCCAAAIIIIAAAggggAACCCCAQCUKEHhVibtCTWURKFTg1THHHKNLL71UPXv2VNOmTTOuJRx49fzzz+u0007LeM2GDRvUt29fLV9uj2KSzjjjjFRA1aGH2mNN4rV169apV69eWrXKHjcjderUSbNnz1bjxo0VDtT6/ve/r8WLF+vYY+1RNdlbOOCpXIFXs2bNUv/+3+STLFiwQN27d8++gBg9kgRebdu2TaNGjdKdd95ZN7KFlJ133nmpIKyTTz5ZTZo0IfwqhjtdEPAFCLziLJRI4H+6Z2tl/oN592Lszd6eKUZDAAEEEEAAAQQQQAABBBCo5wIEXtXzA8DyEUAAAQQQQAABBMoq4AeJjAlU8aoXxPNzSRbsVMktl+CiXNZzkaSHAhc+IOkySZtzGUxSY0kzvdCWCwPXj3eBLjsCP+sgaXEg3GappEGS/jvDvI0k3SWpX6BPulCccN9Nkga7cK/wQ2GDU4brsteKFXhlY8dZ9wEuHMkCoqzZWrp6wU5PRljlem7CgUxx7xOrzQLCgmE3UfsddS+OdmE92zPseThMy7qmC7w6UJIFP5mNNQvcsn/PFBwUVZddGxV4FRVsZN4TJWVaQ/gsRoXKJQ28+hfvXrtD0kC31qdcyJgFJmVqpQ68sg/NR8UIfrIgt/sDwXv+Obf78ZXQgnJdQziwK+59HeeeCoemxX2/saWdLulBb/0W2GbN7r2ekv4W4z3Y3m8tJKyT62vvqXYmvoxxbSG72FkMhgRe6c5nIedgLAQQQAABBBBAAAEEEEAAAQQQ2CVA4BUnAQEEEEAAAQQQQAABBBBAAAEEEEAAAQQQQAABBBBAAAEEEEAAAQQQQAABBBBAAAEEEEAAAQQQQKASBQi8qsRdoaayCIQDr9q1a6ezzz5b3/rWt7LW84Mf/EDf/e53deSRR+rb3/527PCiYOBV8+bN9eijj+r444/POF84rMrCr6ZOnSoLUYrbvvzySw0cODAVZGWtbdu2mjdvnlq0aKF//vOfGjZsmGbMsMfB7P5anPHD15cr8CocJrZy5UrZnhaiJQm8svlef/11de3aVbZ3Ue24445LnbUOHTroxBNP1AEH2KOBaAggkE6AwCvORgkE7PlS9oyo/5FgruGSbk/Qn64IIIAAAggggAACCCCAAAI1LEDgVQ1vLktDAAEEEEAAAQQQqHiBcHiRfVLfX9LzFV+5FCdkJd9l2DcSfi/pksBAF0t6OM+BB7jgIX+YqACXcIiT9bUP5Swc55OI+Zu4YCE/9Mnvki7wyl7/qaQ5XkBSc9fZ9v8qF/C1MzSH/d3tbEn3BIJn/C5xg3GysYUDd/z+90m6RlJUWFHUumdJulzSxogJcz03FiJkwVUWdua3lyRZcM0bEQ/StT4HSbpJUnBPbK/7SvogojYLNZovqbV7zUKBbN33pglEsm9NTQ2FINml6QKvGnh1Xq9d947fMgWK2Rm082DXhFtU4JX1OdydKf9bR7YGc5ssaUvEOPYNLgvcs3Avv01wcwZDssIhThaK1UPS2xkO1dWSbCxr5m3hXpn6W79cw6Ls2vD5jdoH27NHQ/fcryQ9keYM7SXJwtZuCZyL4JKj9iHXNRQz8MrO3gh3Fvz610v6taR5ac63vee0dWfcvyfsWrvnLCgsUzCfP8eRkhZ45v43DG9w4YJxrs1wtBK/ZOff1u83W7f9jIYAAggggAACCCCAAAIIIIAAAoUXIPCq8KaMiAACCCCAAAIIIIAAAggggAACCCCAAAIIIIAAAggggAACCCCAAAIIIIAAAggggAACCCCAAAIIIJC/AIFX+RsyQo0IhAOv0gU1FXK5wVCm1q1ba+HChWrZ0h61kb6tXbtW3bt315o19vgeKZc6w4FNwbm/+OIL9e7dWytWrEiN37FjR82dO1dNmzaNtfStW7dq5MiRuvvuuzPWF17HuHHjNHZs8PEz6aezevr06VPXIRxm9dVXX2n06NGaMmVKqk9c21gLtIfVbNmi4cOHa/p0e4xLdqOvv/5aS5Ys0YgRI9KGXvlzW3BZ+/bt1a1bN5155plq1qxZ3LLoh0C9ESDwqt5sdbkWas/2uz/B5PY8M3t+mz03jYYAAggggAACCCCAAAIIIIBASoDAKw4CAggggAACCCCAAALlEYgKc7IAHwte+f9yKGmbCxaJCmPq7UJw/GHTBfIkmTbX4CJ/juD19rOo0KZjJS2W9H13UVQwVZKa/b5HS1okyQKO/BYVpGWv24dxbQL91rpAI9unTyU1ktRZkoVoHRNRTKbAq70ljXRBWcFLLXTpAUl2rQVfWb0/935/oRfSYgFF4VbswCubz1/3Iy7IKt26bY+sVgtEimr5nJuDnX2XwMD2Aehc7/s2S5yXhTRZ6NOZro7gN5uyBcrZ3497SpoWcrZvJdk9s9qFRn1PUi/3wasFfoVbpvvrBHemWwQusnEtOOsFZ2vfvrEwvOCZspA3O1/+vZAu8MqGPd+dn2BtL0qaGZjD9u80L8RsqKQTA7WkC+AyGwveCoZv2Zl4yNX8kbun7H3Ib2d5gUlPBn5v+7Ysyw2ba1iUDRsn8CrqfdfO0IPu/fN/u3vO9sD26meSzgvUbMFd/h7Yj6sl8MpqtQC4u7x7s3toD+x82z200u2l7cFPXKCZrT34npMpoC1qa3M5A1mOSE4vT/Tu3d8ErrSAt9/lNBIXIYAAAggggAACCCCAAAIIIIBANgECr7IJ8ToCCCCAAAIIIIAAAggggAACCCCAAAIIIIAAAggggAACCCCAAAIIIIAAAggggAACCCCAAAIIIIBAOQQIvCqHOnNWpACBV7vCtvINvLLNDQZ5pQvkKmbgVaZAr0IcvqSBV/6cH374oW6//XbNnj1b69evz1pKkyZNNHToUF111VWyICwaAgjsEiDwipNQRIEb3HP/4k7xtnvmmv2ThgACCCCAAAIIIIAAAggggECdAIFXHAYEEEAAAQQQQAABBMojcLykR70gneYFmj5TsFI1Bl7Z31WGe2ErkwM+UyRZUMlXeZrtK2mSpCsC41jA1GWSNofGtn2yMKJg6FWm6S3wyYLLRrhOmfbFuli4zCjvX36bYE13SjpO0qnummIFXlkomAUY9YlZm63dApTeyNA/n8ArG9bChn7vAqFilpXqZuFMV0qycJ/wQ3eD41gIWX9JdtbifvtljiQ7U93cQJkCrxpIGub2O+74d0ia7QKrWrs5MgVe2b1j4Wi3eYFtwWCtbF52bi1ky6yimgW7WeBRVDNXe5/5IvDioS5I6Qz3s5sl2f7vyFBIsQOvbOqoILtsNvbNKbvP3nSBZf77tp2VWaGLc11DOLAr7n2d5J6y0Ct7T+2bbcERr9v7gb0nW7hZnGbn8Br7bp7rvMoFxVnwXKnbja4Wf95rJd1U6iKYDwEEEEAAAQQQQAABBBBAAIF6IkDgVT3ZaJaJAAIIIIAAAggggAACCCCAAAIIIIAAAggggAACCCCAAAIIIIAAAggggAACCCCAAAIIIIAAAghUmQCBV1W2YZRbPAECrwoTeLVjxw6NHTtWN99sj1SRyhF4tXXrVo0cOVJ33313qobWrVtr4cJd6ytEyzXwyp978+bNWr16tR5++GEtW7ZM69ZlfuzIkCFDNGnSJB1wwAGFKJ8xEKh6AQKvqn4LK3UB9sysJM+gsueOWf9Nlbog6kIAAQQQQAABBBBAAAEEECifAIFX5bNnZgQQQAABBBBAAIH6LTBI0rQCEtRa4NV3XMjP2QGjDpL+XCCzsyQ9GRjrY0kXSHotYvxDXDjKL7LMbeP9RtLRkiwEyVq2wCvrs5ekiyRZKEumb4vYh303eIE9CyXNkNTRzRE3GCcbXThwx4KbrnfBYJdnCICyuuxbLxak81mWSZKE86Qbyr6RcqkkC61pkmU+q22xZzxO0ofZANzr9vfk/yXpdkknZrnmVkkWSGW12D1tLVPglb1uoVoWjmW2mfbbD1myvT7c7XucwCu/5B+7sKHzYhjF2T9zt6C4IRHjRZ1zC/eyNdqeW3vCfWj9eYZ6cg2LsiGjzq8FNG2JmO8oSbdIymZjl873As3sm2XvuACxed57R1s3ZlQIX65rKEXglZVt4WwXuwCvON9Os3No7033RgQCZjpaB7r3qa4ZrGLeknl3s0BBO4t+s9/beykNAQQQQAABBBBAAAEEEEAAAQQKL0DgVeFNGREBBBBAAAEEEEAAAQQQQAABBBBAAAEEEEAAAQQQQAABBBBAAAEEEEAAAQQQQAABBBBAAAEEEEAgfwECr/I3ZIQaEaiWwCsLR+rVq5dWrVqVku/bt6+mTp2qhg0bxt6JDRs2pK5bvnx56pozzjhDc+fO1aGHHqp//vOfGjZsmGbMsEe7SG3bttW8efPUokWLWOOHw6CKEXg1ZcoUjRgxoq6elStXql27drvVN378eF13nT1+aFeL6hNrQRGd8g28Cg65c+dOffLJJ3r99ddTAVjPPfdcZADW7bffriuuuEIRQT+5LoPrEKhaAQKvqnbrKrVwe47ZbEmnJCjQnsNmz/GiIYAAAggggAACCCCAAAIIIBApQOAVBwMBBBBAAAEEEEAAgfIIBIN/ClFBrQVetZe0JBCy9JSkfl6okAVTFaI1lzTL+47GmYHBxrsQlB0RE9jfnX4gqYskC946ydW21gueetl7zUJwXpC0TVLvhIFX/nQWKHSGJAuIscAlC6OxwCYL4bIwrQWS/h9JTSXNLVHglX3QuNWb2wKCBkr6N0nHher6o6R1XqBM+GG2UftUiMArf9xGzuBc76xYEJTVZc1qedWZPeoFNH2a44GxYCDbhwslnRoY/xXvA1s7j7bn/yFpP0kWfBQ38CpYv9Vu47dxYUoWLmTfsrK6HwnUHg5Dsg+MX4qxLgtT+6Gbw76tZAFeFhIWPFdJ9s9MLCTqEhf6FAwci6rJ7hNbh91vNuc5WerONSzKKJIEXln/dPtr58feT591tQfPtl1joV9XOPv3XXjZu4G9yHUNpQq88ku1Ou1c23vaT7xAspMDa7Az/hfvfe5xSS9K2hjjrIW7HO/Osb/3ds6fzmGcQlxigXT2/u43C/Dyg9gKMT5jIIAAAggggAACCCCAAAIIIIDANwIEXnEaEEAAAQQQQAABBBBAAAEEEEAAAQQQQAABBBBAAAEEEEAAAQQQQAABBBBAAAEEEEAAAQQQQAABBCpRgMCrStwVaiqLQLUEXn355ZcaOHCgFi9enHIKhlXFhQuHZnXt2jUVcHXggQdqx44dGjt2rG6++ebUcM2bN9ejjz6q44+3R2Zkb+EwrWIEXsUJs5o+fboGDx5cV/DSpUvVuXPn7AuQ9NVXX+maa67RG2+8oVatWumHP/xhKmSscePGqesLGXgVLmj79u16+eWXNWnSJD322GN1Lwf3KNYi6IRADQsQeFXDm1v6pdmz4yzs6rAEUw/znld2Z4L+dEUAAQQQQAABBBBAAAEEEKiHAgRe1cNNZ8kIIIAAAggggAACCCCAQIRA0sAgEBHIJmAhbr93AVnW10KGbooZjpZtbF6vXAH7f00WljfZlWjhhQMkbShTyaO9gLNd3y7c1SZ64YRXl6kWpkUAAQQQQAABBBBAAAEEEECg1gUIvKr1HWZ9CCCAAAIIIIAAAggggAACCCCAAAIIIIAAAggggAACCCCAAAIIIIAAAggggAACCCCAAAIIIIBAdQoQeFWd+0bVRRColsCrcCBVw4YNtWTJErVv3z62yrJly9SlS5e6/ldffbUsRKpBgwapn82dO1d9+vSpe33atGmy4Ko47e2335aFM33wwQep7nEDr9L1C8+5adMmDR06VLNnWz7JrrZy5Uq1a9dut662n+ecc46sv7XwGjOt5fPPP1ffvn31xBNPpLrZv0+dOlVmbS1u4JXtlYVXvfDCC1q9enXqOgviatGiRVbKjz76KDXvs88+m+prgWMLFizQkUcemfVaOiBQ6wIEXtX6Dpdsfb+QNDPBbF/aHwneW/KjCa6hKwIIIIAAAggggAACCCCAQD0VIPCqnm48y0YAAQQQQAABBBBAAAEEQgIEXnEkiiFwkaSH3MBPSernfUfrJMLBDQAAIABJREFU42JMxJgVI9DYfcHhQleRfbNvbhmr+7WkWwLzWxCX/YyGAAIIIIAAAggggAACCCCAAAKFFyDwqvCmjIgAAggggAACCCCAAAIIIIAAAggggAACCCCAAAIIIIAAAggggAACCCCAAAIIIIAAAggggAACCCCQvwCBV/kbMkKNCFRL4JVxhwOr4oZF2bUbN27U5ZdfrlmzZtXt3NKlS9W5c+e6369du1bdu3fXmjVrUj+z1+677z41a9Ys425//fXXmjJlikaOHFnXL11t69atU69evbRq1apU33CoVLqJ3n33XXXr1k3vv/9+XZeowKuPP/5Y/fr101NP2WNdlArEmjNnjg4//PCsJ/bpp5/WhRdeWBeWddttt2n48OF118UNvLILzGPEiBGpa5OEk4XnIPAq67bRoR4JEHhVjza7eEsdL+naBMO/5cKu/j3BNXRFAAEEEEAAAQQQQAABBBCoxwIEXtXjzWfpCCCAAAIIIIAAAggggEBAgMArjkMxBMLhRxdLergYEzFmxQi0l7TEvn8mqRJCzq6078UFdO6QZD+jIYAAAggggAACCCCAAAIIIIBA4QUIvCq8KSMigAACCCCAAAIIIIAAAggggAACCCCAAAIIIIAAAggggAACCCCAAAIIIIAAAggggAACCCCAAAII5C9A4FX+hoxQIwLVFHgVDnOyIKVp06apZ8+eigiCqdshC6SaP3++Bg8eXBfmdOaZZ6bCr5o3b17Xb/v27br++us1YcKEup9NnDgxFWS19957p93xt99+Wz169NgtjCpd4NWXX36pgQMHavHixanxWrRokfr3E044Ie34UXVZ56jAq6jwrfHjx2v06NEZ1xAOBGvVqpUWLVqko48+uq6uJIFXr732mi644ALZnln75S9/mQrBOuCAAzLeOR999FEqBOzZZ59N9evatatmzJihAw88sEbuOJaBQO4CBF7lbseVsueNz5bUO4GFPTOqr6TNCa6hKwIIIIAAAggggAACCCCAQD0XIPCqnh8Alo8AAggggAACCCCAAAIIOAECrzgKxRLo4j78tgCkWZIul7SxWJMxblkF7Ftmv5d0iauij6S5Za1IGupq8suYKumyMtfE9AgggAACCCCAAAIIIIAAAgjUqgCBV7W6s6wLAQQQQAABBBBAAAEEEEAAAQQQQAABBBBAAAEEEEAAAQQQQAABBBBAAAEEEEAAAQQQQAABBBCobgECr6p7/6i+gALVFHhly16wYIEuvfTSuuCqJk2a6NZbb1WvXr2077777iGzbds2zZkzR8OHD6+7xoKy7r333lRIVbi9//77qQCtNWvWpF6yvjfddFNqzqjx33jjDQ0dOlSvvvrqbkOlC7zasWOHbrjhBlkIld+6dOmi6dOn6+CDD96jns2bN+uWW25JXRNuUYFX1ufDDz9Unz59ZHvrr2HUqFGp4K79999/j3E2bdqUCvmycC+/jRkzJjVnMOgrHHhloVi2H8cee+weY4YDtKyDhYldddVVaUOvouq4/fbbdcUVV2QMNCvg7cBQCFS0AIFXFb09lVzc/+We99U2QZG3SRqZoD9dEUAAAQQQQAABBBBAAAEEEEgJEHjFQUAAAQQQQAABBBBAAAEEEDABAq84B8USaCTpLkn9vA+1N0m6UNLTxZqMccsqcJKkRyQ1l7RI0iBJG8pa0a4apgVqmC5pcJlrYnoEEEAAAQQQQAABBBBAAAEEalWAwKta3VnWhQACCCCAAAIIIIAAAggggAACCCCAAAIIIIAAAggggAACCCCAAAIIIIAAAggggAACCCCAAAIIVLcAgVfVvX9UX0CBagu82r59uyZPnqzRo0fvptCxY0f17t1bp5xyiho1aiQLXLJAqLlz52rFihW79bVgJwt/CoY5+R2+/vprzZ8/X4MHD64LyLLXbHwLsTrxxBNToVF//etfNW/ePM2ePVvr16/fY0fSBV5Zx9dff11du3bVunXr6q6zcS0467TTTkvV/+mnn+rJJ5/UzJkz9c4776T6XXTRRal//+CDD1K/Txd4Za89+uijuuSSS3ar7dRTT9WAAQPq5jCjF154QVOnTtXq1avrakkXwGU2FoIVDN9q2bKlLr744lTNhx12mLp161YXDGZny/YkvM6f//znOuOMM9SsWbPUnLbW1157LbXWF198sa6OTp06acaMGTrkkEMKeOIZCoHqFSDwqnr3royVt3dhV/b8p7jtckm/j9uZfggggAACCCCAAAIIIIAAAggEBQi84jwggAACCCCAAAIIIIAAAgiYAIFXnINiCrSTNFdSC0mzJNmH3BuLOSFjl1xgf0lTXMjVx5L6SHqm5FXsOeEASTMCP54paWAF1EUJCCCAAAIIIIAAAggggAACCNSiAIFXtbirrAkBBBBAAAEEEEAAAQQQQAABBBBAAAEEEEAAAQQQQAABBBBAAAEEEEAAAQQQQAABBBBAAAEEEKh+AQKvqn8PWUGBBKot8MqWvXnzZk2YMCH1K0lr2LChRo0alQq7stCqdM1CtR588EENHz58t9CrTHP16dNH27Zt06JFi1LdMgVe7dixQ3fccYd++9vfxh5/2LBh6tu3byqwas2aNak5MgVeWTjVkiVLNGLEiN0Cp7J5tWvXLhU8ZUFWUW3ZsmWyQKyoZqFgFjDWtGnT1MvpwsOy1WCvt2nTJhV29aMf/ShOd/ogUC8ECLyqF9tcyEXaM5XuSzDgBkl9JS1PcA1dEUAAAQQQQAABBBBAAAEEENhNgMArDgQCCCCAAAIIIIAAAggggIAJEHjFOSimwN6SRkqa6P1zk/uge2kxJ2TskgucJmmBpOaS7BuC10vaXvIq9pywv6QHAj9+UNIlFVAXJSCAAAIIIIAAAggggAACCCBQiwIEXtXirrImBBBAAAEEEEAAAQQQQAABBBBAAAEEEEAAAQQQQAABBBBAAAEEEEAAAQQQQAABBBBAAAEEEECg+gUIvKr+PWQFBRKoxsArW/rOnTv1zDPPaMyYMVq9enVWjVNPPVXXXXedfvrTn2qvvfbK2t/Cml5++WVdeeWVWcf/9a9/LQukuvHGGzV9+vTU2JkCr+x1C9WycKwbbrhBa9euTVtPkyZNNG7cOA0cOFAffvihunfvHivwyh/wrbfe0tixY/XYY49lXLOFgQ0ZMiQVBnbQQQel7WthYxYadvfdd+/Rp3Xr1lq4cOFuYVnm+Oyzz2r06NFZHW1Aq6NHjx6pNR9yyCFZ94kOCNQnAQKv6tNu573WmySNSTDKX9wzwN5LcA1dEUAAAQQQQAABBBBAAAEEENhDgMArDgUCCCCAAAIIIIAAAggggIAJEHjFOSi2wMFeGJJ9S6uLpGWSfinp02JPyvglEWjs9rabpOWSBkr6pCQzZ5+kt6Q5gW5zJfXJfhk9EEAAAQQQQAABBBBAAAEEEEAgBwECr3JA4xIEEEAAAQQQQAABBBBAAAEEEEAAAQQQQAABBBBAAAEEEEAAAQQQQAABBBBAAAEEEEAAAQQQQACBogsQeFV0YiaoFoFqDbzyfS046tVXX9Xy5cu1cuVKWcDTpk2bUsFJJ510kk4//XRdeOGF+uEPfxgr6Cq8b9u2bUsFXy1ZskQvvvii3nzzzVSXk08+WWeeeaZ69eqlo446Slu3btXw4cNjB17582zcuFGPP/54anxbx7p162QhV23bttX555+vCy64QM2aNUt1t2CspIFXdp2Fg7333nupOWy/LSBs/fr1dUYdOnTQz372M7Vo0UIRgTp7HGUzsQCtBx54QKtWrUqN5Tfbg3bt2u1xTXCfXnnllVRol39dy5Ytddxxx6U8O3XqpIMPPjhWHdVyj1EnAoUSIPCqUJI1PU4DSbO9PzJ6JljlYhd2tTXBNXRFAAEEEEAAAQQQQAABBBBAIFKAwCsOBgIIIIAAAggggAACCCCAgAkQeMU5KIXACZLsA+8Wkq6UdKek8IOQS1EHcxROwP7fkoVK2Rcf1knqL+n5wg2f90jdJS0IjPJHSfYzGgIIIIAAAggggAACCCCAAAIIFF6AwKvCmzIiAggggAACCCCAAAIIIIAAAggggAACCCCAAAIIIIAAAggggAACCCCAAAIIIIAAAggggAACCCCAQP4CBF7lb8gICCCAAAIIIFBCAQKvSohdnVMd6Z75dHKC8m+RNCpBf7oigAACCCCAAAIIIIAAAgggkFGAwCsOCAIIIIAAAggggAACCCCAAAIIIIBArQpc7ELW/PU9LMl+RkMAAQQQQAABBBBAAAEEEEAAgcILEHhVeFNGRAABBBBAAAEEEEAAAQQQQAABBBBAAAEEEEAAAQQQQAABBBBAAAEEEEAAAQQQQAABBBBAAAEEEMhfgMCr/A0ZAQEEEEAAAQRKKEDgVQmxq2+qDi7sqlmC0odIuidBf7oigAACCCCAAAIIIIAAAgggkFWAwKusRHRAAAEEEEAAAQQQQAABBBBAAAEEEKhSgc6SlgZqXyapS5WuhbIRQAABBBBAAAEEEEAAAQQQqHQBAq8qfYeoDwEEEEAAAQQQQAABBBBAAAEEEEAAAQQQQAABBBBAAAEEEEAAAQQQQAABBBBAAAEEEEAAAQQQqJ8CBF7Vz31n1QgggAACCFStAIFXVbt1xS58kKRpCSb5XFJfSU8kuIauCCCAAAIIIIAAAggggAACCMQSIPAqFhOdEEAAAQQQQAABBBBAAAEEEEAAAQSqUOBcScsDdT8uqVMVroOSEUAAAQQQQAABBBBAAAEEEKgGAQKvqmGXqBEBBBBAAAEEEEAAAQQQQAABBBBAAAEEEEAAAQQQQAABBBBAAAEEEEAAAQQQQAABBBBAAAEEEKh/AgRe1b89Z8UIIIAAAghUtQCBV1W9fcUqfqKk3yQYfLULu1qb4Bq6IoAAAggggAACCCCAAAIIIBBbgMCr2FR0RAABBBBAAAEEEEAAAQQQQAABBBCoMoEOklYEan5SUscqWwPlIoAAAggggAACCCCAAAIIIFAtAgReVctOUScCCCCAAAIIIIAAAggggAACCCCAAAIIIIAAAggggAACCCCAAAIIIIAAAggggAACCCCAAAIIIFC/BAi8ql/7zWoRQAABBBCoegECr6p+Cwu5gH0kzZb0swSD/tGFXX2V4Bq6IoAAAggggAACCCCAAAIIIJBIgMCrRFx0RgABBBBAAAEEEEAAAQQQQAABBBCoIoGfSno6UO8zktpXUf2UigACCCCAAAIIIIAAAggggEA1CRB4VU27Ra0IIIAAAggggAACCCCAAAIIIIAAAggggAACCCCAAAIIIIAAAggggAACCCCAAAIIIIAAAggggED9ESDwqv7sNStFAAEEEECgJgQIvKqJbSzEIlq6sKsTEwz2O0mjE/SnKwIIIIAAAggggAACCCCAAAI5CRB4lRMbFyGAAAIIIIAAAggggAACCCCAAAIIVIHAaZKeD9T5gqTTq6BuSkQAAQQQQAABBBBAAAEEEECgGgUIvKrGXaNmBBBAAAEEEEAAAQQQQAABBBBAAAEEEEAAAQQQQAABBBBAAAEEEEAAAQQQQAABBBBAAAEEEECg9gUIvKr9PWaFCCCAAAII1JQAgVc1tZ25LuZsF3b1nQQDDJY0PUF/uiKAAAIIIIAAAggggAACCCCQswCBVznTcSECCCCAAAIIIIAAAggggAACCCCAQIULtJX0UqDGlyXZz2gIIIAAAggggAACCCCAAAIIIFB4AQKvCm/KiAgggAACCCCAAAIIIIAAAggggAACCCCAAAIIIIAAAggggAACCCCAAAIIIIAAAggggAACCCCAAAL5CxB4lb8hIyCAAAIIIIBACQUIvCohdmVO9StJdyco7VNJfb1nKz2Z4Bq6IoAAAggggAACCCCAAAIIIJCXAIFXefFxMQIIIIAAAggggAACCCCAAAIIIIBABQucJOnVQH2rJdnPaAgggAACCCCAAAIIIIAAAgggUHgBAq8Kb8qICCCAAAIIIIAAAggggAACCCCAAAIIIIAAAggggAACCCCAAAIIIIAAAggggAACCCCAAAIIIIAAAvkLEHiVvyEjIIAAAggggEAJBQi8KiF25U01SdJVCcqy5ytZ2NUHCa6hKwIIIIAAAggggAACCCCAAAJ5CxB4lTchAyCAAAIIIIAAAggggAACCCCAAAIIVKjAcZL+EqjtTUk/qdBaKQsBBBBAAAEEEEAAAQQQQACBahcg8Krad5D6EUAAAQQQQAABBBBAAAEEEEAAAQQQQAABBBBAAAEEEEAAAQQQQAABBBBAAAEEEEAAAQQQQACB2hQg8Ko295VVIYAAAgggULMCBF7V7NZmWth+kmZL6ppg9Qtc2NX2BNfQFQEEEEAAAQQQQAABBBBAAIGCCBB4VRBGBkEAAQQQQAABBBBAAAEEEEAAAQQQqECBYyS9HajrHUnHVmCdlIQAAggggAACCCCAAAIIIIBALQgQeFULu8gaEEAAAQQQQAABBBBAAAEEEEAAAQQQQAABBBBAAAEEEEAAAQQQQAABBBBAAAEEEEAAAQQQQACB2hMg8Kr29pQVIYAAAgggUNMCBF7V9PZGLa6VC7s6PsHKb5Y0JkF/uiKAAAIIIIAAAggggAACCCBQUAECrwrKyWAIIIAAAggggAACCCCAAAIIIIAAAhUkYF/keC9Qz/uSflhB9VEKAggggAACCCCAAAIIIIAAArUkQOBVLe0ma0EAAQQQQAABBBBAAAEEEEAAAQQQQAABBBBAAAEEEEAAAQQQQAABBBBAAAEEEEAAAQQQQAABBGpHgMCr2tlLVoIAAggggEC9ECDwql5ss7/Ic13YVZMEq75U0n0J+tMVAQQQQAABBBBAAAEEEEAAgYILEHhVcFIGRAABBBBAAAEEEEAgJ4F+kh7M6UppjaTuktbmeH2+l42VNC6HQV6R9ImklyW9JOkvkrbkME4xL9lf0hRJg9wkKyT1lvRFMSdlbAQQQACBggl8X9L/Doz2gaQfFGx0BkIAAQQQQAABBBBAAAEE/n/27gXaurKsF/h/ACapaGrmQFPMg5dzOERKqYMwMi/kDUghRPhQkJAkJKAIESH5QhIVFFFA8CB8SOQlIEUTsRQjg5QENW8BogSkkhoRakRnvTa3TRb7Mufe6zLnWr81hoPc+3nf93l/z+rb8u015p8AAQJ1AYFX3g8ECBAgQIAAAQIECBAgQIAAAQIECBAgQIAAAQIECBAgQIAAAQIECBAgQIAAAQIECBAg0EUBgVddnIqeCBAgQIAAgSUFBF7NzZvjwCSntLhteW7fuiSXtlijlAABAgQIECBAgAABAgQIjEVA4NVYWG1KgAABAgQIECBAoJXAxknWJ3lVq1X/U9zXwKvh696Q5C1J3pHk9lVajHpZVwOvHjIIcHlxknOSfGfUl7YfAQIEZkjg55JcV7vP9YM/Ox89Q/dzFQIECBAgQIAAAQIECBAg0CUBgVddmoZeCBAgQIAAAQIECBAgQIAAAQIECBAgQIAAAQIECBAgQIAAAQIECBAgQIAAAQIECBAgQGBBQOCV9wIBAgQIECDQKwGBV70a12qbfWOSw1os/lQVdnVtizVKCRAgQIAAAQIECBAgQIDA2AQEXo2N1sYECBAgQIAAAQIEGgs8IMmZSXZtvOLuhbMSeLVwq0sGIU4HJ/nSKj1GuaxrgVf3TvLCJEcn+VqSPZPcOsoL24sAAQIzJvCIJF+v3enGJOVrXgQIECBAgAABAgQIECBAgMDoBQRejd7UjgQIECBAgAABAgQIECBAgAABAgQIECBAgAABAgQIECBAgAABAgQIECBAgAABAgQIECCwdgGBV2s3tAMBAgQIECAwQQGBVxPEnvxR90myIckLWhx9XhV2dVeLNUoJECBAgAABAgQIECBAgMBYBQRejZXX5gQIECBAgAABAgQaCWyZ5Pwk21bVH0pyWaOV/130g2r9LS3WjLL0NUmOrW147iC86/MrHLBZkl9IUu7+uEVqS4jXbyf51CgbXcVeXQq82jTJH1dhYOUqHxF4tYqJWkKAwLwJbJ7kptqly8/K8jUvAgQIECBAgAABAgQIECBAYPQCAq9Gb2pHAgQIECBAgAABAgQIECBAgAABAgQIECBAgAABAgQIECBAgAABAgQIECBAgAABAgQIEFi7gMCrtRvagQABAgQIEJiggMCrCWJP9qitqrCrJ7Q49rgkR7WoV0qAAAECBAgQIECAAAECBCYiIPBqIswOIUCAAAECBAgQILCswFOSXJKkhECV14uS/GmPzIYDr/ZK8u6G/Zd/J9kiyYFJXl4zKMuvSLJPki823GscZV0KvOpSL+OwticBAgTGIfDTg58x36pt/O0kDxnHQavc8+AkT0vyT0lOmfLPvFVewTICBAgQIECAAAECBAgQIPBjAYFX3gwECBAgQIAAAQIECBAgQIAAAQIECBAgQIAAAQIECBAgQIAAAQIECBAgQIAAAQIECBAg0EUBgVddnIqeCBAgQIAAgSUFBF7N5JvjeVXY1U+1uN1+Sd7Zol4pAQIECBAgQIAAAQIECBCYmIDAq4lRO4gAAQIECBAgQIDAkgJ7Jzm7+u7NSZ4/+M9neuS1lsCrhWtulOSFSd5QBWAtfP2MJIckuX1KHl0KmepSL1Mah2MJECDQWqB8uOM7tVXfTfLA1ruMZ8EvJfnbJOVnYHl9KMluSf59PMfZlQABAgQIECBAgAABAgQIjF1A4NXYiR1AgAABAgQIECBAgAABAgQIECBAgAABAgQIECBAgAABAgQIECBAgAABAgQIECBAgAABAqsQEHi1CjRLCBAgQIAAgekJCLyanv2YTj4oyckt9r4pybokf9lijVICBAgQIECAAAECBAgQIDBRAYFXE+V2GAECBAgQIECAAIF7CGycZH2SV1XfuTTJi5N8q0dWowi8Ktct/36yR5LTkmxW3f+26hduF03Jo0shU13qZUrjcCwBAgRaC9wvSflZsvD6t9rPmNabjXjBTknqP98+VYU/lvBLLwIECBAgQIAAAQIECBAg0EcBgVd9nJqeCRAgQIAAAQIECBAgQIAAAQIECBAgQIAAAQIECBAgQIAAAQIECBAgQIAAAQIECBAgMPsCAq9mf8ZuSIAAAQIEZkpA4NVMjfPEJIe0uNHl1bP3rm+xRikBAgQIECBAgAABAgQIEJi4gMCriZM7kAABAgQIECBAgMDdBEqw09uqXyyVb7x9EMxxWJLv98hpVIFX5cqbDIKvXpvkyNr935Xkd5LcPgWTLoVMdamXKYzCkQQIEFiVwKZJ7qitLD9fy5+nXXjtmuS9tUauTrJLkq91oTk9ECBAgAABAgQIECBAgACBVQgIvFoFmiUECBAgQIAAAQIECBAgQIAAAQIECBAgQIAAAQIECBAgQIAAAQIECBAgQIAAAQIECBAgMHYBgVdjJ3YAAQIECBAgMEoBgVej1JzaXvdLsqF6plDTJs6tPZOw6Rp1BAgQIECAAAECBAgQIEBgKgICr6bC7lACBAgQIECAAAECPxbYIsl5SbarvnJokpN65jPKwKty9ccl+dMk21QON1e/rLtyCi5dCpnqUi9TGIUjCRAgsCqBEqT4H7WVdya516p2Gv2i4cCrLyZ5/uADJ9eO/ig7EiBAgAABAgQIECBAgACBiQgIvJoIs0MIECBAgAABAgQIECBAgAABAgQIECBAgAABAgQIECBAgAABAgQIECBAgAABAgQIECBAoKWAwKuWYMoJECBAgACB6QoIvJqu/whO37oKu1p4ll6TLdcnObpJoRoCBAgQIECAAAECBAgQINAFAYFXXZiCHggQIECAAAECBOZZ4CmDsKtLkmxWITwryUdHDLJnknNre56e5JAkd4zonFEHXm2cpPzS7VW1/toEgd0/yY5JnlOFZj2h2ufLSf4+yaVJPpDkmw3uv5aQqbL2qYMzd07yxCRl1uV1Q5Krk/xVkgur/z78INh6a8O+S7XdZK6jtGnAp4QAAQKdEBj+M3ajJMv9uTuppncZ/Jy6oHaYwKtJyTuHAAECBAgQIECAAAECBMYlIPBqXLL2JUCAAAECBAgQIECAAAECBAgQIECAAAECBAgQIECAAAECBAgQIECAAAECBAgQIECAAIG1CAi8WouetQQIECBAgMDEBQReTZx8lAfuVIVdlWe+NX3tm+SspsXqCBAgQIAAAQIECBAgQIBAFwQEXnVhCnogQIAAAQIECBCYZ4F6GNXnkvxmkn9J8owkz09SwpoeVwH9bRWSVMKarkhyV0O4vgVelWuVX9ZdVLvfhiQHJrltmTuXgKkDkhyV5EEr2JR93p7khMp7qfLVBF5tkmS3QZjKMbXZLdfOOVXP31iiaBSBV+Owafj2U0aAAIGpC/wwyb1qXfxEkv+Yelf//XP+z2t9CLzqwFC0QIAAAQIECBAgQIAAAQJrEhB4tSY+iwkQIECAAAECBAgQIECAAAECBAgQIECAAAECBAgQIECAAAECBAgQIECAAAECBAgQIEBgTAICr8YEa1sCBAgQIEBgPAICr8bjOoFdD07y5hbn3JhkXZKPt1ijlAABAgQIECBAgAABAgQIdEJA4FUnxqAJAgQIECBAgACBORUo/3u8hCKV/5RXCbq4dhBqtUOSzVYw+WCSEoT02QZ2fQy8enyS9yTZurpf+UVcucdNS9z34UlOqoKmGpD8uOTyJC9L8uUlFrUNvCpzOy7JQW2aqM7fP8lli6xba+DVuGxaXlE5AQIEpibw70nKn+cLr/skuWNq3fzPwQKvOjAELRAgQIAAAQIECBAgQIDASAUEXo2U02YECBAgQIAAAQIECBAgQIAAAQIECBAgQIAAAQIECBAgQIAAAQIECBAgQIAAAQIECBAgMCIBgVcjgrQNAQIECBAgMBkBgVeTcR7xKSXoqgReNX19sgq7uqHpAnUECBAgQIAAAQIECBAgQKBLAgKvujQNvRBS7dFVAAAgAElEQVQgQIAAAQIECMybQAlHelv1y6bV3L38gurQJBcMQrOGHyRa36+PgVcPSXJekmdUF/lqkl2TXLMI1EOTnJ5k59r3/iXJaUk+lOQrSe5K8ogqTKwEXC0EaZUlVyTZpwocG96+TeDVfZOckOQVtU1uS/LuakZXJ7kzyc8M+npSFbT11FptmedLknxiqIn7Jbl3kk2TrK96LSUfS3LA4Jeb36nqy97/OvReGKfNat6z1hAgQGAaAuXPxnqQ5P2TlD+fp/0SeDXtCTifAAECBAgQIECAAAECBEYtIPBq1KL2I0CAAAECBAgQIECAAAECBAgQIECAAAECBAgQIECAAAECBAgQIECAAAECBAgQIECAAIFRCAi8GoWiPQgQIECAAIGJCQi8mhj1KA4qzzPakGSnFpudUz1zrsUSpQQIECBAgAABAgQIECBAoFsCAq+6NQ/dECBAgAABAgQIzJfAFlWo03ZD1/7cIJzpnVXw0TeSbDSoe2yS3apwrAfV6pcKSZqk5GsGPR5bO3CvKuRpLT08sPrl3XNrm2yf5PKhTTdJ8tokR9a+Xn7pd/ggDOqWJRoowVS/PwiGOqb2/VOqNXcMrWkaeFX+3Wq/JO+orb9kEEZ1cJIvLdFHCbEqVifVglhKeNnLk3xrkTVNe1lYOm6btczXWgIECExSoIQglp8rC6/yc3QhLHCSfQyfNRx4VX5elK/94zSbcjYBAgQIECBAgAABAgQIEFiDgMCrNeBZSoAAAQIECBAgQIAAAQIECBAgQIAAAQIECBAgQIAAAQIECBAgQIAAAQIECBAgQIAAAQJjExB4NTZaGxMgQIAAAQLjEBB4NQ7Vsey5TfW8vK1b7F6em/eHLeqVEiBAgAABAgQIECBAgACBTgoIvOrkWDRFgAABAgQIECAwJwLbJvlAks2r+95WBUedOghkun0Jg0cneWOS36h9v4RAleCkr03JbRyBV8PhTuVqOyS5bOiOT0pyYc3wzCSHJimWy71KGNQRSdbX7Ivpx4YWNQ2Z+rkkf5LkydX6iweBWwcMQrBuXKGP8u9ke1a/rFwoLcFZJfBs+NW0l4V147aZ0tvNsQQIEGgt8M0kD6mt+pklggVbb7zGBcOBV9cneXaSL69xX8sJECBAgAABAgQIECBAgMC0BAReTUveuQQIECBAgAABAgQIECBAgAABAgQIECBAgAABAgQIECBAgAABAgQIECBAgAABAgQIECCwnIDAK+8PAgQIECBAoFcCAq96Ma5dqufH3a9Fty9Jck6LeqUECBAgQIAAAQIECBAgQKCzAgKvOjsajREgQIAAAQIECMyBwC8mKb+s+oXBL59KkNUfVaFJww8FHaZ46CDg6fQkO9e+cViSk5KstHYcrJMKvCqhXu+uXWDjwX2PSVLOL68bkuya5NMNLzkcUlX8SgjWD2vrm4ZMvSxJCdsqrxK2tS7JRQ37eGAVcLUQYva+QVBWCb363tD6pr2UZZOwaXg9ZQQIEJi6wE21YMTSzMOTlK9N+/XcJB+sNfH1JDsm+dK0G3M+AQIECBAgQIAAAQIECBBYpYDAq1XCWUaAAAECBAgQIECAAAECBAgQIECAAAECBAgQIECAAAECBAgQIECAAAECBAgQIECAAAECYxUQeDVWXpsTIECAAAECoxYQeDVq0ZHvd0iSE1vsWp6RV55N98kWa5QSIECAAAECBAgQIECAAIFOCwi86vR4NEeAAAECBAgQIEBgSYFfSXJ+LcDj0iR7J7l5CmbTCrx6WBWA9avVnTckObAKnGrCMBwg9fEkew6FoDQJmdosyduqXySWcxfbZ7l+yr+XvXoQUrW+KvpqFdx1zdCiJr0sLJmETRNjNQQIEOiCQAmSekStkS2SlK9N+1XCrT6cZOHv5wReTXsizidAgAABAgQIECBAgACBtQoIvFqroPUECBAgQIAAAQIECBAgQIAAAQIECBAgQIAAAQIECBAgQIAAAQIECBAgQIAAAQIECBAgMA4BgVfjULUnAQIECBAgMDYBgVdjox3FxicnOajFRuW5dCXs6sYWa5QSIECAAAECBAgQIECAAIHOCwi86vyINEiAAAECBAgQIEBgUYHhkKVStEOSy6bgNY7Aq8Xut32Sy2v32zbJB2qhX69LcmLL+x+a5MhqTQkLe/7gP5+p7dEkZKoEp5yXZLtq3VlJisn3W/TygiTvqNXvnOTPh9Y36WVhySRsWlxPKQECBKYqcG2SR9c6+F+DkMjrptrRfx8u8KoDQ9ACAQIECBAgQIAAAQIECIxUQODVSDltRoAAAQIECBAgQIAAAQIECBAgQIAAAQIECBAgQIAAAQIECBAgQIAAAQIECBAgQIAAAQIjEhB4NSJI2xAgQIAAAQKTERB4NRnnlqc8MMmGJM9tsa48k27fFvVKCRAgQIAAAQIECBAgQIBAbwQEXvVmVBolQIAAAQIECBAgcA+BQ4YCnl4yCPQ4ZwpO4wi8enCSd1dhIAtXGg682inJRSO+77OSfLS2Z5OQqeFwqVG0dMAgyOv0oY2a9LKwZBI2o7inPQgQIDAJgS8PggkfWzvocUm+MomDVzhD4FUHhqAFAgQIECBAgAABAgQIEBipgMCrkXLajAABAgQIECBAgAABAgQIECBAgAABAgQIECBAgAABAgQIECBAgAABAgQIECBAgAABAgRGJCDwakSQtiFAgAABAgQmIyDwajLOLU55YhV29X9arDk6yfoW9UoJECBAgAABAgQIECBAgECvBARe9WpcmiVAgAABAgQIECBwN4E9k5xb+8q0frE1jsCrLZOcn6SESZXX1Ul2T1JCSxZew/cfxdtjrypoa2GvJiFTv5zkr0dx+AqzbNLLJG1GfGXbESBAYGwCX0hS/6DIVkn+YWynNd9Y4FVzK5UECBAgQIAAAQIECBAg0A8BgVf9mJMuCRAgQIAAAQIECBAgQIAAAQIECBAgQIAAAQIECBAgQIAAAQIECBAgQIAAAQIECBAgMG8CAq/mbeLuS4AAAQIEei4g8KpTA3xhFXZVngPX9LVu6BmBTdepI0CAAAECBAgQIECAAAECvREQeNWbUWmUAAECBAgQIECAwD0EhoOWZinw6ilJLkmyWXXrS5O8OMm3agoCr5JicOsi/78xCRv/L0mAAIG+CJTQxJ+vNbtNkms60LzAqw4MQQsECBAgQIAAAQIECBAgMFIBgVcj5bQZAQIECBAgQIAAAQIECBAgQIAAAQIECBAgQIAAAQIECBAgQIAAAQIECBAgQIAAAQIECIxIQODViCBtQ4AAAQIECExGQODVZJwbnPJ7Sd7QoG6h5PokJezq8hZrlBIgQIAAAQIECBAgQIAAgV4KCLzq5dg0TYAAAQIECBAgQOBHAs+sQqEWOGYp8OrlSU6rzfntSQ5L8v3a14ZDnfZK8u4Rvzd+MslJSUo/5fWR3DNkalLBY016Wbj+JGxGTG07AgQIjE3gM0meWNt92yRXje205hsLvGpupZIAAQIECBAgQIAAAQIE+iEg8Kofc9IlAQIECBAgQIAAAQIECBAgQIAAAQIECBAgQIAAAQIECBAgQIAAAQIECBAgQIAAAQIE5k1A4NW8Tdx9CRAgQIBAzwUEXnVigG9L8ooWnfxlFXZ1U4s1SgkQIECAAAECBAgQIECAQG8FBF71dnQaJ0CAAAECBAgQmAGBjQZhSg9IUv75wCRfS3Jni3vtneTsWv0BSU5vsX5Upa8Z3OHY2mZrDZ66b5JTBh4vre25X5J3DjW8e5Lza187tAqnGtW9yj5NQqaeUgWPbVYdXAKyjkjyw1E20rCXhSMnYTPi69mOAAECYxO4IsmTaruXP7fL16b9Gg68uqUKs/z8tBtzPgECBAgQIECAAAECBAgQWKWAwKtVwllGgAABAgQIECBAgAABAgQIECBAgAABAgQIECBAgAABAgQIECBAgAABAgQIECBAgAABAmMVEHg1Vl6bEyBAgAABAqMWEHg1atFW+z04yYbBM4qe3WJVeUZeeVaeFwECBAgQIECAAAECBAgQmBsBgVdzM2oXJUCAAAECBAgQ6JjAllVY07ZVXx9PsmeSmxr2uXGS9UleVat/VpKPNlw/yrJRB16VUJILB+Fdm1dNfjHJboP/fGGo6eGgqRL2dUiSO0Z4uSaBV8Oz/Isk65J8e4R9lK2a9LJw5CRsRnw92xEgQGBsApcPggm3q+2+/SBYqnxt2q9nJik/M0rwZXl9K8kzklwz7cacT4AAAQIECBAgQIAAAQIEVikg8GqVcJYRIECAAAECBAgQIECAAAECBAgQIECAAAECBAgQIECAAAECBAgQIECAAAECBAgQIECAwFgFBF6NldfmBAgQIECAwKgFBF6NWrTxfr9YhV09vvGK5Kgkx7WoV0qAAAECBAgQIECAAAECBGZCQODVTIzRJQgQIECAAAECBHoo8IAkZybZter9tiTPbhHAUcKgzqmCMcoWf5PkxUlumILFKAOv7l390u6w2j1OTnL4INzrB0N32yLJebUQkyuS7JHk+hEaNAmZGp7lzUl2SXLlCPsoWzXpZeHISdiM+Hq2I0CAwNgESqjkDrXdfzXJJ8Z2WvONn1YFVZYQy/ISeNXcTiUBAgQIECBAgAABAgQIdFNA4FU356IrAgQIECBAgAABAgQIECBAgAABAgQIECBAgAABAgQIECBAgAABAgQIECBAgAABAgQIzLuAwKt5fwe4PwECBAgQ6JmAwKupDGy3KuyqPAuvyeuuJOuqZ+E1qVdDgAABAgQIECBAgAABAgRmSkDg1UyN02UIECBAgAABAgR6JFD+t/irk6yv9fy6JMckuXOFe5S1+yV5R62u7PPaJP85BYNRBV6Ve5XAqtOSbFbdo4RHvSjJZYvcq/xC8IQkr6x973eTlICs4QerLsZy/yRvHfyi8LFJbk1yVZJ3JbmuVtwkZKr0fcig5zfV1pX/u8x3OKRrsT42qWZXAs9K2MnVSd6T5NNDxU16WVgyCZspvNUcSYAAgVUJXJrk6bWVz0jysVXtNNpFJXjro0nKz4HyEng1Wl+7ESBAgAABAgQIECBAgMDkBQReTd7ciQQIECBAgAABAgQIECBAgAABAgQIECBAgAABAgQIECBAgAABAgQIECBAgAABAgQIECCwsoDAq5WNVBAgQIAAAQIdEhB4NfFhHJ7k9S1OvbYKu/pUizVKCRAgQIAAAQIECBAgQIDATAkIvJqpcboMAQIECBAgQIBAzwSelOTCJJtXfd+Q5CVJPrHCPXZIcnaSLWrrdl0kIGlSHKMIvNooSQl8elvtXqX/lYKjSoDJBbWArKaGi4VrlX1eluQ7NbimIVNbJXlvkv9drb0tyQFJ/qRB+NbwPK+ogr+uHxpg014Wlo3bZlLvL+cQIEBgrQJ/kWTH2ia/nuQja910BOsFXo0A0RYECBAgQIAAAQIECBAg0CkBgVedGodmCBAgQIAAAQIECBAgQIAAAQIECBAgQIAAAQIECBAgQIAAAQIECBAgQIAAAQIECBAgQKASEHjlrUCAAAECBAj0SkDg1UTHdWr1zLimh15ahV3d0nSBOgIECBAgQIAAAQIECBAgMIsCAq9mcaruRIAAAQIECBAg0BeBeyc5LslhtYavTnJgkr9ZJCip/O/37apQqG1qaw5PcmKS/5zSxdcSeLVJFRL1e0n2Hur/oiQvT/LPy9yrhECdkOR3ajVfrkw/nOSuRdaWcK0XJnlDLVyrBFStS1LOrL+ahkxtnOTQqpeF9f+SpNzrvCQ/WKSPpeb5u0lOXmT+w718McmLklyzhM+4bab0dnMsAQIEWgt8MMlza6uel+Ti1ruMfoHAq9Gb2pEAAQIECBAgQIAAAQIEpisg8Gq6/k4nQIAAAQIECBAgQIAAAQIECBAgQIAAAQIECBAgQIAAAQIECBAgQIAAAQIECBAgQIAAgcUFBF55ZxAgQIAAAQK9EhB4NZFxPSTJhiQ7tjjtjCT7t6hXSoAAAQIECBAgQIAAAQIEZlZA4NXMjtbFCBAgQIAAAQIEeiLw0CSnJ9m51m8JXzo7yflJvlJ9fask+yT5jSSb1WrfnqQEXt2+zH33THJu7fvlvEOS3DEio+HAq3LW51fY+8FJfjFJCe560CK1V1T3LaFOK722TPKuJL88VPje6t5XVXe9f5Ltk/xmkhJ2Un8t5dg08KrsVX5x+dYkuw/t/ZEk707y14NQrH9NUvZ8YhVWVfqoz3O5kK/y72/HVP9ZOKKEe72/2vefkpQ718O1xmmz0lx8nwABAl0RuHDo5+wuiwQcNun16Um+kOSWJsUNaoYDr0pQ4q8NftaX8EsvAgQIECBAgAABAgQIECDQRwGBV32cmp4JECBAgAABAgQIECBAgAABAgQIECBAgAABAgQIECBAgAABAgQIECBAgAABAgQIECAw+wICr2Z/xm5IgAABAgRmSkDg1djH+aQq7OqxLU46MsnxLeqVEiBAgAABAgQIECBAgACBmRYQeDXT43U5AgQIECBAgACBngg8JskpSZ7Vst8zkhyRpARkLPeadOBVy2vco/yCKpDrhhYbrdawHFFCql6dpASNDb/aBF6VtSX06k1J1rXofaG0hFWVILISXLXUa6dlQlpKsFaZ9a1Di8dls4orWkKAAIFVCWydZP0gKPGDSc5cxQ7vS/LC2rrdkpSvtXmVnwc3JblfkhKgVYIS/6rNBovUDgdelVDEEnj1mTXuazkBAgQIECBAgAABAgQIEJiWgMCrack7lwABAgQIECBAgAABAgQIECBAgAABAgQIECBAgAABAgQIECBAgAABAgQIECBAgAABAgSWExB45f1BgAABAgQI9EpA4NVYx7V7FXZ1r4an3Fk9V+78hvXKCBAgQIAAAQIECBAgQIDAXAgIvJqLMbskAQIECBAgQIBADwQelOTwJK8YBCZttkK/X05ybJL3J/lBg7v1JfDqk0neUgWaNLnX8NXvOwgj2T/JUUmK50qvJo5tA6/KmfeuglWOTvK4lZqoAsv+KMk7kty+Qn254wnV+2S49Ook5Zeo5V6TsGlwNSUECBBYk8AWSU5L8uvVLjcP/qx82Cp2LB8UKX8+Lrz2SNL2wyMHJ3lzbY8SyvioVfRSX/LUJJcm+YnqiyV48WkCr9aoajkBAgQIECBAgAABAgQITFNA4NU09Z1NgAABAgQIECBAgAABAgQIECBAgAABAgQIECBAgAABAgQIECBAgAABAgQIECBAgAABAksJCLzy3iBAgAABAgR6JSDwamzjOmLwnLjjW+z+1Srs6ooWa5QSIECAAAECBAgQIECAAIG5EBB4NRdjdkkCBAgQIECAAIEeCfzMIOji+UmekeQJtcCkv09SAo3el6QEQ/1rizt1MfCqhHp8dvBLvGsHd/3rKvDjG0nuanGvpUrvn2THJM9Jsk3lWGoXziznXZKk/PLwjhXOW03g1cKWZW0JM9k5yROTPKV21t8muSrJh1YxzxKo9bwkLx3cY7uhcK/tk1y+zJ1GaTOCUdmCAAECywo8OEkJliphfwuvQ4aCp5oQbkiyV61wXZJzmyysakog1deSbF5bc8Dgv5/eYo/FSsuf4R9Lsmn1TYFXawS1nAABAgQIECBAgAABAgSmLiDwauoj0AABAgQIECBAgAABAgQIECBAgAABAgQIECBAgAABAgQIECBAgAABAgQIECBAgAABAgQILCIg8MrbggABAgQIEOiVgMCrsYyrPC9o/xY7l2fVlWcVfbPFGqUECBAgQIAAAQIECBAgQGBuBARezc2oXZQAAQIECBAgQIAAAQIECBAg0DuBY5O8ptb1rUm2SHJ7i5ucVYUELizZJ8m7Wqx/eZLTavU3D9Y/KskPW+yxWKnAqzUCWk6AAAECBAgQIECAAAECnRMQeNW5kWiIAAECBAgQIECAAAECBAgQIECAAAECBAgQIECAAAECBAgQIECAAAECBAgQIECAAAECBJIIvPI2IECAAAECBHolIPBqpON6aJINSZ7ZYtcSjnVAi3qlBAgQIECAAAECBAgQIEBg7gQEXs3dyF2YAAECBAgQIECAAAECBAgQINAbgfsm+ackD6h1fFSS41rc4Iwk+9XqfyvJmQ3Xb5LkH6uQrYUlhyU5seH65cq2SfKJ2t2+neSpSb40gr1tQYAAAQIECBAgQIAAAQIEpiEg8Goa6s4kQIAAAQIECBAgQIAAAQIECBAgQIAAAQIECBAgQIAAAQIECBAgQIAAAQIECBAgQIAAgZUEBF6tJOT7BAgQIECAQKcEBF6NbBxPqcKutmyx4xFJXt+iXikBAgQIECBAgAABAgQIEJhLAYFXczl2lyZAgAABAgQIECBAgAABAgQI9EbgD5L8ca3b71UBVOWfTV6nJjmgVvjbSU5rsjDJuiTn1Gq/m+RhSe5ouH65skdWgVePqoquTbL9oNdbRrC3LQgQIECAAAECBAgQIECAwDQEBF5NQ92ZBAgQIECAAAECBAgQIECAAAECBAgQIECAAAECBAgQIECAAAECBAgQIECAAAECBAgQILCSgMCrlYR8nwABAgQIEOiUgMCrkYxjjyrsauOGu/2wet7QexrWKyNAgAABAgQIECBAgAABAnMtIPBqrsfv8gQIECBAgAABAgQIECBAgACBzgtsmuTGJA+udVoCsF7VsPO3JvmdWu1BSU5psLb8vdmXkzymVnt0kvUN1jYt2SfJ1knuSvK5JGc3XaiOAAECBAgQIECAAAECBAh0UEDgVQeHoiUCBAgQIECAAAECBAgQIECAAAECBAgQIECAAAECBAgQIECAAAECBAgQIECAAAECBAgQiMArbwICBAgQIECgVwICr9Y8riOTHNdil/KcoXVJ/q7FGqUECBAgQIAAAQIECBAgQGCuBQRezfX4XZ4AAQIECBAgQIAAAQIECBAg0AuBElJ1cq3T7yf52SS3Nuj+pCS/W6s7NEn52kqvFyZ5X63o35I8YrDXd1da6PsECBAgQIAAAQIECBAgQGBOBQRezengXZsAAQIECBAgQIAAAQIECBAgQIAAAQIECBAgQIAAAQIECBAgQIAAAQIECBAgQIAAAQIdFxB41fEBaY8AAQIECBC4u4DAqzW9I85Isl+LHf6iCrv6dos1SgkQIECAAAECBAgQIECAwNwLCLya+7cAAAIECBAgQIAAAQIECBAgQIBA5wXuleS6KuRqodm3Jnllg87fkOT3anWHJylfW+n1+SRb1Ypen+SIlRb5PgECBAgQIECAAAECBAgQmGMBgVdzPHxXJ0CAAAECBAgQIECAAAECBAgQIECAAAECBAgQIECAAAECBAgQIECAAAECBAgQIECAQIcFBF51eDhaI0CAAAECBO4pIPBqVe+KzZNsSPL0FqtPTfKKFvVKCRAgQIAAAQIECBAgQIAAgUpA4JW3AgECBAgQIECAAAECBAgQIECAQB8EXjYIvDqz1uh/JHl0khtXaP51SV5VqzkyyfErrHl2kg/Van6Y5OFJvt0HKD0SIECAAAECBAgQIECAAIEpCQi8mhK8YwkQIECAAAECBAgQIECAAAECBAgQIECAAAECBAgQIECAAAECBAgQIECAAAECBAgQIEBgWQGBV94gBAgQIECAQK8EBF61Htd2VdhVeR5R09fhSd7QtFgdAQIECBAgQIAAAQIECBAgcHcBgVfeEQQIECBAgAABAgQIECBAgAABAn0Q2DjJV6qQq4V+z0qy7wrNH5vkNbWao5OsX2HN5UnKh1gWXqckOagPSHokQIAAAQIECBAgQIAAAQJTFBB4NUV8RxMgQIAAAQIECBAgQIAAAQIECBAgQIAAAQIECBAgQIAAAQIECBAgQIAAAQIECBAgQIDAkgICr7w5CBAgQIAAgV4JCLxqNa49q7Crps/Z/n6SdUne1+oUxQQIECBAgAABAgQIECBAgMDdBJr+i/g02TwQaZr6ziZAgAABAgQIECBAgAABAgQIdEdgjyTn1dq5K8ljkly3TIsl4Oq1te+XAKxjlqnfIcnHa9+/M8kjk9zcHQadECBAgAABAgQIECBAgACBTgr4fEcnx6IpAgQIECBAgAABAgQIECBAgAABAgQIECBAgAABAgQIECBAgAABAgQIECBAgAABAgQIzL2AwKu5fwsAIECAAAEC/RIQeNV4XkclWd+4Ovlikr2SXNVijVICBAgQIECAAAECBAgQIEBgEQGBV94WBAgQIECAAAECBAgQIECAAAECfRIoHxp5fK3h9yTZfZkLHJnkuNr3X5fk1cvUfyTJs2rfPyvJvn0C0isBAgQIECBAgAABAgQIEJiSgMCrKcE7lgABAgQIECBAgAABAgQIECBAgAABAgQIECBAgAABAgQIECBAgAABAgQIECBAgAABAgSWFRB45Q1CgAABAgQI9EpA4FWjcb2z5XOBLk6yLsl3Gu2uiAABAgQIECBAgAABAgQIEFhWQOCVNwgBAgQIECBAgAABAgQIECBAgECfBHZOcuFQw9skuWaJSxye5PW1752Q5A+WqH1iks/UvndXFa711T4B6ZUAAQIECBAgQIAAAQIECExJQODVlOAdS4AAAQIECBAgQIAAAQIECBAgQIAAAQIECBAgQIAAAQIECBAgQIAAAQIECBAgQIAAAQLLCgi88gYhQIAAAQIEeiUg8GrZcT08yYYkT2sx1FOSHNSiXikBAgQIECBAgAABAgQIECCwgoDAK28RAgQIECBAgAABAgQIECBAgACBvglcmeSXak1/KMlzl7jEoUneVPveSUnK1xZ7XZBkl9o33pNk977h6JcAAQIECBAgQIAAAQIECExJQODVlOAdS4AAAQIECBAgQIAAAQIECBAgQIAAAQIECBAgQIAAAQIECBAgQIAAAQIECBAgQIAAAQLLCgi88gYhQIAAAQIEeiUg8GrJcW1fhV09qsVAD0tyYot6pQQIECBAgAABAgQIEHTO6EcAACAASURBVCBAgEADAYFXDZCUECBAgAABAgQIECBAgAABAgQIdErgGUk+OtTRkwahV3+3SJevTPKW2tffmqR8bfi1VZLPJan/fdn/TfKFTt1cMwQIECBAgAABAgQIECBAoLsCAq+6OxudESBAgAABAgQIECBAgAABAgQIECBAgAABAgQIECBAgAABAgQIECBAgAABAgQIECBAYJ4FBF7N8/TdnQABAgQI9FBA4NWiQ1uX5JwW47w9SVlzQYs1SgkQIECAAAECBAgQIECAAIGGAgKvGkIpI0CAAAECBAgQIECAAAECBAgQ6JTAZUmeWuvok0l+ZZEOfzvJ22tfPzXJKxape3eSF9e+fnGS53XqxpohQIAAAQIECBAgQIAAAQLdFhB41e356I4AAQIECBAgQIAAAQIECBAgQIAAAQIECBAgQIAAAQIECBAgQIAAAQIECBAgQIAAAQLzKiDwal4n794ECBAgQKCnAgKv7jG4YwZf+cMW4/x8FXb12RZrlBIgQIAAAQIECBAgQIAAAQItBARetcBSSoAAAQIECBAgQIAAAQIECBAg0BmBX0py5VA3Oya5ZOhrv5XkHbWvnZFk/6GaLZJcl2Sj2te3TXJVZ26rEQIECBAgQIAAAQIECBAg0H0BgVfdn5EOCRAgQIAAAQIECBAgQIAAAQIECBAgQIAAAQIECBAgQIAAAQIECBAgQIAAAQIECBAgMI8CAq/mceruTIAAAQIEeiwg8Opuw3tXkpe0GOcHqrCr77VYo5QAAQIECBAgQIAAAQIECBBoKSDwqiWYcgIECBAgQIAAAQIECBAgQIAAgc4IXDwIvXpOrZtrkmwz1N0+Sf5f7WtnJdl3qKaEYO1X+9rHkzytM7fUCAECBAgQIECAAAECBAgQ6IeAwKt+zEmXBAgQIECAAAECBAgQIECAAAECBAgQIECAAAECBAgQIECAAAECBAgQIECAAAECBAgQmDcBgVfzNnH3JUCAAAECPRcQePWjAT4yyYYkv9JinCcnObhFvVICBAgQIECAAAECBAgQIEBglQICr1YJZxkBAgQIECBAgAABAgQIECBAgMDUBX4+ydVDXbwwyZ/VvrYuyTm1/14+xLJ37b9vPgjA+nqSTWpfe2aSS6d+Ow0QIECAAAECBAgQIECAAIF+CQi86te8dEuAAAECBAgQIECAAAECBAgQIECAAAECBAgQIECAAAECBAgQIECAAAECBAgQIECAAIF5ERB4NS+Tdk8CBAgQIDAjAgKvskMVdvWIFiM9JMmbW9QrJUCAAAECBAgQIECAAAECBNYgIPBqDXiWEiBAgAABAgQIECBAgAABAgQITF3gvUl2rXXxpSRbJbmr+toeSc4b6rL+d2JvSfLK2vevSrLt1G+lAQIECBAgQIAAAQIECBAg0D8BgVf9m5mOCRAgQIAAAQIECBAgQIAAAQIECBAgQIAAAQIECBAgQIAAAQIECBAgQIAAAQIECBAgMA8CAq/mYcruSIAAAQIEZkhgzgOvXprkrBbjvC3JuiQXtVijlAABAgQIECBAgAABAgQIEFijgMCrNQJaToAAAQIECBAgQIAAAQIECBAgMFWBxyf5QpKNal3snWRD9d93S/KeoQ4X/k7sp5N8PclP1r6/iw+vTHWeDidAgAABAgQIECBAgACB/goIvOrv7HROgAABAgQIECBAgAABAgQIECBAgAABAgQIECBAgAABAgQIECBAgAABAgQIECBAgACBWRYQeDXL03U3AgQIECAwgwJzHHj12iRHtxjpNVXYVfmnFwECBAgQIECAAAECBAgQIDBBAYFXE8R2FAECBAgQIECAAAECBAgQIECAwFgEzk5SQq4WXjcmeVSS/0zyG0n+bOjUhb8TOz7JEbXvleCsrZMMP6B7LE3blAABAgQIECBAgAABAgQIzJiAwKsZG6jrECBAgAABAgQIECBAgAABAgQIECBAgAABAgQIECBAgAABAgQIECBAgAABAgQIECBAYEYEBF7NyCBdgwABAgQIzIvAnAZenVOFVzUd80VV/W1NF6gjQIAAAQIECBAgQIAAAQIERicg8Gp0lnYiQIAAAQIECBAgQIAAAQIECBCYjsDPJvlako1rx78iyalJnpfkA0Ntlb8Tu1+Sm6t/Lnx7zyTnTecKTiVAgAABAgQIECBAgAABAr0XEHjV+xG6AAECBAgQIECAAAECBAgQIECAAAECBAgQIECAAAECBAgQIECAAAECBAgQIECAAAECBGZSQODVTI7VpQgQIECAwOwKzFng1aOSbEiyfYuJvjnJIS3qlRIgQIAAAQIECBAgQIAAAQIjFhB4NWJQ2xEgQIAAAQIECBAgQIAAAQIECExFoIRbHVA7+Z+TlA+z/GqSDw91VP5O7DVJjq19/YYkj05y11S6dygBAgQIECBAgAABAgQIEOi/gMCr/s/QDQgQIECAAAECBAgQIECAAAECBAgQIECAAAECBAgQIECAAAECBAgQIECAAAECBAgQIDCLAgKvZnGq7kSAAAECBGZYYI4Cr55WhV09vMU4D05ycot6pQQIECBAgAABAgQIECBAgMAYBARejQHVlgQIECBAgAABAgQIECBAgAABAhMXeGiSryXZtHby7yf5bJKPDnVznyQ3Jfmp2tf3T3LGxLt2IAECBAgQIECAAAECBAgQmB0BgVezM0s3IUCAAAECBAgQIECAAAECBAgQIECAAAECBAgQIECAAAECBAgQIECAAAECBAgQIECAwCwJCLyapWm6CwECBAgQmAOBOQm82jfJO1uM83tJ1iX5QIs1SgkQIECAAAECBAgQIECAAIExCQi8GhOsbQkQIECAAAECBAgQIECAAAECBCYu8MYkh9VOvTXJXkk+PNRJqXlT7Ws3J3lUkh9OvGMHEiBAgAABAgQIECBAgACB2REQeDU7s3QTAgQIECBAgAABAgQIECBAgAABAgQIECBAgAABAgQIECBAgAABAgQIECBAgAABAgQIzJKAwKtZmqa7ECBAgACBORCYg8Cr9UmOajHKz1ZhV59vsUYpAQIECBAgQIAAAQIECBAgMEYBgVdjxLU1AQIECBAgQIAAAQIECBAgQIDARAUenOSGJPetnXrW4Gv7DHXx7SQ/XfvaIUnePNFOHUaAAAECBAgQIECAAAECBGZPQODV7M3UjQgQIECAAAECBAgQIECAAAECBAgQIECAAAECBAgQIECAAAECBAgQIECAAAECBAgQIDALAgKvZmGK7kCAAAECBOZIYIYDr8qzsDck2bPFOC+owq5ub7FGKQECBAgQIECAAAECBAgQIDBmAYFXYwa2PQECBAgQIECAAAECBAgQIECAwEQFjk3ymtqJdyT5yWU6+G6ShyUpdV4ECBAgQIAAAQIECBAgQIDA6gUEXq3ezkoCBAgQIECAAAECBAgQIECAAAECBAgQIECAAAECBAgQIECAAAECBAgQIECAAAECBAgQGJ+AwKvx2dqZAAECBAgQGIPAjAZePboKu9quBdmJSQ5rUa+UAAECBAgQIECAAAECBAgQmJCAwKsJQTuGAAECBAgQIECAAAECBAgQIEBgIgIPSHJDkvLPJq+jkhzXpFANAQIECBAgQIAAAQIECBAgsKyAwCtvEAIECBAgQIAAAQIECBAgQIAAAQIECBAgQIAAAQIECBAgQIAAAQIECBAgQIAAAQIECBDoooDAqy5ORU8ECBAgQIDAkgIzGHj19CrsavMWYz8oySkt6pUSIECAAAECBAgQIECAAAECExQQeDVBbEcRIECAAAECBAgQIECAAAECBAhMROCIJMc3OOnfkpQPwZR/ehEgQIAAAQIECBAgQIAAAQJrExB4tTY/qwkQIECAAAECBAgQIECAAAECBAgQIECAAAECBAgQIECAAAECBAgQIECAAAECBAgQIEBgPAICr8bjalcCBAgQIEBgTAIzFni1X5IzWlB9J8m6JBe3WKOUAAECBAgQIECAAAECBAgQmLCAwKsJgzuOAAECBAgQIECAAAECBAgQIEBg7AKbJrkxyYNXOOl1SV499m4cQIAAAQIECBAgQIAAAQIE5kNA4NV8zNktCRAgQIAAAQIECBAgQIAAAQIECBAgQIAAAQIECBAgQIAAAQIECBAgQIAAAQIECBAg0DcBgVd9m5h+CRAgQIDAnAvMUODVcUmObDHOq6qwq39osUYpAQIECBAgQIAAAQIECBAgMAUBgVdTQHckAQIECBAgQIAAAQIECBAgQIDA2AUOSnLyMqd8P8kjknx77J04gAABAgQIECBAgAABAgQIzIeAwKv5mLNbEiBAgAABAgQIECBAgAABAgQIECBAgAABAgQIECBAgAABAgQIECBAgAABAgQIECBAoG8CAq/6NjH9EiBAgACBOReYgcCrjZNsSLJHi1G+vwq7uqPFGqUECBAgQIAAAQIECBAgQIDAlAQEXk0J3rEECBAgQIAAAQIECBAgQIAAAQJjFbhXkuuS/OwSp5QwrIPH2oHNCRAgQIAAAQIECBAgQIDAfAkIvJqvebstAQIECBAgQIAAAQIECBAgQIAAAQIECBAgQIAAAQIECBAgQIAAAQIECBAgQIAAAQIE+iIg8Kovk9InAQIECBAg8COBngdebVmFXT2lxTjfmOT3W9QrJUCAAAECBAgQIECAAAECBKYsIPBqygNwPAECBAgQIECAAAECBAgQIECAwNgE9ktyxiK735nkkUluHtvJNiZAgAABAgQIECBAgAABAvMnIPBq/mbuxgQIECBAgAABAgQIECBAgAABAgQIECBAgAABAgQIECBAgAABAgQIECBAgAABAgQIEOiDgMCrPkxJjwQIECBAgMCPBXocePXMKuzqoS3GeWCSt7eoV0qAAAECBAgQIECAAAECBAh0QEDgVQeGoAUCBAgQIECAAAECBAgQIECAAIGxCXw1yZZDu5+Z5LfGdqKNCRAgQIAAAQIECBAgQIDAfAoIvJrPubs1AQIECBAgQIAAAQIECBAgQIAAAQIECBAgQIAAAQIECBAgQIAAAQIECBAgQIAAAQIEui4g8KrrE9IfAQIECBAgcDeBngZe7Z/k9BajvDXJuiQfbrFGKQECBAgQIECAAAECBAgQINARAYFXHRmENggQIECAAAECBAgQIECAAAECBMYi8KIkfzK082OS/ONYTrMpAQIECBAgQIAAAQIECBCYXwGBV/M7ezcnQIAAAQIECBAgQIAAAQIECBAgQIAAAQIECBAgQIAAAQIECBAgQIAAAQIECBAgQIBAlwUEXnV5OnojQIAAAQIE7iHQw8Cr45Mc0WKUn67Crr7UYo1SAgQIECBAgAABAgQIECBAoEMCAq86NAytECBAgAABAgQIECBAgAABAgQIjEXgi0keX+18fpI9xnKKTQkQIECAAAECBAgQIECAwHwLCLya7/m7PQECBAgQIECAAAECBAgQIECAAAECBAgQIECAAAECBAgQIECAAAECBAgQIECAAAECBLoqIPCqq5PRFwECBAgQILCoQI8Cr+6VZEOS3VuM8r1V2NUPWqxRSoAAAQIECBAgQIAAAQIECHRMQOBVxwaiHQIECBAgQIAAAQIECBAgQIAAgZEL7JzkwiTlg8hbJ/nCyE+wIQECBAgQIECAAAECBAgQICDwynuAAAECBAgQIECAAAECBAgQIECAAAECBAgQIECAAAECBAgQIECAAAECBAgQIECAAAECBLooIPCqi1PREwECBAgQILCkQE8Crx5bhV09qcUoT0jyBy3qlRIgQIAAAQIECBAgQIAAAQIdFRB41dHBaIsAAQIECBAgQIAAAQIECBAgQGCkAlcnuSHJTiPd1WYECBAgQIAAAQIECBAgQIDAgoDAK+8FAgQIECBAgAABAgQIECBAgAABAgQIECBAgAABAgQIECBAgAABAgQIECBAgAABAgQIEOiigMCrLk5FTwQIECBAgMCSAj0IvNqxCrt6SIsxHpDk9Bb1SgkQIECAAAECBAgQIECAAIEOCwi86vBwtEaAAAECBAgQIECAAAECBAgQIDAygWcm+V6SK0e2o40IECBAgAABAgQIECBAgACBuoDAK+8HAgQIECBAgAABAgQIECBAgAABAgQIECBAgAABAgQIECBAgAABAgQIECBAgAABAgQIEOiigMCrLk5FTwQIECBAgMCSAh0PvCrBVae2GN83k6xLckmLNUoJECBAgAABAgQIECBAgACBjgsIvOr4gLRHgAABAgQIECBAgAABAgQIECBAgAABAgQIECBAgAABAgQIEOiBgMCrHgxJiwQIECBAgAABAgQIECBAgAABAgQIECBAgAABAgQIECBAgAABAgQIECBAgAABAgQIEJhDAYFXczh0VyZAgAABAn0W6HDg1euTHN7C9ooq7OqrLdYoJUCAAAECBAgQIECAAAECBHogIPCqB0PSIgECBAgQIECAAAECBAgQIECAAAECBAgQIECAAAECBAgQIECg4wICrzo+IO0RIECAAAECBAgQIECAAAECBAgQIECAAAECBAgQIECAAAECBAgQIECAAAECBAgQIEBgTgUEXs3p4F2bAAECBAj0VaCDgVf3TrIhyW4tTM+vwq7ubLFGKQECBAgQIECAAAECBAgQINATAYFXPRmUNgkQIECAAAECBAgQIECAAAECBAgQIECAAAECBAgQIECAAAECHRYQeNXh4WiNAAECBAgQIECAAAECBAgQIECAAAECBAgQIECAAAECBAgQIECAAAECBAgQIECAAAECcywg8GqOh+/qBAgQIECgjwIdC7x6fJJzk2zbwvL4JEe2qFdKgAABAgQIECBAgAABAgQI9ExA4FXPBqZdAgQIECBAgAABAgQIECBAgAABAgQIECBAgAABAgQIECBAgEAHBQRedXAoWiJAgAABAgQIECBAgAABAgQIECBAgAABAgQIECBAgAABAgQIECBAgAABAgQIECBAgACBCLzyJiBAgAABAgR6JdChwKvnJLm4Jd7+Sc5ouUY5AQIECBAgQIAAAQIECBAg0DMBgVc9G5h2CRAgQIAAAQIECBAgQIAAAQIECBAgQIAAAQIECBAgQIAAAQIdFBB41cGhaIkAAQIECBAgQIAAAQIECBAgQIAAAQIECBAgQIAAAQIECBAgQIAAAQIECBAgQIAAAQIEBF55DxAgQIAAAQL9EuhI4NWBSU5pIXdLknVJLm2xRikBAgQIECBAgAABAgQIECDQUwGBVz0dnLYJECBAgAABAgQIECBAgAABAgQIECBAgAABAgQIECBAgAABAh0SEHjVoWFohQABAgQIECBAgAABAgQIECBAgAABAgQIECBAgAABAgQIECBAgAABAgQIECBAgAABAgR+LHC3z7v/138Nf/ydFAECBAgQIECgWwIdCLx6Y5LDWqh8qgq7urbFGqUECBAgQIAAAQIECBAgQIBAjwUEXvV4eFonQIAAAQIECBAgQIAAAQIECBAgQIAAAQIECBAgQIAAAQIECHREQOBVRwahDQIECBAgQIAAAQIECBAgQIAAAQIECBAgQIAAAQIECBAgQIAAAQIECBAgQIAAAQIECBC4m4DAK28IAgQIECBAoFcCUwy8uk+SDUle0ALsvCrs6q4Wa5QSIECAAAECBAgQIECAAAECPRcQeNXzAWqfAAECBAgQIECAAAECBAgQIECAAAECBAgQIECAAAECBAgQINABAYFXHRiCFggQIECAAAECBAgQIECAAAECBAgQIECAAAECBAgQIECAAAECBAgQIECAAAECBAgQIEDgHgICr7wpCBAgQIAAgV4JTCnwaqsq7OoJLbCOS3JUi3qlBAgQIECAAAECBAgQIECAwIwICLyakUG6BgECBAgQIECAAAECBAgQIECAAAECBAgQIECAAAECBAgQIEBgigICr6aI72gCBAgQIECAAAECBAgQIECAAAECBAgQIECAAAECBAgQIECAAAECBAgQIECAAAECBAgQWFJA4JU3BwECBAgQINArgSkEXj0vyQdaIu2X5J0t1ygnQIAAAQIECBAgQIAAAQIEZkRA4NWMDNI1CBAgQIAAAQIECBAgQIAAAQIECBAgQIAAAQIECBAgQIAAAQJTFBB4NUV8RxMgQIAAAQIECBAgQIAAAQIECBAgQIAAAQIECBAgQIAAAQIECBAgQIAAAQIECBAgQIDAkgICr7w5CBAgQIAAgV4JTDjw6qAkJ7cAuinJuiR/2WKNUgIECBAgQIAAAQIECBAgQGDGBARezdhAXYcAAQIECBAgQIAAAQIECBAgQIAAAQIECBAgQIAAAQIECBAgMAUBgVdTQHckAQIECBAgQIAAAQIECBAgQIAAAQIECBAgQIAAAQIECBAgQIAAAQIECBAgQIAAAQIECKwoIPBqRSIFBAgQIECAQJcEJhh4dWKSQ1rc/fIq7Or6FmuUEiBAgAABAgQIECBAgAABAjMoIPBqBofqSgQIECBAgAABAgQIECBAgAABAgQIECBAgAABAgQIECBAgACBCQsIvJowuOMIECBAgAABAgQIECBAgAABAgQIECBAgAABAgQIECBAgAABAgQIECBAgAABAgQIECBAoJGAwKtGTIoIECBAgACBrghMIPDqfkk2JNmlxZ3PrcKuWixRSoAAAQIECBAgQIAAAQIECMyqgMCrWZ2sexEgQIAAAQIECBAgQIAAAQIECBAgQIAAAQIECBAgQIAAAQIEJicg8Gpy1k4iQIAAAQIECBAgQIAAAQIECBAgQIAAAQIECBAgQIAAAQIECBAgQIAAAQIECBAgQIAAgeYCAq+aW6kkQIAAAQIEOiAw5sCrrZNc0/Ka65Mc3XKNcgIECBAgQIAAAQIECBAgQGCGBQRezfBwXY0AAQIECBAgQIAAAQIECBAgQIAAAQIECBAgQIAAAQIECBAgMCEBgVcTgnYMAQIECBAgQIAAAQIECBAgQIAAAQIECBAgQIAAAQIECBAgQIAAAQIECBAgQIAAAQIECLQSEHjViksxAQIECBAgMG2BMQZe7ZTkopb32zfJWS3XKCdAgAABAgQIECBAgAABAgRmXEDg1YwP2PUIECBAgAABAgQIECBAgAABAgQIECBAgAABAgQIECBAgAABAhMQEHg1AWRHECBAgAABAgQIECBAgAABAgQIECBAgAABAgQIECBAgAABAgQIECBAgAABAgQIECBAgEBrAYFXrcksIECAAAECBKYpMKbAq4OTvLnlvZ6W5OMt1ygnQIAAAQIECBAgQIAAAQIE5kBA4NUcDNkVCRAgQIAAAQIECBAgQIAAAQIECBAgQIAAAQIECBAgQIAAAQJjFhB4NWZg2xMgQIAAAQIECBAgQIAAAQIECBAgQIAAAQIECBAgQIAAAQIECBAgQIAAAQIECBAgQIDAqgQEXq2KzSICBAgQIEBgWgJjCLwqQVcl8Krp65NJ1iW5oekCdQQIECBAgAABAgQIECBAgMB8CQi8mq95uy0BAgQIECBAgAABAgQIECBAgAABAgQIECBAgAABAgQIECBAYBwCAq/GoWpPAgQIECBAgAABAgQIECBAgAABAgQIECBAgAABAgQIECBAgAABAgQIECBAgAABAgQIEFirgMCrtQpaT4AAAQIECExUYISBV/dPsiHJTi0ucE6Sl7SoV0qAAAECBAgQIECAAAECBAjMoYDAqzkcuisTIECAAAECBAgQIECAAAECBAgQIECAAAECBAgQIECAAAECBEYsIPBqxKC2I0CAAAECBAgQIECAAAECBAgQIECAAAECBAgQIECAAAECBAgQIECAAAECBAgQIECAAIGRCAi8GgmjTQgQIECAAIFJCYwo8GqbJJ9t2fNrB/V/2HKNcgIECBAgQIAAAQIECBAgQGAOBQRezeHQXZkAAQIECBAgQIAAAQIEZlJg+IHCM3lJlyJAgACBsQv04e+Mx47gAAIECBAgQIAAAQIEViUg8GpVbBYRIECAAAECBAgQIECAAAECBAgQIECAAAECBAgQIECAAAECBAgQIECAAAECBAgQIECAwJgFBF6NGdj2BAgQIECAwGgFRhB4tUuSC1p29dIkZ7dco5wAAQIECBAgQIAAAQIECBCYU4E+PLzUA5Hm9M3p2gQIECBAgAABAgQIECDQSkDgVSsuxQQIECCwhEAf/s7Y8AgQIECAAAECBAgQ6KaAz3d0cy66IkCAAAECBAgQIECAAAECBAgQIECAAAECBAgQIECAAAECBAgQIECAAAECBAgQIECAwLwLCLya93eA+xMgQIAAgZ4JrDHw6pAkJ7a88g5JLmu5RjkBAgQIECBAgAABAgQIECAwxwJ9eHipByLN8RvU1QkQIECAAAECBAgQIECgsYDAq8ZUCgkQIEBgGYE+/J2xARIgQIAAAQIECBAg0E0Bn+/o5lx0RYAAAQIECBAgQIAAAQIECBAgQIAAAQIECBAgQIAAAQIECBAgQIAAAQIECBAgQIAAgXkXEHg17+8A9ydAgAABAj0TWEPg1clJDmpx3U8kWZfkGy3WKCVAgAABAgQIECBAgAABAgQIpA8PL/VAJG9UAgQIECBAgAABAgQIECCwsoDAq5WNVBAgQIDAygJ9+DvjlW+hggABAgQIECBAgACBaQj4fMc01J1JgAABAgQIECBAgAABAgQIECBAgAABAgQIECBAgAABAgQIECBAgAABAgQIECBAgAABAisJCLxaScj3CRAgQIAAgU4JrCLw6qeSfKflJd6VZJ+Wa5QTIECAAAECBAgQIECAAAECBH4k0IeHl3ogkjcrAQIECBAgQIAAAQIECBBYWcAHLFc2UkGAAAECQwKr+IAbQwIECBAgQIAAAQIECCwl4PMd3hsECBAgQIAAAQIECBAgQIAAAQIECBAgQIAAAQIECBAgQIAAAQIECBAgQIAAAQIECBAg0EUBz2Po4lT0RIAAAQIECCwp0PJ5IE9IclVLuGqM2QAAIABJREFUzmOSHNtyjXICBAgQIECAAAECBAgQIECAwI8FBF55MxAgQIAAAQIECBAgQIAAgdkQ8AHL2ZijWxAgQGCiAi0/4DbR3hxGgAABAgQIECBAgEDvBARe9W5kGiZAgAABAgQIECBAgAABAgQIECBAgAABAgQIECBAgAABAgQIECBAgAABAgQIECBAgMBcCHgew1yM2SUJECBAgMDsCLR4HsgLkry/5c33TrKh5RrlBAgQIECAAAECBAgQIECAAIG7CQi88oYgQIAAAQIECBAgQIAAAQKzIeADlrMxR7cgQIDARAVafMBton05jAABAgQIECBAgACBXgoIvOrl2DRNgAABAgQIECBAgAABAgQIECBAgAABAgQIECBAgAABAgQIECBAgAABAgQIECBAgACBmRfwPIaZH7ELEiBAgACB2RJo+DyQw5K8seXNt09yecs1ygkQIECAAAECBAgQIECAAAEC9xAQeOVNQYAAAQIECBAgQIAAAQIEZkPAByxnY45uQYAAgYkKNPyA20R7chgBAgQIECBAgAABAr0VEHjV29FpnAABAgQIECBAgAABAgQIECBAgAABAgQIECBAgAABAgQIECBAgAABAgQIECBAgAABAjMt4HkMMz1elyNAgAABArMn0OB5IKckObDlzR+e5KaWa5QTIECAAAECBAgQIECAAAECBBYVEHjljUGAAAECBAgQIECAAAECBGZDwAcsZ2OObkGAAIGJCjT4gNtE+3EYAQIECBAgQIAAAQK9FhB41evxaZ4AAQIECBAgQIAAAQIECBAgQIAAAQIECBAgQIAAAQIECBAgQIAAAQIECBAgQIAAAQIzK+B5DDM7WhcjQIAAAQKzKbDM80AelOTWlrd+Z5L9Wq5RToAAAQIECBAgQIAAAQIECBBYVkDglTcIAQIECBAgQIAAAQIECBCYDQEfsJyNOboFAQIEJiog8Gqi3A4jQIAAAQIECBAgMOsCAq9mfcLuR4AAAQIECBAgQIAAAQIECBAgQIAAAQIECBAgQIAAAQIECBAgQIAAAQIECBAgQIAAgX4KeB5DP+emawIECBAgMLcCSzwPZNskn26JclSS41quUU6AAAECBAgQIECAAAECBAgQWFFA4NWKRAoIECBAgAABAgQIECBAgEAvBHzAshdj0iQBAgS6JSDwqlvz0A0BAgQIECBAgACBngsIvOr5ALVPgAABAgQIECBAgAABAgQIECBAgAABAgQIECBAgAABAgQIECBAgAABAgQIECBAgACBGRXwPIYZHaxrESBAgACBWRVY5HkguyV5b8v77pnkvJZrlBMgQIAAAQIECBAgQIAAAQIEGgkIvGrEpIgAAQIECBAgQIAAAQIECHRewAcsOz8iDRIgQKB7AgKvujcTHREgQIAAAQIECBDosYDAqx4PT+sECBAgQIAAAQIECBAgQIAAAQIECBAgQIAAAQIECBAgQIAAAQIECBAgQIAAAQIECBCYYQHPY5jh4boaAQIECBCYRYFFngfS9prbJflU20XqCRAgQIAAAQIECBAgQIAAAQJNBQReNZVSR4AAAQIECBAgQIAAAQIEui3gA5bdno/uCBAg0EkBgVedHIumCBAgQIAAAQIECPRVQOBVXyenbwIECBAgQIAAAQIECBAgQIAAAQIECBAgQIAAAQIECBAgQIAAAQIECBAgQIAAAQIECMy2gOcxzPZ83Y4AAQIECMycwBoDrzZPcsvMobgQAQIECBAgQIAAAQIECBAg0CkBgVedGodmCBAgQIAAAQIECBAgQIDAqgV8wHLVdBYSIEBgfgUEXs3v7N2cAAECBAgQIECAwBgEBF6NAdWWBAgQIECAAAECBAgQIECAAAECBAgQIECAAAECBAgQIECAAAECBAgQIECAAAECBAgQILBmAc9jWDOhDQgQIECAAIFJCqwh8KoPz5qeJKWzCBAgQIAAAQIECBAgQIAAgTEJ9OEvITwQaUzDty0BAgQIECBAgAABAgQIzJSAD1jO1DhdhgABApMREHg1GWenECBAgAABAgQIEJgTAZ/vmJNBuyYBAgQIECBAgAABAgQIECBAgAABAgQIECBAgAABAgQIECBAgAABAgQIECBAgAABAgR6JuB5DD0bmHYJECBAgMA8C1x55ZV58pOf3JbgyCTHt12kngABAgQIECBAgAABAgQIECCwWgGBV6uVs44AAQIECBAgQIAAAQIECHRLwAcsuzUP3RAgQKAXAgKvejEmTRIgQIAAAQIECBDoi4DAq75MSp8ECBAgQIAAAQIECBD4/+zdC5BldX0v+m8hgoSCHBhRUa9DTCVziReRJFxQVFARiAQQhIgMA3p5DBnkeMZJOCPPKCoINeADlBEwMg8FFckQvAgmMT7wMCJRJMrRc24OnEouAgFvnCIIh8fd/2Z3s2ezu3t39+q999r7s6oopfu//o/Pb2mtmvn/15cAAQIECBAgQIAAAQIECBAgQIAAAQIECBAgQIAAAQIECBAgQGC0BHyPYbTqbbUECBAgQKDWAnfddVde/epXz2QN70pyzUxu0JYAAQIECBAgQIAAAQIECBAgMFcBgVdzFXQ/AQIECBAgQIAAAQIECBAYDAEbLAejDmZBgACBWgkIvKpVuUyWAAECBAgQIECAwKALCLwa9AqZHwECBAgQIECAAAECBAgQIECAAAECBAgQIECAAAECBAgQIECAAAECBAgQIECAAAECBEZTwPcYRrPuVk2AAAECBGor0OF7IJOtZe8kG2u7UBMnQIAAAQIECBAgQIAAAQIEaisg8Kq2pTNxAgQIECBAgAABAgQIECCwmYANlh4IAgQIEJixgMCrGZO5gQABAgQIECBAgACByQUEXnk6CBAgQIAAAQIECBAgQIAAAQIECBAgQIAAAQIECBAgQIAAAQIECBAgQIAAAQIECBAgQGAQBXyPYRCrYk4ECBAgQIDApAJdBl69OMkDGAkQIECAAAECBAgQIECAAAEC/RAQeNUPdWMSIECAAAECBAgQIECAAIHqBWywrN5UjwQIEBh6AYFXQ19iCyRAgAABAgQIECDQSwGBV73UNhYBAgQIECBAgAABAgQIECBAgAABAgQIECBAgAABAgQIECBAgAABAgQIECBAgAABAgQIdCvgewzdSmlHgAABAgQIDIRAF4FXdfim9EBYmgQBAgQIECBAgAABAgQIECAwPwJ1+MMJH0San9rrlQABAgQIECBAgAABAgSGS8AGy+Gqp9UQIECgJwICr3rCbBACBAgQIECAAAECoyJgf8eoVNo6CRAgQIAAAQIECBAgQIAAAQIECBAgQIAAAQIECBAgQIAAAQIECBAgQIAAAQIECBAgUC8B32OoV73MlgABAgQIjLzAFIFXK5N8bOSBABAgQIAAAQIECBAgQIAAAQJ9FxB41fcSmAABAgQIECBAgAABAgQIEKhEwAbLShh1QoAAgdESEHg1WvW2WgIECBAgQIAAAQLzLCDwap6BdU+AAAECBAgQIECAAAECBAgQIECAAAECBAgQIECAAAECBAgQIECAAAECBAgQIECAAAECsxLwPYZZsbmJAAECBAgQ6JdAh++B3JXkw0m+1K85GZcAAQIECBAgQIAAAQIECBAg0Cog8MrzQIAAAQIECBAgQIAAAQIEhkPABsvhqKNVECBAoKcCAq96ym0wAgQIECBAgAABAsMuIPBq2CtsfQQIECBAgAABAgQIECBAgAABAgQIECBAgAABAgQIECBAgAABAgQIECBAgAABAgQIEKingO8x1LNuZk2AAAECBEZWoMP3QF6a5L6RBbFwAgQIECBAgAABAgQIECBAYOAEBF4NXElMiAABAgQIECBAgAABAgQIzErABstZsbmJAAECoy0g8Gq062/1BAgQIECAAAECBCoWEHhVMajuCBAgQIAAAQIECBAgQIAAAQIECBAgQIAAAQIECBAgQIAAAQIECBAgQIAAAQIECBAgQKASAd9jqIRRJwQIECBAgECvBHwPpFfSxiFAgAABAgQIECBAgAABAgRmKyDwarZy7iNAgAABAgQIECBAgAABAoMlYIPlYNXDbAgQIFALARvcalEmkyRAgAABAgQIECBQFwGBV3WplHkSIECAAAECBAgQIECAAAECBAgQIECAAAECBAgQIECAAAECBAgQIECAAAECBAgQIEBgtAR8j2G06m21BAgQIECg9gK+B1L7EloAAQIECBAgQIAAAQIECBAYegGBV0NfYgskQIAAAQIECBAgQIAAgRERsMFyRAptmQQIEKhSwAa3KjX1RYAAAQIECBAgQGDkBQRejfwjAIAAAQIECBAgQIAAAQIECBAgQIAAAQIECBAgQIAAAQIECBAgQIAAAQIECBAgQIAAAQIDKeB7DANZFpMiQIAAAQIEJhPwPRDPBgECBAgQIECAAAECBAgQIDDoAgKvBr1C5keAAAECBAgQIECAAAECBLoTsMGyOyetCBAgQKBFwAY3jwMBAgQIECBAgAABAhUKCLyqEFNXBAgQIECAAAECBAgQIECAAAECBAgQIECAAAECBAgQIECAAAECBAgQIECAAAECBAgQIFCZgO8xVEapIwIECBAgQKAXAr4H0gtlYxAgQIAAAQIECBAgQIAAAQJzERB4NRc99xIgQIAAAQIECBAgQIAAgcERsMFycGphJgQIEKiNgA1utSmViRIgQIAAAQIECBCog4DAqzpUyRwJECBAgAABAgQIECBAgAABAgQIECBAgAABAgQIECBAgAABAgQIECBAgAABAgQIECAwegK+xzB6NbdiAgQIECBQawHfA6l1+UyeAAECBAgQIECAAAECBAiMhIDAq5Eos0USIECAAAECBAgQIECAwAgI2GA5AkW2RAIECFQtYINb1aL6I0CAAAECBAgQIDDSAgKvRrr8Fk+AAAECBAgQIECAAAECBAgQIECAAAECBAgQIECAAAECBAgQIECAAAECBAgQIECAAIGBFfA9hoEtjYkRIECAAAECnQR8D8RzQYAAAQIECBAgQIAAAQIECAy6gMCrQa+Q+REgQIAAAQIECBAgQIAAge4EbLDszkkrAgQIEGgRsMHN40CAAAECBAgQIECAQIUCAq8qxNQVAQIECBAgQIAAAQIECBAgQIAAAQIECBAgQIAAAQIECBAgQIAAAQIECBAgQIAAAQIECFQm4HsMlVHqiAABAgQIEOiFgO+B9ELZGAQIECBAgAABAgQIECBAgMBcBARezUXPvQQIECBAgAABAgQIECBAYHAEbLAcnFqYCQECBGojYINbbUplogQIECBAgAABAgTqICDwqg5VMkcCBAgQIECAAAECBAgQIECAAAECBAgQIECAAAECBAgQIECAAAECBAgQIECAAAECBAiMnoDvMYxeza2YAAECBAjUWsD3QGpdPpMnQIAAAQIECBAgQIAAAQIjISDwaiTKbJEECBAgQIAAAQIECBAgMAICNliOQJEtkQABAlUL2OBWtaj+CBAgQIAAAQIECIy0gMCrkS6/xRMgQIAAAQIECBAgQIAAAQIECBAgQIAAAQIECBAgQIAAAQIECBAgQIAAAQIECBAgQGBgBXyPYWBLY2IECBAgQIBAJwHfA/FcECBAgAABAgQIECBAgAABAoMuIPBq0CtkfgQIECBAgAABAgQIECBAoDsBGyy7c9KKAAECBFoEbHDzOBAgQIAAAQIECBAgUKGAwKsKMXVFgAABAgQIECBAgAABAgQIECBAgAABAgQIECBAgAABAgQIECBAgAABAgQIECBAgAABApUJ+B5DZZQ6IkCAAAECBHoh4HsgvVA2BgECBAgQIECAAAECBAgQIDAXAYFXc9FzLwECBAgQIECAAAECBAgQGBwBGywHpxZmQoAAgdoI2OBWm1KZKAECBAgQIECAAIE6CAi8qkOVzJEAAQIECBAgQIAAAQIECBAgQIAAAQIECBAgQIAAAQIECBAgQIAAAQIECBAgQIAAAQKjJ+B7DKNXcysmQIAAAQK1FvA9kFqXz+QJECBAgAABAgQIECBAgMBICAi8GokyWyQBAgQIECBAgAABAgQIjICADZYjUGRLJECAQNUCNrhVLao/AgQIECBAgAABAiMtIPBqpMtv8QQIECBAgAABAgQIECBAgAABAgQIECBAgAABAgQIECBAgAABAgQIECBAgAABAgQIEBhYAd9jGNjSmBgBAgQIECDQScD3QDwXBAgQIECAAAECBAgQIECAwKALCLwa9AqZHwECBAgQIECAAAECBAgQ6E7ABsvunLQiQIAAgRYBG9w8DgQIECBAgAABAgQIVCgg8KpCTF0RIECAAAECBAgQIECAAAECBAgQIECAAAECBAgQIECAAAECBAgQIECAAAECBAgQIECAQGUCvsdQGaWOCBAgQIAAgV4I+B5IL5SNQYAAAQIECBAgQIAAAQIECMxFQODVXPTcS4AAAQIECBAgQIAAAQIEBkfABsvBqYWZECBAoDYCNrjVplQmSoAAAQIECBAgQKAOAgKv6lAlcyRAgAABAgQIECBAgAABAgQIECBAgAABAgQIECBAgAABAgQIECBAgAABAgQIECBAgMDoCfgew+jV3IoJECBAgECtBXwPpNblM3kCBAgQIECAAAECBAgQIDASAgKvRqLMFkmAAAECBAgQIECAAAECIyBgg+UIFNkSCRAgULWADW5Vi+qPAAECBAgQIECAwEgLCLwa6fJbPAECBAgQIECAAAECBAgQIECAAAECBAgQIECAAAECBAgQIECAAAECBAgQIECAAAECBAZWwPcYBrY0JkaAAAECBAh0EvA9EM8FAQIECBAgQIAAAQIECBAgMOgCAq8GvULmR4AAAQIECBAgQIAAAQIEuhOwwbI7J60IECBAoEXABjePAwECBAgQIECAAAECFQoIvKoQU1cECBAgQIAAAQIECBAgQIAAAQIECBAgQIAAAQIECBAgQIAAAQIECBAgQIAAAQIECBAgUJmA7zFURqkjAgQIECBAoBcCvgfSC2VjECBAgAABAgQIECBAgAABAnMREHg1Fz33EiBAgAABAgQIECBAgACBwRGwwXJwamEmBAgQqI2ADW61KZWJEiBAgAABAgQIEKiDgMCrOlTJHAkQIECAAAECBAgQIECAAAECBAgQIECAAAECBAgQIECAAAECBAgQIECAAAECBAgQIDB6Ar7HMHo1t2ICBAgQIFBrAd8DqXX5TJ4AAQIECBAgQIAAAQIECIyEgMCrkSizRRIgQIAAAQIECBAgQIDACAjYYDkCRbZEAgQIVC1gg1vVovojQIAAAQIECBAgMNICAq9GuvwWT4AAAQIECBAgQIAAAQIECBAgQIAAAQIECBAgQIAAAQIECBAgQIAAAQIECBAgQIAAgYEV8D2GgS2NiREgQIAAAQKdBHwPxHNBgAABAgQIECBAgAABAgQIDLqAwKtBr5D5ESBAgAABAgQIECBAgACB7gRssOzOSSsCBAgQaBGwwc3jQIAAAQIECBAgQIBAhQICryrE1BUBAgQIECBAgAABAgQIECBAgAABAgQIECBAgAABAgQIECBAgAABAgQIECBAgAABAgQIVCbgewyVUeqIAAECBAgQ6IWA74H0QtkYBAgQIECAAAECBAgQIECAwFwEBF7NRc+9BAgQIECAAAECBAgQIEBgcARssBycWpgJAQIEaiNgg1ttSmWiBAgQIECAAAECBOogIPCqDlUyRwIECBAgQIAAAQIECBAgQIAAAQIECBAgQIAAAQIECBAgQIAAAQIECBAgQIAAAQIECIyegO8xjF7NrZgAAQIECNRawPdAal0+kydAgAABAgQIECBAgAABAiMhIPBqJMpskQQIECBAgAABAgQIECAwAgI2WI5AkS2RAAECVQvY4Fa1qP4IECBAgAABAgQIjLSAwKuRLr/FEyBAgAABAgQIECBAgAABAgQIECBAgAABAgQIECBAgAABAgQIECBAgAABAgQIECBAYGAFfI9hYEtjYgQIECBAgEAnAd8D8VwQIECAAAECBAgQIECAAAECgy4g8GrQK2R+BAgQIECAAAECBAgQIECgOwEbLLtz0ooAAQIEWgRscPM4ECBAgAABAgQIECBQoYDAqwoxdUWAAAECBAgQIECAAAECBAgQIECAAAECBAgQIECAAAECBAgQIECAAAECBAgQIECAAAEClQn4HkNllDoiQIAAAQIEeiHgeyC9UDYGAQIECBAgQIAAAQIECBAgMBcBgVdz0XMvAQIECBAgQIAAAQIECBAYHAEbLAenFmZCgACB2gjY4FabUpkoAQIECBAgQIAAgToICLyqQ5XMkQABAgQIECBAgAABAgQIECBAgAABAgQIECBAgAABAgQIECBAgAABAgQIECBAgAABAqMn4HsMo1dzKyZAgAABArUW8D2QWpfP5AkQIECAAAECBAgQIECAwEgICLwaiTJbJAECBAgQIECAAAECBAiMgIANliNQZEskQIBA1QI2uFUtqj8CBAgQIECAAAECIy0g8Gqky2/xBAgQIECAAAECBAgQIECAAAECBAgQIECAAAECBAgQIECAAAECBAgQIECAAAECBAgQGFgB32MY2NKYGAECBAgQINBJwPdAPBcECBAgQIAAAQIECBAgQIDAoAsIvBr0CpkfAQIECBAgQIAAAQIECBDoTsAGy+6ctCJAgACBFgEb3DwOBAgQIECAAAECBAhUKCDwqkJMXREgQIAAAQIECBAgQIAAAQIECBAgQIAAAQIECBAgQIAAAQIECBAgQIAAAQIECBAgQIBAZQK+x1AZpY4IECBAgACBXgj4HkgvlI1BgAABAgQIECBAgAABAgQIzEVA4NVc9NxLgAABAgQIECBAgAABAgQGR8AGy8GphZkQIECgNgI2uNWmVCZKgAABAgQIECBAoA4CAq/qUCVzJECAAAECBAgQIECAAAECBAgQIECAAAECBAgQIECAAAECBAgQIECAAAECBAgQIECAwOgJ+B7D6NXcigkQIECAQK0FfA+k1uUzeQIECBAgQIAAAQIECBAgMBICAq9GoswWSYAAAQIECBAgQIAAAQIjIGCD5QgU2RIJECBQtYANblWL6o8AAQIECBAgQIDASAsIvBrp8ls8AQIECBAgQIAAAQIECBAgQIAAAQIECBAgQIAAAQIECBAgQIAAAQIECBAgQIAAAQIEBlagfb/7wE7UxAgQIECAAAECkwjU4RvSikeAAAECBAgQIECAAAECBAiMkEAd/rDCB5FG6IG0VAIECBAgQIAAAQIECBCYtYDAq1nTuZEAAQKjKyDwanRrb+UECBAgQIAAAQIE5kHA/o55QNUlAQIECBAgQIAAAQIECBAgQIAAAQIECBAgQIAAAQIECBAgQIAAAQIECBAgQIAAAQIECMxZQODVnAl1QIAAAQIECPRZoA7fkO4zkeEJECBAgAABAgQIECBAgACBXgrU4Q8rfBCpl0+EsQgQIECAAAECBAgQIECgrgICr+paOfMmQIBAHwUEXvUR39AECBAgQIAAAQIEhk/A/o7hq6kVESBAgAABAgQIECBAgAABAgQIECBAgAABAgQIECBAgAABAgQIECBAgAABAgQIECBAYBgEBF4NQxWtgQABAgQIjLZAHb4hPdoVsnoCBAgQIECAAAECBAgQIDBiAnX4wwofRBqxh9JyCRAgQIAAAQIECBAgQGBWAgKvZsXmJgIECIy2gMCr0a6/1RMgQIAAAQIECBCoWMD+jopBdUeAAAECBAgQIECAAAECBAgQIECAAAECBAgQIECAAAECBAgQIECAAAECBAgQIECAAAEClQgIvKqEUScECBAgQIBAHwXq8A3pPvIYmgABAgQIECBAgAABAgQIEOi1QB3+sMIHkXr9VBiPAAECBAgQIECAAAECBOooIPCqjlUzZwIECPRZQOBVnwtgeAIECBAgQIAAAQLDJWB/x3DV02oIECBAgAABAgQIECBAgAABAgQIECBAgAABAgQIECBAgAABAgQIECBAgAABAgQIECAwLAL2uw9LJa2DAAECBAiMjoD3l9GptZUSIECAAAECBAgQIECAAIFaCgi8qmXZTJoAAQIECBAgQIAAAQIECDxHQOCVh4IAAQIEZiwg8GrGZG4gQIAAAQIECBAgQGByAQdoPB0ECBAgQIAAAQIECBAgQIAAAQIECBAgQIAAAQIECBAgQIAAAQIECBAgQIAAAQIECBAgMIgC9rsPYlXMiQABAgQIEJhKwPuL54MAAQIECBAgQIAAAQIECBAYaAGBVwNdHpMjQIAAAQIECBAgQIAAAQJdCwi86ppKQwIECBAYFxB45VkgQIAAAQIECBAgQKBCAQdoKsTUFQECBAgQIECAAAECBAgQIECAAAECBAgQIECAAAECBAgQIECAAAECBAgQIECAAAECBAhUJmC/e2WUOiJAgAABAgR6JOD9pUfQhiFAgAABAgQIECBAgAABAgRmJyDwanZu7iJAgAABAgQIECBAgAABAoMmIPBq0CpiPgQIEKiBgMCrGhTJFAkQIECAAAECBAjUR8ABmvrUykwJECBAgAABAgQIECBAgAABAgQIECBAgAABAgQIECBAgAABAgQIECBAgAABAgQIECAwSgL2u49Sta2VAAECBAgMh4D3l+Goo1UQIECAAAECBAgQIECAAIGhFRB4NbSltTACBAgQIECAAAECBAgQGDEBgVcjVnDLJUCAQBUCAq+qUNQHAQIECBAgQIAAAQJNAQdoPAoECBAgQIAAAQIECBAgQIAAAQIECBAgQIAAAQIECBAgQIAAAQIECBAgQIAAAQIECBAgMIgC9rsPYlXMiQABAgQIEJhKwPuL54MAAQIECBAgQIAAAQIECBAYaAGBVwNdHpMjQIAAAQIECBAgQIAAAQJdCwi86ppKQwIECBAYFxB45VkgQIAAAQIECBAgQKBCAQdoKsTUFQHIuVp6AAAgAElEQVQCBAgQIECAAAECBAgQIECAAAECBAgQIECAAAECBAgQIECAAAECBAgQIECAAAECBAhUJmC/e2WUOiJAgAABAgR6JOD9pUfQhiFAgAABAgQIECBAgAABAgRmJyDwanZu7iJAgAABAgQIECBAgAABAoMmIPBq0CpiPgQIEKiBgMCrGhTJFAkQIECAAAECBAjUR8ABmvrUykwJECBAgAABAgQIECBAgAABAgQIECBAgAABAgQIECBAgAABAgQIECBAgAABAgQIECAwSgL2u49Sta2VAAECBAgMh4D3l+Goo1UQIECAAAECBAgQIECAAIGhFRB4NbSltTACBAgQIECAAAECBAgQGDEBgVcjVnDLJUCAQBUCAq+qUNQHAQIECBAgQIAAAQJNAQdoPAoECBAgQIAAAQIECBAgQIAAAQIECBAgQIAAAQIECBAgQIAAAQIECBAgQIAAAQIECBAgMIgC9rsPYlXMiQABAgQIEJhKwPuL54MAAQIECBAgQIAAAQIECBAYaAGBVwNdHpMjQIAAAQIECBAgQIAAAQJdCwi86ppKQwIECBAYF+hj4FX7xjpFmZ1AHf6Mf3YrcxcBAgQIECBAgEAdBRygqWPVzJkAAQIECBAgQIAAAQIECBAgQIAAAQIECBAgQIAAAQIECBAgQIAAAQIECBAgQIAAAQLDL2C/+/DX2AoJECBAgMCwCXh/GbaKWg8BAgQIECBAgAABAgQIEBgygTp8DNMfsAzZQ2c5BAgQIECAAAECBAgQIDAvAgKv5oVVpwQIEBhuAYFXta9vHf6Mv/bIFkCAAAECBAgQINC1gP0dXVNpSIAAAQIECBAgQIAAAQIECBAgQIAAAQIECBAgQIAAAQIECBAgQIAAAQIECBAgQIAAAQI9FLDfvYfYhiJAgAABAgQqEfD+UgmjTggQIECAAAECBAgQIECAAIH5EqjDxzD9Act8VV+/BAgQIECAAAECBAgQIDBMAgKvhqma1kKAAIEeCQi86hH0/A1Thz/jn7/V65kAAQIECBAgQGDQBOzvGLSKmA8BAgQIECBAgAABAgQIECBAgAABAgQIECBAgAABAgQIECBAgAABAgQIECBAgAABAgQIFAH73T0HBAgQIECAQN0EvL/UrWLmS4AAAQIECBAgQIAAAQIERkygDh/D9AcsI/ZQWi4BAgQIECBAgAABAgQIzEpA4NWs2NxEgACB0RYQeFX7+tfhz/hrj2wBBAgQIECAAAECXQvY39E1lYYECBAgQIAAAQIECBAgQIAAAQIECBAgQIAAAQIECBAgQIAAAQIECBAgQIAAAQIECBAg0EMB+917iG0oAgQIECBAoBIB7y+VMOqEAAECBAgQIECAAAECBAgQmC+BOnwM0x+wzFf19UuAAAECBAgQIECAAAECwyQg8GqYqlnDtTzyyCO5/fbbc8stt+S2227LnXfemYcffnhsJTvuuGN233337L333jnggAOy5557Ztttt63NKs8777ycc845Y/Mt67j22muzaNGi2szfRAlMJdDHwCuFmZ2APy+fnZu7CBAgQIAAAQIEeiPgfbU3zkYhQIAAAQIECBAgQIAAAQIECBAgQIAAAQIECBAgQIAAAQIECBAgQIAAAQIECBAgQIAAgZkJ2O8+My+tCRAgQIAAgf4LeH/pfw3MgAABAgQIECBAgAABAgQIEJhCQOCVx4MAAQIECBAgQIAAAQIECAyHgMCr4ahj7VZxzz335OMf/3jWrl07EXA13SJKANZJJ52UZcuW5RWveMV0zfv+e4FXfS+BCcyjgMCrecSdn65tSJwfV70SIECAAAECBAhUI+B9tRpHvRAgQIAAAQIECBAgQIAAAQIECBAgQIAAAQIECBAgQIAAAQIECBAgQIAAAQIECBAgQIBAtQL2u1frqTcCBAgQIEBg/gW8v8y/sREIECBAgAABAgQIECBAgACBOQgIvJoDnlsJECBAgAABAgQIECBAgMAACQi8GqBijMJUHn300Vx++eX58Ic/3HXQVbtLCb4666yzcsopp2SbbbYZWDaBVwNbGhOrQEDgVQWIve3ChsTeehuNAAECBAgQIEBgZgLeV2fmpTUBAgQIECBAgAABAgQIECBAgAABAgQIECBAgAABAgQIECBAgAABAgQIECBAgAABAgQI9EbAfvfeOBuFAAECBAgQqE7A+0t1lnoiQIAAAQIECBAgQIAAAQIE5kFA4NU8oOqSAAECBAgQIECAAAECBAj0QUDgVR/QR3XIBx98MCtWrMjatWs7Euy99955wxvekAULFoz9/qGHHsp3vvOd3HbbbR3bL1myJKtWrcpOO+00kKQCrwayLCZVkYDAq4oge9eNDYm9szYSAQIECBAgQIDAzAW8r87czB0ECBAgQIAAAQIECBAgQIAAAQIECBAgQIAAAQIECBAgQIAAAQIECBAgQIAAAQIECBAgMP8C9rvPv7ERCBAgQIAAgWoFvL9U66k3AgQIECBAgAABAgQIECBAoGIBgVcVg+qOAAECBAgQIECAAAECBAj0SUDgVZ/gR23Y+++/P6eddlq+/OUvb7b03XbbbSwE69BDD80OO+zQkeVXv/pVrr/++rFwq7vuumuzNocddlhWr16dF7/4xQNHKvBq4EpiQhUKCLyqELM3XdmQ2BtnoxAgQIAAAQIECMxOwPvq7NzcRYAAAQIECBAgQIAAAQIECBAgQIAAAQIECBAgQIAAAQIECBAgQIAAAQIECBAgQIAAAQLzK2C/+/z66p0AAQIECBCoXsD7S/WmeiRAgAABAgQIECBAgAABAgQqFBB4VSGmrggQIECAAAECBAgQIECAQB8FBF71EX9Uhn7kkUdy+umn59Of/vTEkrfbbruxAKyVK1em/Pdurk2bNuWCCy7Ipz71qZT/Pn4tW7YsF154YbbddttuuulZG4FXPaM2UB8EBF71AX1uQ9qQODc/dxMgQIAAAQIECMyvgPfV+fXVOwECBAgQIECAAAECBAgQIECAAAECBAgQIECAAAECBAgQIECAAAECBAgQIECAAAECBAjMTqCX+933SfLdtmmuTLIqyROzm/7EXWcn+VBLH+ckOW+OfbqdAAECBAgQGEyBXr6/DKaAWREgQIAAAQIECBAgQIAAAQIDLSDwaqDLY3IECBAgQIAAAQIECBAgQKBrAYFXXVNpOBuBp59+OuvXr8+SJUsmbi8BVyX86phjjskWW2wxo26feOKJXH311Vm+fPlmoVdr167N4sWL0yGEZ0b9V9lY4FWVmvoaNAGBV4NWkWnnY0PitEQaECBAgAABAgQI9FHA+2of8Q1NgAABAgQIECBAgAABAgQIECBAgAABAgQIECBAgAABAgQIECBAgAABAgQIECBAgAABApMK9HK/e6fAq3uTLE5y6xxrJPBqjoBuJ0CAAAECNRLo5ftLjVhMlQABAgQIECBAgAABAgQIEBgUAYFXg1IJ8yBAgAABAgQIECBAgAABAnMTEHg1Nz93TyNwzz335Nhjj82ttz67h/aCCy7IihUrsuWWW87Kr4RerVq1KitXrpy4f5999sm6deuyyy67zKrP+bhJ4NV8qOpzUAQEXg1KJbqehw2JXVNpSIAAAQIECBAg0AcB76t9QDckAQIECBAgQIAAAQIECBAgQIAAAQIECBAgQIAAAQIECBAgQIAAAQIECBAgQIAAAQIECEwr0Mv97p0Cr8oEr0+yNMmD08528gYCr+aA51YCBAgQIFAzgV6+v9SMxnQJECBAgAABAgQIECBAgACBQRAQeDUIVTAHAgQIECBAgAABAgQIECAwdwGBV3M31MMUAldddVVOPPHEiRZHHXVUVq9enR122GFObr/4xS/G+v3a17420U8JwVq+fHk6BPHMaazZ3izwarZy7quDgMCrOlRpsznakFi7kpkwAQIECBAgQGCkBLyvjlS5LZYAAQIECBAgQIAAAQIECBAgQIAAAQIECBAgQIAAAQIECBAgQIAAAQIECBAgQIAAAQK1EejlfvfJAq8K1ulJLk7y5CzlBF7NEs5tBAgQIECghgK9fH+pIY8pEyBAgAABAgQIECBAgAABAv0WEHjV7woYnwABAgQIECBAgAABAgQIVCMg8Koax5Hp5Wc/+1ne+c535s477xxb8+67755rr702ixYteo7BL3/5y5xwwgm5/vrrJ3533XXX5YgjjqjEa/369Tn22GMn+jrooIOydu3avPCFL9ys//Y5f/e7380+++yTe+65J5/85Cfz1a9+Nffee2/22GOPHHzwwWPr+73f+71sscUWz5nnE088kY0bN+ZLX/pSvvOd7+SHP/zhWJu99947+++//2b3zjbw6qmnnspPf/rTMbdbb701t99+ex5++OFst912ec1rXpPXv/71Y/Pca6+9suWWW05rWfoo97TW63d/93fz4x//OJ/4xCeyYcOGsf733XffvO1tb8uf/MmfZOHChQMTHDbtAjXoi4DAq76wz2VQGxLnoudeAgQIECBAgACB+RbwvjrfwvonQIAAAQIECBAgQIAAAQIECBAgQIAAAQIECBAgQIAAAQIECBAgQIAAAQIECBAgQIAAgdkI9HK/+1SBV/cmOTLJD2aziEZQlsCrWcK5jQABAgQI1FCgl+8vNeQxZQIECBAgQIAAAQIECBAgQKDfAgKv+l0B4xMgQIAAAQIECBAgQIAAgWoEBF5V4zgyvcwk8OqOO+7IIYcckvvuu2/MZ7/99ksJqXrpS19aiVcJqTrmmGPyve99b6y/Egh10003jYVZtV6dAq+efPLJnHzyySm/a79KcNWaNWuy8847T/zq6aefHgu3Ovfcc3PjjTdOOf9ly5alhF1ddtllOeecc8baThUM1trZj370o5x99tnTjlHu2XPPPXPBBRfkTW9605ThVJ0Cr8paTj311LGgq/br3e9+dy699NJsu+22ldRJJ8MpIPCqdnW1IbF2JTNhAgQIECBAgMBICXhfHalyWywBAgQIECBAgAABAgQIECBAgAABAgQIECBAgAABAgQIECBAgAABAgQIECBAgAABAgRqI9DL/e5TBV4VsC8nWZrkl7PQE3g1CzS3ECBAgACBmgr08v2lpkSmTYAAAQIECBAgQIAAAQIECPRTQOBVP/WNTYAAAQIECBAgQIAAAQIEqhMQeFWd5Uj0NJPAq9WrV+eUU06ZcFm+fPlYQNNWW21VidXjjz+elStX5pJLLpno7+KLL04Zp/Vqn/NnPvOZfP7zn8/GjRs7zmPVqlVjfYwH+pSwq2uvvXbSgKhOnRx22GHZYYcdxsYp13SBV0899VSuueaanHbaaR1DqCYDKyFfJSCrzHfLLbfs2Kw98Oqkk07KRRddlBIY1um67rrrcsQRR1RSI50Mr4DAq9rV1obE2pXMhAkQIECAAAECIyXgfXWkym2xBAgQIECAAAECBAgQIECAAAECBAgQIECAAAECBAgQIECAAAECBAgQIECAAAECBAgQqI1AL/e7Txd4VdD+U5JPJmmf13SgAq+mE/J7AgQIECAwPAK9fH8ZHjUrIUCAAAECBAgQIECAAAECBHomIPCqZ9QGIkCAAAECBAgQIECAAAEC8yog8GpeeYev824Dr5588smxIKbzzz9/AuHyyy/P0qVLK0VZs2ZNjj/++Ik+ly1blhJY9YIXvGDiZ+1zHv/FwoULx4Ki3vGOd+T5z39+7rzzzvzVX/1V3ve+92XRokUT93/rW98aG6M1IGrPPfccC6d605velG222Sb33Xdfrr/++lx11VUdg6SmCrwqgVpf/OIXx8LBNm3aNDHugQcemMWLF+f1r399tt9++zz66KP5x3/8x7G2ZazWtiVIbMWKFR1Dr1oDr1rxy5z+7M/+LG9961vzv/7X/8rtt9+ev/u7vxur24te9KJK66Sz4RMQeFW7mtqQWLuSmTABAgQIECBAYKQEvK+OVLktlgABAgQIECBAgAABAgQIECBAgAABAgQIECBAgAABAgQIECBAgAABAgQIECBAgAABArUR6OV+9/bAq3sbAVf/X5LdW7TKz45M8oMZCgq8miGY5gQIECBAoMYCvXx/qTGTqRMgQIAAAQIECBAgQIAAAQL9EhB41S954xIgQIAAAQIECBAgQIAAgWoFBF5V66m3psC///u/jwVHXXnllRMmGzZsyKGHHlqp0be//e3su+++E30eeeSRY2P+5m/+5sTPOgVelbCrq6++erN7O03sgQceyEknnZQbbrhh4tfnnntu/vzP/zzbbrvtc24poVglRKsEUrVeUwVe/fjHP87RRx+du+++e+yWMreLLrpoLIhriy22eM4YJSDrBz/4wVjg1saNGyfuWb9+ffbZp+xj3vzqFHi111575S//8i+z6667VloPnY2OgMCr2tXahsTalcyECRAgQIAAAQIjJeB9daTKbbEECBAgQIAAAQIECBAgQIAAAQIECBAgQIAAAQIECBAgQIAAAQIECBAgQIAAAQIECBCojUAv97u3B17dnOSqJBeVI+gtYmuSnJbkVzNQFHg1AyxNCRAgQIBAzQV6+f5ScyrTJ0CAAAECBAgQIECAAAECBPohIPCqH+rGJECAAAECBAgQIECAAAEC1QsIvKreVI+NHbIPPfRQFi9enJtvLvton7m++93vdgxkmgvYbbfdlgMOOCCbNm0a6+bAAw9MCX5asGDBRLedAq9WrVo1FkzVIbRns+lcddVVOfHEEyd+tmzZslx44YUdw67GG91///1ZunRpSsDX+DVZ4NVjjz2W008/PZ/85CfHmu68885Zs2ZN3vKWt0w7txKQ9a53vSt33nnn2L3vfve7c+mllz5nbp0Cr6677rocccQRc6F374gLCLyq3QNgQ2LtSmbCBAgQIECAAIGREvC+OlLltlgCBAgQIECAAAECBAgQIECAAAECBAgQIECAAAECBAgQIECAAAECBAgQIECAAAECBAjURqCX+907BV4dX46RJ7mgTezkJFcmaZ/fZLBzDbzaKslrkuyX5LVJdk2yqGWwnyW5O8m3Gr8vHxgo//5UF1VenGRdS7vXJ7m1+e9bJ3ljkmOaY46Pd1uSv2nM4dokP51knO2TvC3J4Un2agaGPZzk9iQ3JvlSkge6mF+nJls0135Ikjcn2TPJjs2GZW7/kKR8aOA7SR6d5RhuI0CAAAECcxHo5fvLXObpXgIECBAgQIAAAQIECBAgQGBEBQRejWjhLZsAAQIECBAgQIAAAQIEhk5A4NXQlXQwFtSrwKv2MKtuAq9KqNRf//Vf5w/+4A+mxCohWqeeemrWrl071m7XXXfNNddck1e/+tXTIt9yyy058sgjJ4K4Jgu8+slPfpKjjjoqJbyqXCtWrMhHPvKRbL112X879fX000/nkksuGbunXJOtqz3w6nWve12+8IUvZOHChdMN4fcEJhUQeFW7h8OGxNqVzIQJECBAgAABAiMl4H11pMptsQQIECBAgAABAgQIECBAgAABAgQIECBAgAABAgQIECBAgAABAgQIECBAgAABAgQIEKiNQC/3u3cKvCqBUM9vhlsd3KJWDqcfneTHXUrONvBq22bg1mltAVfTDVtCpc5N8sNpQrk6BV59rxlw9fFmmNRUY306SVlbCbMqVwmjOiLJh6eZb2n//iTrkzwx3WKavy/f39wjyQeT/HEX95TQrw8luS7JY12014QAAQIECFQl0Mv3l6rmrB8CBAgQIECAAAECBAgQIEBghAQEXo1QsS2VAAECBAgQIECAAAECBIZaQODVUJe3f4sb5MCr/ffffyzwaaeddpoSqD1Ma+nSpWMBU9tss820sP/6r/+aJUuW5Otf//pY28kCr1avXp1TTjllor8SlPXWt7512v7HG5Qwqz/6oz+aCNa6/PLLU+bZerUHXp144on5xCc+kd/4jd/oehwNCbQLCLyq3TNhQ2LtSmbCBAgQIECAAIGREvC+OlLltlgCBAgQIECAAAECBAgQIECAAAECBAgQIECAAAECBAgQIECAAAECBAgQIECAAAECBAjURqCX+90nC7x6KMmbk6xLsnOL3BVJlid5pAvN2QRe/U6SS5Mc0EX/nZqUUKlTk1w7RehVp8Cr/y3JZUl27HLcEnp1ejNUqniUtW7Xxb2bkpzRHKu9zu23b53k5Eb42Ee67Lv1/rVJVjQsHuxiTpoQIECAAIEqBHr5/lLFfPVBgAABAgQIECBAgAABAgQIjJiAwKsRK7jlEiBAgAABAgQIECBAgMDQCgi8GtrS9ndhvQq8uuOOO3LIIYfkvvvuG1vwgQcemPXr12fBggUTAO3BVd0GPn3jG9/IAQc8u/+2U5jUZMpPPvlkzj777Jx//vljTToFXj3++ONZuXLlWIhWuXbbbbdcddVVeeUrX9l18f7pn/4pJ5xwQu66666xe5YvX54LLrggW2211UQf7YFX5557bso/HQKLuh5XQwICr2r3DNiQWLuSmTABAgQIECBAYKQEvK+OVLktlgABAgQIECBAgAABAgQIECBAgAABAgQIECBAgAABAgQIECBAgAABAgQIECBAgAABArUR6OV+96kCr7ZMsjLJeW1yS5KsnyJQarz5TAOvXtwI11qd5LC28UqI1e1JftAIcSqBUeV6RZLXJtmjQ1XvTPLOJD+bpOLtgVcfTlLWtLDZvoz3tSQ/SVIO0L8uSXFqD7Qq9zyV5PKW35Uxb0hSAsPKxwcOTbKobR53N/o+qtn/ZA9lsS+BVRd0aPDDxicO/kuS/9mozfOSvCbJWzqEdW1IsjTJ/bV58k2UAAECBOos0Mv3lzo7mTsBAgQIECBAgAABAgQIECDQJwGBV32CNywBAgQIECBAgAABAgQIEKhYQOBVxaC6e0bg3/7t31KCpb7yla9MkHz3u9/NPvuU/aPVXe1hTgcffHDWrl2bHXbYYWKQ9sCrTqFQnWa0Zs2aHH/88RO/2rBhQw49tOxj7e5qvb9T4FUno+56nrzVkiVLctlll2W77Z7do9tudPHFF48FY7kIzEVA4NVc9Ppyrw2JfWE3KAECBAgQIECAQJcC3le7hNKMAAECBAgQIECAAAECBAgQIECAAAECBAgQIECAAAECBAgQIECAAAECBAgQIECAAAECBHoq0Mv97lMFXpVFvyTJlY3AqYNbBEqg1LsaoVIluGmqayaBVyW46fRGwNRHWzos4VYfSvLZJL/qMFD5NuWrmm0Ob/t9CYu6ZJJQrvbAq/FbJxuvjPOHjQCrTyXZq2WcB5Js0wy7KiZ/nuRvmyFY4822TnJscy6tgVlTza+MV3xbg7RKfzcm+WAjROsf2sYov9s+ycmNn5/TFsx1adP10Z4+wQYjQIAAgVEU6OX7yyj6WjMBAgQIECBAgAABAgQIECAwRwGBV3MEdDsBAgQIECBAgAABAgQIEBgQAYFXA1KIYZvG448/npUrV+aSS8re02euq6++Oscdd1ylS20PpVq2bFlWrVqVF7zgBRPjtAdefehDH8rZZ5c9uVNf5513Xs45p+wjfeaaaWDXtddem6OPPnrs3k6BVw899FAWL16cm2++ebqpdP37Aw88MOvXr8+CBQsm7mkPvFq3bt3YuC4CcxEQeDUXvb7ca0NiX9gNSoAAAQIECBAg0KWA99UuoTQjQIAAAQIECBAgQIAAAQIECBAgQIAAAQIECBAgQIAAAQIECBAgQIAAAQIECBAgQIAAgZ4K9HK/+3SBV2XhByT5SluQ0hVJljdCnh6ZQmYmgVe/leSLbYFSJcCphG21e7QP+R+SfDLJkpZfrE1yapISYtV+dQq8Ku1Oac5hsvGOSHJdh/42JnnPFAFgWyZZmeS8lnuL54kNw3/r0N+iJNeWzwW0/O4zSf7zJOsZb1a+1XlQktJ2YfOHZV1HJrmlp0+wwQgQIEBgFAV6+f4yir7WTIAAAQIECBAgQIAAAQIECMxRQODVHAHdToAAAQIECBAgQIAAAQIEBkRA4NWAFGIYp7F69eqcckrZS/rM9YEPfCAlROp5z3teJct98sknx4Krzj///In+Lr744ixfXvbjPnv1K/CqNWhK4FUlJdfJAAkIvBqgYnQ3FRsSu3PSigABAgQIECBAoD8C3lf7425UAgQIECBAgAABAgQIECBAgAABAgQIECBAgAABAgQIECBAgAABAgQIECBAgAABAgQIEJhaoJf73bsJvCqBTR9MckbLtLsJiJpJ4NWhSTa09H99khOS/LLLh+WtbaFOf5PkmEbo1YMd7u8UeFUCs05vfJ7gsSnGe2mS9Un2a3MoQVutc+/UxR8k+eskOzd/+b3m/O5ta1y+t1k+XLCq5eel76VJ7u/CotxfgrQ+29L280neO004WRdda0KAAAECBKYU6OX7i1IQIECAAAECBAgQIECAAAECBGYsIPBqxmRuIECAAAECBAgQIECAAAECAykg8GogyzIck7rjjjtyyCGH5L777htb0P777581a9Zk553H937ObZ2l3+OOOy5/8zdlj2uy3Xbb5aabbso++5S9vM9e/Qq8+sY3vpEDDjhgbCLdBF4deOCBWb9+fRYsWDA3mLa7W4O3yq/WrVuXxYvL3l8XgdkLCLyavV2f7rQhsU/whiVAgAABAgQIEOhKwPtqV0waESBAgAABAgQIECBAgAABAgQIECBAgAABAgQIECBAgAABAgQIECBAgAABAgQIECBAgECPBXq5372bwKuy/JclWZvkTS0WG5O8J8ndk/jMJPBqz2bfeyTZpfFPCWlaPQP3RUmuLUfsm/fc2ZjXO5P8rEMf7YFXJbzr8CR/O8142yS5pBk+Nd7060lK4NW/TnPvwiRfaIRyvW6a+ZWPIqwpn0lotitzO7ItzGs6lvY+yocXDmn8c8d0N/o9AQIECBCYg0Av31/mME23EiBAgAABAgQIECBAgAABAqMqIPBqVCtv3QQIECBAgAABAgQIECAwbAICr4atojVCxwEAACAASURBVAO0nl/+8pc54YQTcv3110/M6rrrrssRRxxRySy/+tWv5h3veMdEXwcddFDWrl2bF77whZv1P9vAqxLOdfzxx0/0tWHDhhx66KFdz72EVx177LFj7TsFXhWfJUuW5Gtf+9pYm9e97nX5whe+kIULyx7Z6i6BV9VZ6ulZAYFXtXsabEisXclMmAABAgQIECAwUgLeV0eq3BZLgAABAgQIECBAgAABAgQIECBAgAABAgQIECBAgAABAgQIECBAgAABAgQIECBAgACB2gj0cr97t4FXBe+wZujVdi2SlyY5PcmjHXRnEng11+LMJfDqe0mOaYR33TvNJJ6X5LwkH2hpd36Sss4np7l3QZL1SQ5stpsskKvU46Yk48bdBmq1Dt9pnqfMMEBsrvVwPwECBAiMnkAv319GT9eKCRAgQIAAAQIECBAgQIAAgTkLCLyaM6EOCBAgQIAAAQIECBAgQIDAQAgIvBqIMgzvJK666qqceOKJEws8+OCDc+WVV+YlL3nJnBb9wAMP5KSTTsoNN9ww0c+qVauyfPnytAfxzDbw6hvf+EYOOOCAif4vvvjisf67vc4///ycccYZY807BV79+te/zooVK/LpT396rM12222Xm266KfvsU/a+VncJvKrOUk/PCgi8qt3TYENi7UpmwgQIECBAgACBkRLwvjpS5bZYAgQIECBAgAABAgQIECBAgAABAgQIECBAgAABAgQIECBAgAABAgQIECBAgAABAgQI1Eagl/vdZxJ4tXWSjyRZ0SK5KcnJSa7poFuXwKu1SU5trKusZbqrfU3vT3LJdDcl6TbwammSy1v6Kx8FKN6/7mKM1ibHJbm65QdljiuTPD7DfjQnQIAAAQLdCvTy/aXbOWlHgAABAgQIECBAgAABAgQIEJgQEHjlYSBAgAABAgQIECBAgAABAsMhIPBqOOo4sKv4l3/5lyxZsiTf/OY3J+Z4wQUXjAU9bbnllrOa9xNPPJESbrVyZdnH+cxVQqLWrVuXXXbZ5Tl9zjbwqv2+so7LLrtsLJhqumvTpk059dRTs3Zt2VPbOfCq/PySSy7J+99f9s4+c00W2jXdeFP9XuDVXPTcO5mAwKvaPRu92JC4fZI3JDmy/N9ekj2aSg8nuT3JrY2fX5/kp0me6oFg+XuMhUnenuQtSV6XZMck4/P5uyRfSnJvknafHkxvRkPs0Jz/25LsluQ1JSex2cPPkvz3JBuT3NxY748ccpiRrcYECBAgQIDAYAj04n11MFZqFgQIECBAgAABAgQIECBAgAABAgQIECBAgAABAgQIECBAgAABAgQIECBAgAABAgQIECBQJ4Fe7nefSeBVMSwH69eVo/YtoOWs4ZIk/60Neb4Dr7ZK8ttJ9kvyjua5zvEp3JnknUnKecj2a3FzDeM/X51keZJHu3hI2td0bJL1XdzXTeDV85Kcl+QDLf3930m+3UX/7U3+j8Y50DK38WsmoV6zGM4tBAgQIEDgOd9PqMM3pJWNAAECBAgQIECAAAECBAgQGCGBOvxhRS//gmiESm+pBAgQIECAAAECBAgQIDBkAgKvhqygg7icDRs2jIVelRCocpXAqI9+9KM55ZRTZhx6VcKurr766ixfvnyiv9LnZz/72Zx44onpEMKT2QZePfroo2PjrF5d9sUmO++8c6655pq88Y1vnJb5+9//ft7+9rfnvvvuG2u7++6759prr82iRYs2u7e93VTBXZ0GveWWW/Knf/qneeUrX5mXv/zlOeigg3LEEUfk+c9//kRzgVfTlkuDWQgIvJoFWn9vmc8/L98mycnNAwQlYGq668Yk5RBBCWaar6sEW52eZFlLMNRkY61pBF6dm+Se+ZrMHPoth01WJDm+i3WMD1MOfHyqcVDl80kemcPYbiVAgAABAgQI9FJgPt9Xe7kOYxEgQIAAAQIECBAgQIAAAQIECBAgQIAAAQIECBAgQIAAAQIECBAgQIAAAQIECBAgQIDAcAn0cr/7TAOvivTR5ah92xnES5tnLFtDo6oIvNoiyW8mKWdJd0pSgpxeXY7SJ9ljirLPJPDq/OYZ1Ce7eIzmM/CqnJ29JMnSLuYx0yY3NwLJStDXQzO9UXsCBAgQINClQC/fX7qckmYECBAgQIAAAQIECBAgQIAAgWcFBF55GggQIECAAAECBAgQIECAwHAICLwajjoO9Coee+yxnHnmmVm1atVm81y5cmXOOOOMsQCsbq5HHnkkF198cS666KLNwq6WLVuWCy+8MNtuu23HbmYbeFU6K4FSRx555MR4hx122FgA1otf/OJJp/yrX/0qp512WtasKRkqz1yTBV6VNb33ve/N5z9fckmeuaZbz3i7+++/P0uXLk0JFBu/rrvuurHAq9ZL4FU3T5c2MxUQeDVTsb63n68NieVAQvk/9yUzXOG9Sf40ydcbYVPtc5thV89pXg5KXJbk4Bl0VEKiSmjXt2dwz3w2LYc+3pHkoubBj9mMdWuS/5jkH2Zzs3sIECBAgAABAj0WmK/31R4vw3AECBAgQIAAAQIECBAgQIAAAQIECBAgQIAAAQIECBAgQIAAAQIECBAgQIAAAQIECBAgMGQCvdzvPpvAqxLMdGGS97a4b2qe+3z2EHoy28Cr0v9+Sd6T5C1JdpxFfWcSeHVOkvO6HEPgVZdQmhEgQIDAyAn08v1l5HAtmAABAgQIECBAgAABAgQIEJi7gMCruRvqgQABAgQIECBAgAABAgQIDIKAwKtBqMIIzOHhhx9OCbi64oorNlvtbrvtlhUrVuTwww/P9ttv31GiBEjdeOON+fjHP57bb799szbdBFDNJfCqBFItX758s3kvWbJkLGDrJS95yXPmO9k6Jwu8Kh2UQKrFixfn3ntL/sszVwm9+ou/+IvstFPJknnu9Ytf/CKnn3561q5dO/HLo446aiyMa4cddtjsBoFXI/A/sD4sUeBVH9DnNuR8bEgsKYPlEMSylqmVQxDrGzl/1ycpBxCeSPKiJAckOSHJbi1ty//pHZ/kW3Nb2mZ3l//TXN0Y+/CWn5Ywq/KzEq71QJJyuOKNSY5LcmBLu7uTHJ3kxxXOZzZdlb9/eVeSyxthYu2JkMWsuP4gyePNzhckeUNjfXt3GGxj8xBJWZuLAAECBAgQIDDIAvPxvjrI6zU3AgQIECBAgAABAgQIECBAgAABAgQIECBAgAABAgQIECBAgAABAgQIECBAgAABAgQIEKiHQC/3u88m8Koo/k6Scuh8rxbSW5Mcm+Se5s9mGni1RZI3J/lokj1nUKqHk/wwye81znbu3LxP4NXmgDcnWZzkoRm4akqAAAECBGYi0Mv3l5nMS1sCBAgQIECAAAECBAgQIECAwJiAwCsPAgECBAgQIECAAAECBAgQGA4BgVfDUceeraI9PGqqIKf2SW3atClnnnlmPvWpT3Wc79577503vOENWbCgZHckDz30UG677bb86Ec/Srm3/SoBT5dcckle9rKXTbn+uQRelY7vvvvuvOc978nGjSU35Jlr0aJFWbp0aQ466KC86EUvSgnluuGGG3LVVVflrrvues58pnJ68skn84lPfGIs4Kp1nWWMMu7++++fXXbZJU899VR+/vOf56abbsq6des2C8hauHBhrr766uy7777PGVvgVc/+5zFSAwm8ql2552NDYtlMv65Fohw4OLURbvW9JO3jlWY7JrkgyUkt99zQ/PcSRDXXq/y9xX9M8vGWjr7WnNOziYLP/rIEX53e+Ne/aGn/+STvTfLIXCczh/sXJbm2ERq2e0sfNzb+XuaDSf4hyVOT9F1SI0uo2FlN6/FmG5IsTXL/HObkVgIECBAgQIDAfAvMx/vqfM9Z/wQIECBAgAABAgQIECBAgAABAgQIECBAgAABAgQIECBAgAABAgQIECBAgAABAgQIECAw/AK93O8+28CrUoWjk3w2yXYtJVmV5MwkjyWZSeDVlklOaYZdtfbXXu1ydvMnzYCrO5r/+c+N8K3fbjsnOSyBVyVAbP3wP/JWSIAAAQJDINDL95ch4LIEAgQIECBAgAABAgQIECBAoNcCAq96LW48AgQIECBAgAABAgQIECAwPwICr+bHdWh7nUvgVUF57LHH8uUvfzlnnXXWZoFNMwHbcccdx+4/5ZRTss02Ja9k6muugVel9zvuuCOnnnrqZqFXU4261157ZZ999snFF1881my6YLAnnngil19+ec4444yO4V5TjVWCscq9JeyqQwhRBF5N94T4/WwEBF7NRq2v91S9IXGHJFclOby5qnIo4fgk35pmlSWUqaQeHtfS7h1JvlqBzm818gi/mGSvZl8lpfA9Jbdwir63TXJJSwjXfUnenuT7FcxnNl08rxEWdm7z4Mj4/Z9uBnN1G8L12iSfaQvMOjnJlZMEkc1mnu4hQIAAAQIECFQtUPX7atXz0x8BAgQIECBAgAABAgQIECBAgAABAgQIECBAgAABAgQIECBAgAABAgQIECBAgAABAgQIjKZAL/e7zyXwqpyXvDDJspYybUpyZJJbZhh49eYk65Ls3NLXw80znDc2+vzHxjgPJHl8kkdi0RAEXr2gER5WAsNaPc9Icv5o/s/AqgkQIECgZgK9fH+pGY3pEiBAgAABAgQIECBAgAABAoMgIPBqEKpgDgQIECBAgAABAgQIECBAYO4CAq/mbjhSPcw18Goc68EHH8wVV1yRz372s10HX5Wgq/e9731597vfnVe84hVdu1cReFUG+8UvfpEzzzwzn/vc56Yc+4ADDsjHPvax/OQnP8mxxx471na6wKvS5umnn84Pf/jDnHvuubnxxrLXd/rruOOOywc/+MHssssukzYWeDW9oxYzFxB4NXOzPt9R9YbEcmjipsZm/e2a6/poM6jpiS7W+X8m+auWgw4l0GlFkl93ce9UTRY3D1CMtyl9ljCr9rW39/HW5mGN8Z+/v3nfHKczq9vL4Y81SfZv3l1Cu97VCBP7HzPorfz9TbFY23LP15MsSfKvM+hHUwIECBAgQIBALwWqfl/t5dyNRYAAAQIECBAgQIAAAQIECBAgQIAAAQIECBAgQIAAAQIECBAgQIAAAQIECBAgQIAAAQLDK9DL/e5zCbwqFdg1yV82zn/u1VKObzbPF/5fST7U8vNzkpzXoWwlOOvSJO9u+d2tSZYm+UmXZR6GwKuy1A8kKednx6/VSZYnebRLB80IECBAgEC/BHr5/tKvNRqXAAECBAgQIECAAAECBAgQqLGAwKsaF8/UCRAgQIAAAQIECBAgQIBAi4DAK4/DjASqCrwaH/TRRx/Nxo0b8/d///e5/fbbx0Ki7r333rFfL1y4MK961auy9957581vfnN+//d/P9tss82M5lsaVxV4VfoqoVQ///nPs2HDhtxyyy35/ve/n02bNmXRokV57Wtfm2OOOSZvfOMbs/XWW2f9+vUzCrwaX9hTTz2Vn/70p7n++utTwqqKy8MPPzz26zLOHnvskf322y9ve9vb8vKXvzwdgoc2MxJ4NeNHxg1dCAi86gJpsJpUvSGxbMi/uGWJByT5RpdL3inJF1pCnW5uBjQ91OX9nZptleSC5kGB8vv7khzS+OeOLvp8dZKvJPmdZtsPJin/TBeU1UXXM27SPpcS2LUyyeMz7GmHJFclObx536YkpUa3zbAfzQkQIECAAAECvRKo+n21V/M2DgECBAgQIECAAAECBAgQIECAAAECBAgQIECAAAECBAgQIECAAAECBAgQIECAAAECBAgMt0Av97vPNfCqfB9ycZK1bSUpoU1PJTmr5eeTBV61n3Ms5xOPTHLLDMr8xiTfaml/Z5J3lmP/Hfoo813Xxbw6DX92W4jXsY2zouu7mOeCZrsDm20nm9+hSTa09LexsYZ3JfkfXYwx3qTUpJzJPaoRInZPkruaZz2Lz5Mz6EdTAgQIECAwE4Fevr/MZF7aEiBAgAABAgQIECBAgAABAgTGBAReeRAIECBAgAABAgQIECBAgMBwCAi8Go46WgUBAgR6KiDwqqfcVQxW5YbEFyRZlWRZc2JTHTToNPeSXFiCnJbO8v5OfT4/yR8k+f0keyb5D0lOTvJgF3jthy/ObxwSKIcc+nFQoP0wymzDt8rf4ZyZ5LyW9Xd7UKMLMk0IECBAgAABApULVPm+WvnkdEiAAAECBAgQIECAAAECBAgQIECAAAECBAgQIECAAAECBAgQIECAAAECBAgQIECAAAECIyvQy/3ucw28KkXatnmG86SWipXQqkeTvKjlZ5MFXr21Ldzqe0mOSXJvl0/AeMBTOYc6ftU18Oq3knwxyV4taylnV69M0v5cTMbzsmYA2ZtaGry/WaMuSTUjQIAAAQIzFujl+8uMJ+cGAgQIECBAgAABAgQIECBAgIDAK88AAQIECBAgQIAAAQIECBAYDgGBV8NRR6sgQIBATwUEXvWUu4rBqtyQWAKryuGE/ZO8MMkjSU5I8lCXE90uyWVJljTbz/SwQ5fDdN3s0CQbWlpPd1CghGF9qKX9ZIc6up5AS8MS2vXXSXZu/mxtI7Tr1CTlMMlMr3cm+ViS/5bkqeahis936GRRkmuT7N783UzWszjJupY+X5/k1g5jtJqtTrK8eThmy+ZBjz9JcmBjjmUu5bqtEVz2tSRrkvzPDv0tSPKOJIcnKQd4yjNVDstsTPKXSb6Z5LGZgmlPgAABAgQI9FWgyvfVvi7E4AQIECBAgAABAgQIECBAgAABAgQIECBAgAABAgQIECBAgAABAgQIECBAgAABAgQIECAwVAK93O9eReBVwd+1eaZw/Nxgp4JMdpaw/czlHUmOTvLfu6zqq5Nc05zD+C11DbzaOslHGmc8V7SsvZxjfE+Su7vweF6Scmb1wpa25Szk2xv//KiL+zUhQIAAAQKzFejl+8ts5+g+AgQIECBAgAABAgQIECBAYIQFBF6NcPEtnQABAgQIECBAgAABAgSGSkDg1VCV02IIECDQGwGBV71xrnCUQdqQuDDJF5K8rrm+EmxUwq9+WeF6u+1q+ySfSnJc84b7mgcFvj9FB/MZePXSJOuT7NccvwRdndI8WNJew27XOF27fgVelefgoiR/PMUEH05yVpIrGv/5RJISkHVUknNbwrE63X5j8xBICftyESBAgAABAvUQGKT31XqImSUBAgQIECBAgAABAgQIECBAgAABAgQIECBAgAABAgQIECBAgAABAgQIECBAgAABAgQI9EKgl/vdqwq8Kt+JXJxk7RRAkwVe7d04/3lLku1a7i1nQMvZx+nOOb4qyeokZR2t111J/qQRnPVfO8ynzHNdy88nm1enpbSf9zy2Oc/pnosFzXYHNhtOFcj1h0m+kqSciRy/yrnYUxvBVyW8arKr1OBNST7Xdu+qJGcmeWy6Sfo9AQIECBCYg0Av31/mME23EiBAgAABAgQIECBAgAABAqMqIPBqVCtv3QQIECBAgAABAgQIECAwbAICr4atotZDgACBHggIvOoBcrVDDNKGxCOSXNeyvPOTlEMFT1a75Gl72ynJ6Un+rKVlNwcF5jPw6nnNMKcyxvhVQp8uSHJ1kgemXdXMG/Qj8OrLjcMuxXr3LqY7HvpV7vlPzWel9aDMZF1sSLI0yf1djKEJAQIECBAg0H+BQXpf7b+GGRAgQIAAAQIECBAgQIAAAQIECBAgQIAAAQIECBAgQIAAAQIECBAgQIAAAQIECBAgQIDAoAj0cr97VYFXxW77JJ9KctwkkJMFS+2cZE2S/VvuK8FOZyUp5/w6BTW9KMnxSVYm2XGS8V6f5NYOvxv0wKty7vP9SS5sm3sJySrBVX/TwWTbJCc3zVo9NjZCst6T5O5BebjNgwABAgSGVqCX7y9Di2hhBAgQIECAAAECBAgQIECAwPwJCLyaP1s9EyBAgAABAgQIECBAgACBXgoIvOqltrEIECAwJAICr2pXyEHZkPiSJFcmObgpWMKMDk/ytz0S3SrJy5K8vRmGVMKexq9uA5LmM/CqzOV3kqxNslebSbEqTuVAyN8n+UWSpypw63Xg1U+SlDqUdZY1lSCva5L8PMkWzXUvS3Jgy9q+meSWJGc0grJK2NV3GnW8Ikn5+aNJdklydLOmrWFYJSDrk40QsfbnvwI2XRAgQIAAAQIVCwzK+2rFy9IdAQIECBAgQIAAAQIECBAgQIAAAQIECBAgQIAAAQIECBAgQIAAAQIECBAgQIAAAQIECNRcoJf73asMvCrsr26e39u1Qw0mC7wq35g8MclnO9zzs8bZv//SOM/3X5u/W9A49/iGJHu3tb09ySONs5D7tfx83yTf7tDnoAdelSmXAKsSeFXOPrZfJQysnPkcD7F6VfMMbXvwV2lXzjz+Vc3/92D6BAgQIFAPgV6+v9RDxCwJECBAgAABAgQIECBAgACBgRIQeDVQ5TAZAgQIECBAgAABAgQIECAwawGBV7OmcyMBAgRGV0DgVe1qPwgbErdsBBytSHJBi14Jb1qa5JfzLNp+yKN1uBK69OnmYYOH53ke3XZfDm6UIKiFU9wwfgiiBEF9r3GA5J+TPNHtAC3teh14NT70nUlObc69/fl8cZLVSQ7rsJ6/aNaqBF21XuXvrd6V5PJmKFb53VeaB2v+bRYubiFAgAABAgR6KzAI76u9XbHRCBAgQIAAAQIECBAgQIAAAQIECBAgQIAAAQIECBAgQIAAAQIECBAgQIAAAQIECBAgQKAOAr3c71514NVU4VWTBV6VmpSAp480zn6+bxYF+lySM5O8J8lHW+4/PsmaDv3VIfBq3OSMJOWfmV7lPOj7k1yfpP15mmlf2hMgQIAAgW4Eevn+0s18tCFAgAABAgQIECBAgAABAgQIbCYg8MoDQYAAAQIECBAgQIAAAQIEhkNA4NVw1NEqCBAg0FMBgVc95a5isH5vSOwURlQ26JcDCt+qYoHT9PHOJNdM0qb8/NIkG2cZGDVf039NkvOS/HGXA4wHYJUQse80Dj/8qsv7+hF4VULGliTZMMUcj0hyXdvvr0iyPMkjk9y3XZLLmn2XJiVUq9T+Z11aaEaAAAECBAj0T6Df76v9W7mRCRAgQIAAAQIECBAgQIAAAQIECBAgQIAAAQIECBAgQIAAAQIECBAgQIAAAQIECBAgQGCQBXq5373qwKviukOS1UmOakOeKvCqNN0mySmNc5dnJdmxiwLd3LjnY80zo08lObTtDGGZQzkf+GhbX3UJvCrT3iLJm5MUuzd0YVKalJCvc5Pc02V7zQgQIECAQBUCvXx/qWK++iBAgAABAgQIECBAgAABAgRGTEDg1YgV3HIJECBAgAABAgQIECBAYGgFBF4NbWktjAABAvMnIPBq/mznqed+b0jcN8nVSRa2rG9lklU9CplamuTyaWxvTHJ2kh/NUw1m0+3WzcCr983g8EMZ5+Hmej+e5MFpBu5H4NXaxrxOTVKCrya7/vckX2qEXu3WbFDaHt5w+Ntp1lNq+KGWew5Ictts8N1DgAABAgQI9FSg3++rPV2swQgQIECAAAECBAgQIECAAAECBAgQIECAAAECBAgQIECAAAECBAgQIECAAAECBAgQIECgNgK93O8+H4FXBfoPk3yl7YzndIFX4wV6UZJDkuzfCLDaI0k5k1iuextn/u5M8s0kJezqZ40gqBJ0NX79VqPtF5Ps1fzB3UmOTvLjtsrXKfBqfOpbJtm1cR717Un2TvKqFtviUNZ6S8O9nFv950bgVfszVJuH30QJECBAoLYCvXx/qS2SiRMgQIAAAQIECBAgQIAAAQL9ExB41T97IxMgQIAAAQIECBAgQIAAgSoFBF5VqakvAgQIjIiAwKvaFbpfGxLL3yW8Kcnn2g5CfDrJ6Uke6ZHkfkl+neT/aY7320lKEFIJktqxZQ7lgMXxjTl/q0fz6naY4vjyJG9rhDcdlOQtjbCw7bq4uRyMOCvJV9sOirTe2o/Aq/cnuWSa+b80yfokpXbl+vsk5eDK/zvNfcc1w9XGm70+ya1dWGlCgAABAgQI9FegX++r/V210QkQIECAAAECBAgQIECAAAECBAgQIECAAAECBAgQIECAAAECBAgQIECAAAECBAgQIEBg0AXsdx/0CpkfAQIECBAg0C7g/cUzQYAAAQIECBAgQIAAAQIECAy0gMCrgS6PyREgQIAAAQIECBAgQIAAga4FBF51TaUhAQIECIwLCLyq3bPQjw2J5e8RSjjTZ9rCrsq//+ckmwZAcWEzeOnwlrmUcKRjk9wzAPObbApbJSmhXW9shl+VAKzW4K7W+4rz8mYI1BMdOuxH4NVhSW6YxndBM/DqwGa7tUlO7eK5KaFY61r6Fng1wA+yqREgQIAAgRaBfryvKgABAgQIECBAgAABAgQIECBAgAABAgQIECBAgAABAgQIECBAgAABAgQIECBA4P9n736Abbvq+oB/BxgpZYIFDRSdaXBqDMRojKZ9T4lNIOEFRUQcYtAAtkUNSlEC1TICj39JsLYxYgs1CrUQAhJD8cnYEhIIIMH3kEykLwYYmanptKJYYEqGxtDo9GzYJ7Nzcu8959yz9z5r7/25M5lJ7t17rd/6/Pabu87JOu9LgAABAgQILBNw3n2ZkJ8TIECAAAECpQnYv5TWEfUQIECAAAECBAgQIECAAAEC9xEQeOWBIECAAAECBAgQIECAAAEC4xAQeDWOPloFAQIEehUQeNUrdxuT9X0g8QFJnpnk3y0EMZUUdjV3fVSSq5JUIUzzrxfXQViLbm30oosxqgCsb0lSBXc9dyFgrJrvjiQ/nuSDO0y+jcCrVUKoFgOvqh5VwV13LQEUeNXFE2ZMAgQIECDQvUDf+9XuV2QGAgQIECBAgAABAgQIECBAgAABAgQIECBAgAABAgQIECBAgAABAgQIECBAgAABAgQIEBiDgPPuY+iiNRAgQIAAgWkJ2L9Mq99WS4AAAQIECBAgQIAAndrhuAAAIABJREFUAQIEBicg8GpwLVMwAQIECBAgQIAAAQIECBDYUUDglQeDAAECBNYWEHi1Ntm2b+jzQOKDk/xckpclOaGx8NcleWmSL20bY4f5DyW5rlHv7yd59mwdXyiw1mUlPTTJT9X+j2hc/J+S/Isd/AVeLRP1cwIECBAgQKAPgT73q32sxxwECBAgQIAAAQIECBAgQIAAAQIECBAgQIAAAQIECBAgQIAAAQIECBAgQIAAAQIECBAgMA4B593H0UerIECAAAECUxKwf5lSt62VAAECBAgQIECAAAECBAgMUEDg1QCbpmQCBAgQIECAAAECBAgQILCDgMArjwUBAgQIrC0g8Gptsm3f0NeBxCrg6rIkL1hY8CuT/HKSu7YNscv8JyZ5W5Lz6p9/PMmFST5VaL3Lyqr+H865Sd6S5NH1xZ9J8tTZP7cs3CzwapmmnxMgQIAAAQJ9CPS1X+1jLeYgQIAAAQIECBAgQIAAAQIECBAgQIAAAQIECBAgQIAAAQIECBAgQIAAAQIECBAgQIAAgfEIOO8+nl5aCQECBAgQmIqA/ctUOm2dBAgQIECAAAECBAgQIEBgoAICrwbaOGUTIECAAAECBAgQIECAAIEFAYFXHgkCBAgQWFtA4NXaZNu+oY8Did+Y5MokFzQWe2eSX0zy60nu2TbCHvM/pK794sY1ZyW5uceavzfJi2bBYH83yUlJXpPkmg3mf3AdMvazjTGemeQdC2MKvNoA2a0ECBAgQIBAawJ97FdbK9ZABAgQIECAAAECBAgQIECAAAECBAgQIECAAAECBAgQIECAAAECBAgQIECAAAECBAgQIDAZAefdJ9NqCyVAgAABAqMRsH8ZTSsthAABAgQIECBAgAABAgQIjFNA4NU4+2pVBAgQIECAAAECBAgQIDA9AYFX0+u5FRMgQGBjAYFXGxP2PUDXBxKr0KQ3JXl8Y2F31AFO70qyOH/f6182XwmBVz+Y5Eij0JcnuWxDu+ckeXNjzGftEKK1SeDVJUl+pTH+biFh1VpevcJ1zT59XV3r+fU3r0pSzXfXkmZelOSta8617PnwcwIECBAgQKB7ga73q92vwAwECBAgQIAAAQIECBAgQIAAAQIECBAgQIAAAQIECBAgQIAAAQIECBAgQIAAAQIECBAgMEYB593H2FVrIkCAAAEC4xawfxl3f62OAAECBAgQIECAAAECBAgMXkDg1eBbaAEECBAgQIAAAQIECBAgQOArAgKvPAgECBAgsLaAwKu1ybZ9Q5cHEh+X5LeSHGgs8uNJfjrJH/a08JOSXJDkW5P8wyTXJ7l8jbCoE5K8Psmz63qPJ/mRJJ/sqf5qmu+a/fPuJI+u56yCwp6b5Asb1LAY/tR24NWqQVarXtdcqsCrDRrvVgIECBAgMECBLverA+RQMgECBAgQIECAAAECBAgQIECAAAECBAgQIECAAAECBAgQIECAAAECBAgQIECAAAECBAgUIuC8eyGNUAYBAgQIECCwsoD9y8pULiRAgAABAgQIECBAgAABAgS2ISDwahvq5iRAgAABAgQIECBAgAABAu0LCLxq39SIBAgQGL2AwKvBtbirA4k7hV3dnOTiWQDVn/SodEqSdyQ5vZ5z3bCob0ry9kZo13vq8Kv/3eMavn4W1nV1kifXc95Z13BknzU8cBb49YokVdjU/OvsJB9aGG/R7qoklyS5a8m8iyFh1eVnJan6v/gl8GqfTXQbAQIECBCYkEBX+9UJEVoqAQIECBAgQIAAAQIECBAgQIAAAQIECBAgQIAAAQIECBAgQIAAAQIECBAgQIAAAQIECHQg4Lx7B6iGJECAAAECBDoVsH/plNfgBAgQIECAAAECBAgQIECAwKYCAq82FXQ/AQIECBAgQIAAAQIECBAoQ0DgVRl9UAUBAgQGJSDwalDtqort4kDio5JU4UhPa2j8fpLnJ7mjZ6GvTfLGJM+o563Cop6e5H0r1FH9/46fTfKrjWtfk+RVs7Cov1nh/rYuqeqogqauaAx4bGb5z5J8Yh+TVGFkVYjXPATsxiTPmYWRfWZhrJOSvC3J99Tfr0K3qh5Whnt9fWuS35kFjVXzzL8EXu2jUW4hQIAAAQIEviLQxX4VLQECBAgQIECAAAECBAgQIECAAAECBAgQIECAAAECBAgQIECAAAECBAgQIECAAAECBAgQ2FTAefdNBd1PgAABAgQI9C1g/9K3uPkIECBAgAABAgQIECBAgACBtQQEXq3F5WICBAgQIECAAAECBAgQIFCsgMCrYlujMAIECJQrIPCq3N7sUlnbBxIfVAdC/WJjvk3CmdoAfW4dejUf68gs3OniJH+5ZPCzk7w5SRX8VH1VYV1VcNbH2ihqzTEek+StSR7fuO/mJC9McssOQRC7Df+NSV6/EEZWjfFrO4yxGBa2yvp36n9Vi8CrNRvucgIECBAgQOBegbb3q2gJECBAgAABAgQIECBAgAABAgQIECBAgAABAgQIECBAgAABAgQIECBAgAABAgQIECBAgEAbAs67t6FoDAIECBAgQKBPAfuXPrXNRYAAAQIECBAgQIAAAQIECKwtIPBqbTI3ECBAgAABAgQIECBAgACBIgUEXhXZFkURIECgbAGBV2X3Z4fq2j6QeCjJdUlOqOeqQpJ+PMkHtyjzyCS/meQHGzVU//3SJH+1Q13V/+d44mwNVyQ5vfHzl9Tfu2dLa3lmkt9o2FZl3FmHclXf/0SS3Wp7eJIfSvKvkpzSqH+v8K8HzkKwXpHk5Ste/9AkP1/fs0gk8GpLD41pCRAgQIDACATa3q+OgMQSCBAgQIAAAQIECBAgQIAAAQIECBAgQIAAAQIECBAgQIAAAQIECBAgQIAAAQIECBAgQKAAAefdC2iCEggQIECAAIG1BOxf1uJyMQECBAgQIECAAAECBAgQINC3gMCrvsXNR4AAAQIECBAgQIAAAQIEuhEQeNWNq1EJECAwagGBV4Nrb5sHEqvAo3+f5J82FG5O8p5ZuNT/24fM3Ul+O8lf7HDvRUne2vj+VUkumQU63bXLPGfXwVAnNX7+qSTVfVV9n03yoDrgqqr/RxfGeUOSX5gFOn1pj3VUwVCvbvz8cJLX7GPdu91S1fe8JJcvhF7Nr6/CxT6e5GNJvlx/8x8k+c7ZGg/uMOixWeDX85PcskeNZ9YBZk23P0ry+lko2IeSfDFJFShWBZ09N8m31WP95/rfT67/W+BViw+CoQgQIECAwMQE2tyvTozOcgkQIECAAAECBAgQIECAAAECBAgQIECAAAECBAgQIECAAAECBAgQIECAAAECBAgQIECgQwHn3TvENTQBAgQIECDQiYD9SyesBiVAgAABAgQIECBAgAABAgTaEhB41ZakcQgQIECAAAECBAgQIECAwHYFBF5t19/sBAgQGKSAwKvBta3NA4nfleTdsxCpR7ekUIU3XTgLn6qCqRa/1g28qv7fRRV69etJTlmzvirsqgqz+vyS+7oOvKqmf0CSH56Fc126j3U0y39vkp9L8skla3pgfd0rdwnZ2un21yW5Osmb6gCx6hqBV2s+dC4nQIAAAQIE7hVoc7+KlQABAgQIECBAgAABAgQIECBAgAABAgQIECBAgAABAgQIECBAgAABAgQIECBAgAABAgQItCXgvHtbksYhQIAAAQIE+hKwf+lL2jwECBAgQIAAAQIECBAgQIDAvgQEXu2LzU0ECBAgQIAAAQIECBAgQKA4AYFXxbVEQQQIEChfQOBV+T1aqLDNA4kX14FSbSG0GXg1r+kxSV6V5DkrFFkFbb06yTuT3L3C9X0EXs3LODHJTyb5qSQnrVDb/JLjs+CqK5Jcl+RLK973oCQXJHnFkpCtKhDscJI3Jqmc3yHwakVhlxEgQIAAAQJ7CbS5XyVNgAABAgQIECBAgAABAgQIECBAgAABAgQIECBAgAABAgQIECBAgAABAgQIECBAgAABAgTaEnDevS1J4xAgQIAAAQJ9Cdi/9CVtHgIECBAgQIAAAQIECBAgQGBfAgKv9sXmJgIECBAgQIAAAQIECBAgUJyAwKviWqIgAgQIlC8g8Kr8Hi1U2OaBxMXAp00xugi8qmqq/j9GFRL1Q0nOTfI9SR5RF3s0yUdnQU3vSnIsyV1rLKLPwKt5WV+T5DuSnJPku2eBY38/ycFGzXfMwqr+JEm1rvckuTXJPWusqXnpw2Y235/k6UkO1IZVyNVHkrx7VsfvJvlsfcMpAq/2qew2AgQIECBAYFGgzf0qXQIECBAgQIAAAQIECBAgQIAAAQIECBAgQIAAAQIECBAgQIAAAQIECBAgQIAAAQIECBAg0JaA8+5tSRqHAAECBAgQ6EvA/qUvafMQIECAAAECBAgQIECAAAEC+xIQeLUvNjcRIECAAAECBAgQIECAAIHiBAReFdcSBREgQKB8AYFX5fdooUIHEgfXMgUTIECAAAECBCYlYL86qXZbLAECBAgQIECAAAECBAgQIECAAAECBAgQIECAAAECBAgQIECAAAECBAgQIECAAAECBAYj4Lz7YFqlUAIECBAgQKAWsH/xKBAgQIAAAQIECBAgQIAAAQJFCwi8Kro9iiNAgAABAgQIECBAgAABAisLCLxamcqFBAgQIDAXEHg1uGfBgcTBtUzBBAgQIECAAIFJCdivTqrdFkuAAAECBAgQIECAAAECBAgQIECAAAECBAgQIECAAAECBAgQIECAAAECBAgQIECAAIHBCDjvPphWKZQAAQIECBCoBexfPAoECBAgQIAAAQIECBAgQIBA0QICr4puj+IIECBAgAABAgQIECBAgMDKAgKvVqZyIQECBAjMBQRe3e9ZOCPJ02bffWWhT4kDiYU2RlkECBAgQIAAAQJfEbBf9SAQIECAAAECBAgQIECAAAECBAgQIECAAAECBAgQIECAAAECBAgQIECAAAECBAgQIECAQIkCzruX2BU1ESBAgAABAnsJ2L94PggQIECAAAECBAgQIECAAIGiBQReFd0exREgQIAAAQIECBAgQIAAgZUFBF6tTOVCAgQIEJgLCLy691mogq4uS/J99XcOJPlogU+KA4kFNkVJBAgQIECAAAEC9wrYr3oYCBAgQIAAAQIECBAgQIAAAQIECBAgQIAAAQIECBAgQIAAAQIECBAgQIAAAQIECBAgQKBEAefdS+yKmggQIECAAIG9BOxfPB8ECBAgQIAAAQIECBAgQIBA0QICr4puj+IIECBAgAABAgQIECBAgMDKAgKvVqZyIQECBAjMBQReZTHoak5zQ5JDBT4pDiQW2BQlESBAgAABAgQI3Ctgv+phIECAAAECBAgQIECAAAECBAgQIECAAAECBAgQIECAAAECBAgQIECAAAECBAgQIECAAIESBZx3L7EraiJAgAABAgT2ErB/8XwQIECAAAECBAgQIECAAAECRQsIvCq6PYojQIAAAQIECBAgQIAAAQIrCwi8WpnKhQQIECAwF5hw4NWZSV6T5Ml7PA2PTfKpwp4WBxILa4hyCBAgQIAAAQIE7iNgv+qBIECAAAECBAgQIECAAAECBAgQIECAAAECBAgQIECAAAECBAgQIECAAAECBAgQIECAAIESBZx3L7EraiJAgAABAgT2ErB/8XwQIECAAAECBAgQIECAAAECRQsIvCq6PYojQIAAAQIECBAgQIAAAQIrCwi8WpnKhQQIECAwF5hg4NUZSS7fI+iq+n16JMnhJMcLfFIcSCywKUoiQIAAAQIECBC4V8B+1cNAgAABAgQIECBAgAABAgQIECBAgAABAgQIECBAgAABAgQIECBAgAABAgQIECBAgAABAiUKOO9eYlfURIAAAQIECOwlYP/i+SBAgAABAgQIECBAgAABAgSKFhB4VXR7FEeAAAECBAgQIECAAAECBFYWEHi1MpULCRAgQGAuMKHAqzOTXJrk/F26X3rQ1bxsBxL98SVAgAABAgQIEChZwH615O6ojQABAgQIECBAgAABAgQIECBAgAABAgQIECBAgAABAgQIECBAgAABAgQIECBAgAABAtMVcN59ur23cgIECBAgMFQB+5ehdk7dBAgQIECAAAECBAgQIEBgIgICrybSaMskQIAAAQIECBAgQIAAgdELCLwafYstkAABAu0LTCDwaixBV/PmO5DY/h8DIxIgQIAAAQIECLQnYL/anqWRCBAgQIAAAQIECBAgQIAAAQIECBAgQIAAAQIECBAgQIAAAQIECBAgQIAAAQIECBAgQKA9Aefd27M0EgECBAgQINCPgP1LP85mIUCAAAECBAgQIECAAAECBPYpIPBqn3BuI0CAAAECBAgQIECAAAEChQkIvCqsIcohQIDAEARGHHhVBV1dluTQLn2ofm8eSXI4yfEh9Kqu0YHEATVLqQQIECBAgACBCQrYr06w6ZZMgAABAgQIECBAgAABAgQIECBAgAABAgQIECBAgAABAgQIECBAgAABAgQIECBAgACBAQg47z6AJimRAAECBAgQuI+A/YsHggABAgQIECBAgAABAgQIEChaQOBV0e1RHAECBAgQIECAAAECBAgQWFlA4NXKVC4kQIAAgbnACAOvxhp0NW+ZA4n++BIgQIAAAQIECJQsYL9acnfURoAAAQIECBAgQIAAAQIECBAgQIAAAQIECBAgQIAAAQIECBAgQIAAAQIECBAgQIAAgekKOO8+3d5bOQECBAgQGKqA/ctQO6duAgQIECBAgAABAgQIECAwEQGBVxNptGUSIECAAAECBAgQIECAwOgFBF6NvsUWSIAAgfYFRhR4VQVdXZ7kSbsoVb8njyQ5nOR4+5K9jehAYm/UJiJAgAABAgQIENiHgP3qPtDcQoAAAQIECBAgQIAAAQIECBAgQIAAAQIECBAgQIAAAQIECBAgQIAAAQIECBAgQIAAAQKdCzjv3jmxCQgQIECAAIGWBexfWgY1HAECBAgQIECAAAECBAgQINCugMCrdj2NRoAAAQIECBAgQIAAAQIEtiUg8Gpb8uYlQIDAgAVGEHg1laCr+VPmQOKA/7wpnQABAgQIECAwAQH71Qk02RIJECBAgAABAgQIECBAgAABAgQIECBAgAABAgQIECBAgAABAgQIECBAgAABAgQIECAwQAHn3QfYNCUTIECAAIGJC9i/TPwBsHwCBAgQIECAAAECBAgQIFC6gMCr0jukPgIECBAgQIAAAQIECBAgsJqAwKvVnFxFgAABAg2BAQdeVUFXr01y3i4NrX4vHklyOMnxETXdgcQRNdNSCBAgQIAAAQIjFLBfHWFTLYkAAQIECBAgQIAAAQIECBAgQIAAAQIECBAgQIAAAQIECBAgQIAAAQIECBAgQIAAAQIjEHDefQRNtAQCBAgQIDAxAfuXiTXccgkQIECAAAECBAgQIECAwNAEBF4NrWPqJUCAAAECBAgQIECAAAECOwsIvPJkECBAgMDaAgMMvJpq0NW8tw4krv2Uu4EAAQIECBAgQKBHAfvVHrFNRYAAAQIECBAgQIAAAQIECBAgQIAAAQIECBAgQIAAAQIECBAgQIAAAQIECBAgQIAAAQIrCzjvvjKVCwkQIECAAIFCBOxfCmmEMggQIECAAAECBAgQIECAAIGdBQReeTIIECBAgAABAgQIECBAgMA4BARejaOPVkGAAIFeBQYUeHUwyaVJzt0FqPo9eCTJ4STHe0XsdzIHEvv1NhsBAgQIECBAgMB6Avar63m5mgABAgQIECBAgAABAgQIECBAgAABAgQIECBAgAABAgQIECBAgAABAgQIECBAgAABAgT6EXDevR9nsxAgQIAAAQLtCdi/tGdpJAIECBAgQIAAAQIECBAgQKADAYFXHaAakgABAgQIECBAgAABAgQIbEFA4NUW0E1JgACBoQsMIPBK0NV9HzIHEof+h079BAgQIECAAIFxC9ivjru/VkeAAAECBAgQIECAAAECBAgQIECAAAECBAgQIECAAAECBAgQIECAAAECBAgQIECAAIGhCjjvPtTOqZsAAQIECExXwP5lur23cgIECBAgQIAAAQIECBAgMAgBgVeDaJMiCRAgQIAAAQIECBAgQIDAUgGBV0uJXECAAAECiwIFB15VQVeXJXniLl2rfu8dSXI4yfEJddaBxAk121IJECBAgAABAgMUsF8dYNOUTIAAAQIECBAgQIAAAQIECBAgQIAAAQIECBAgQIAAAQIECBAgQIAAAQIECBAgQIAAgQkIOO8+gSZbIgECBAgQGJmA/cvIGmo5BAgQIECAAAECBAgQIEBgbAICr8bWUeshQIAAAQIECBAgQIAAgakKCLyaauetmwABAhsIFBh4Jehq7346kLjB8+5WAgQIECBAgACBzgXsVzsnNgEBAgQIECBAgAABAgQIECBAgAABAgQIECBAgAABAgQIECBAgAABAgQIECBAgAABAgQI7EPAefd9oLmFAAECBAgQ2KqA/ctW+U1OgAABAgQIECBAgAABAgQILBMQeLVMyM8JECBAgAABAgQIECBAgMAwBAReDaNPqiRAgEBRAgUFXlVBV5cnecIuQNXvuSNJDic5XhRiv8U4kNivt9kIECBAgAABAgTWE7BfXc/L1QQIECBAgAABAgQIECBAgAABAgQIECBAgAABAgQIECBAgAABAgQIECBAgAABAgQIECDQj4Dz7v04m4UAAQIECBBoT8D+pT1LIxEgQIAAAQIECBAgQIAAAQIdCAi86gDVkAQIECBAgAABAgQIECBAYAsCAq+2gG5KAgQIDF2ggMCrKujq0iTnDt1yS/UP4T3+LdGYlgABAgQIECBAYAsCPkCzBXRTEiBAgAABAgQIECBAgAABAgQIECBAgAABAgQIECBAgAABAgQIECBAgAABAgQIECBAgMBSAefdlxK5gAABAgQIEChMwP6lsIYohwABAgQIECBAgAABAgQIELivwBD+MkxvsHhqCRAgQIAAAQIECBAgQIDAcgGBV8uNXEGAAAECCwJbDLyqgq5em+ScXZpS/V4bwvvX236mGG27A+YnQIAAAQIECBBoCjjf4XkgQIAAAQIECBAgQIAAAQIECBAgQIAAAQIECBAgQIAAAQIECBAgQIAAAQIECBAgQIAAgRIFnHcvsStqIkCAAAECBPYSsH/xfBAgQIAAAQIECBAgQIAAAQJFCwzhL8P0BkvRj5DiCBAgQIAAAQIECBAgQKAQAYFXhTRCGQQIEBiSwBYDr85K8rIk5+/i9ZdJHjUkyy3VOoT3+LdEY1oCBAgQIECAAIEtCDjfsQV0UxIgQIAAAQIECBAgQIAAAQIECBAgQIAAAQIECBAgQIAAAQIECBAgQIAAAQIECBAgQIDAUgHn3ZcSuYAAAQIECBAoTMD+pbCGKIcAAQIECBAgQIAAAQIECBC4r8AQ/jJMb7B4agkQIECAAAECBAgQIECAwHIBgVfLjVxBgAABAgsCWwy8mldSBV+9Msm5mrMvgSG8x7+vhbmJAAECBAgQIEBgkALOdwyybYomQIAAAQIECBAgQIAAAQIECBAgQIAAAQIECBAgQIAAAQIECBAgQIAAAQIECBAgQIDA6AWcdx99iy2QAAECBAiMTsD+ZXQttSACBAgQIECAAAECBAgQIDAugSH8ZZjeYBnXM2c1BAgQIECAAAECBAgQINCNgMCrblyNSoAAgVELFBB4Nfc9mOSyJE/cBbz6PXckyeEkx0fdFIsjQIAAAQIECBAgMFwB5zuG2zuVEyBAgAABAgQIECBAgAABAgQIECBAgAABAgQIECBAgAABAgQIECBAgAABAgQIECBAYMwCzruPubvWRoAAAQIExilg/zLOvloVAQIECBAgQIAAAQIECBAYjYDAq9G00kIIECBAgAABAgQIECBAYOICAq8m/gBYPgECBPYjUFDg1bx8wVf7aaR7CBAgQIAAAQIECJQh4AM0ZfRBFQQIECBAgAABAgQIECBAgAABAgQIECBAgAABAgQIECBAgAABAgQIECBAgAABAgQIECBwXwHn3T0RBAgQIECAwNAE7F+G1jH1EiBAgAABAgQIECBAgACBiQkIvJpYwy2XAAECBAgQIECAAAECBEYrIPBqtK21MAIECHQnUGDg1Xyxgq+6a7uRCRAgQIAAAQIECHQl4AM0XckalwABAgQIECBAgAABAgQIECBAgAABAgQIECBAgAABAgQIECBAgAABAgQIECBAgAABAgQ2EXDefRM99xIgQIAAAQLbELB/2Ya6OQkQIECAAAECBAgQIECAAIGVBQRerUzlQgIECBAgQIAAAQIECBAgULSAwKui26M4AgQIlClQcODVHKwKvro0ybm7CFa//44kOZzkeJnKqiJAgAABAgQIECAwGQEfoJlMqy2UAAECBAgQIECAAAECBAgQIECAAAECBAgQIECAAAECBAgQIECAAAECBAgQIECAAAECgxJw3n1Q7VIsAQIECBAgkMT+xWNAgAABAgQIECBAgAABAgQIFC0g8Kro9iiOAAECBAgQIECAAAECBAisLCDwamUqFxIgQIDAXGAAgVfzUgVfeWwJECBAgAABAgQIlC/gAzTl90iFBAgQIECAAAECBAgQIECAAAECBAgQIECAAAECBAgQIECAAAECBAgQIECAAAECBAgQmKKA8+5T7Lo1EyBAgACBYQvYvwy7f6onQIAAAQIECBAgQIAAAQKjFxB4NfoWWyABAgQIECBAgAABAgQITERA4NVEGm2ZBAgQaFNgQIFX82VXwVevSXLeLg7V78MjSQ4nOd6mlbEIECBAgAABAgQIEFgq4AM0S4lcQIAAAQIECBAgQIAAAQIECBAgQIAAAQIECBAgQIAAAQIECBAgQIAAAQIECBAgQIAAAQJbEOjzvPvjZ5+D/fAGa7wjyZ8m+Z/1ONVY1X//7QZjrnrrQ5JcmeTixg1nJbl51QFcR4AAAQIECLQm0Of+pbWiDUQamZPlAAAgAElEQVSAAAECBAgQIECAAAECBAhMR0Dg1XR6baUECBAgQIAAAQIECBAgMG4BgVfj7q/VESBAoBOBAQZezR3OTPJawVedPBYGJUCAAAECBAgQILBfAR+g2a+c+wgQIECAAAECBAgQIECAAAECBAgQIECAAAECBAgQIECAAAECBAgQIECAAAECBAgQIECgS4E+z7tvGni1k8MfJHl1kvd3HHwl8KrLp9DYBAgQIEBgPYE+9y/rVeZqAgQIECBAgAABAgQIECBAgEASgVceAwIECBAgQIAAAQIECBAgMA4BgVfj6KNVECBAoFeBAQdezZ0EX/X6xJiMAAECBAgQIECAwJ4CPkDjASFAgAABAgQIECBAgAABAgQIECBAgAABAgQIECBAgAABAgQIECBAgAABAgQIECBAgACBEgX6PO/eReDV3PTyJNU/X+oIWeBVR7CGJUCAAAEC+xDoc/+yj/LcQoAAAQIECBAgQIAAAQIECExdQODV1J8A6ydAgAABAgQIECBAgACBsQgIvBpLJ62DAAECPQqMIPBqrlUFX1UH9J+0C1/1e/JIksNJjvdIbCoCBAgQIECAAAECUxLwAZopddtaCRAgQIAAAQIECBAgQIAAAQIECBAgQIAAAQIECBAgQIAAAQIECBAgQIAAAQIECBAgMByBPs+7dxl4VYm/JMkVSe7pgF/gVQeohiRAgAABAvsU6HP/ss8S3UaAAAECBAgQIECAAAECBAhMWUDg1ZS7b+0ECBAgQIAAAQIECBAgMCYBgVdj6qa1ECBAoCeBEQVezcUEX/X07JiGAAECBAgQIECAwA4CPkDjsSBAgAABAgQIECBAgAABAgQIECBAgAABAgQIECBAgAABAgQIECBAgAABAgQIECBAgACBEgX6PO++U+DVWUluXhHmQUn+XpLTk7wwyQ8s3Hdnkmckee+K461zmcCrdbRcS4AAAQIEuhXoc//S7UqMToAAAQIECBAgQIAAAQIECIxSQODVKNtqUQQIECBAgAABAgQIECAwQQGBVxNsuiUTIEBgU4ERBl7NSargq8uSHNrFqPq9eSTJ4STHN3V0PwECBAgQIECAAAECXxHwARoPAgECBAgQIECAAAECBAgQIECAAAECBAgQIECAAAECBAgQIECAAAECBAgQIECAAAECBAiUKNDnefdNA6+afg9O8qIkly+g/k6Si5N8oURsNREgQIAAAQKtCPS5f2mlYIMQIECAAAECBAgQIECAAAEC0xIQeDWtflstAQIECBAgQIAAAQIECIxXQODVeHtrZQQIEOhMYMSBV3MzwVedPT0GJkCAAAECBAgQIHA/AR+g8VAQIECAAAECBAgQIECAAAECBAgQIECAAAECBAgQIECAAAECBAgQIECAAAECBAgQIECAQIkCfZ53bzPwqrJ8aJJfTvIzDdg7k3xfkptLxFYTAQIECBAg0IpAn/uXVgo2CAECBAgQIECAAAECBAgQIDAtAYFX0+q31RIgQIAAAQIECBAgQIDAeAUEXo23t1ZGgACBzgQmEHg1txN81dlTZGACBAgQIECAAAEC9wr4AI2HgQABAgQIECBAgAABAgQIECBAgAABAgQIECBAgAABAgQIECBAgAABAgQIECBAgAABAgRKFOjzvHvbgVeV5z9O8rtJHt3AfVGSK0vEVhMBAgQIECDQikCf+5dWCjYIAQIECBAgQIAAAQIECBAgMC0BgVfT6rfVEiBAgAABAgQIECBAgMB4BQRejbe3VkaAAIHOBCYUeDU3rIKvLk1y/i6o1e/TI0kOJzneGbyBCRAgQIAAAQIECIxTwAdoxtlXqyJAgAABAgQIECBAgAABAgQIECBAgAABAgQIECBAgAABAgQIECBAgAABAgQIECBAgMDQBfo8795F4NXXJnljkmc0GnFVkkuS3DX05qifAAECBAgQ2FGgz/2LFhAgQIAAAQIECBAgQIAAAQIE1hYQeLU2mRsIECBAgAABAgQIECBAgECRAgKvimyLoggQIFC2wAQDr+YNOZDk5UmeskeHviXJn5bdQdURIECAAAECBAgQKErAB2iKaodiCBAgQIAAAQIECBAgQIAAAQIECBAgQIAAAQIECBAgQIAAAQIECBAgQIAAAQIECBAgQKAW6PO8exeBVw9JcmWSixsdvTrJ85Pc2fje4nXXzz4re1GSzyV5TJKfTfLDSU5KcmuSP0hybZJjSe5JstM8ZyW5eY0n6ZFJnpjk/CSnJzmjvvdT9Zw3Jnl3ks+uMWbz0ocl+d46/Ks5/h1JPp7kpiS/m6T678W+73NKtxEgQIAAga0I9Ll/2coCTUqAAAECBAgQIECAAAECBAgMW0Dg1bD7p3oCBAgQIECAAAECBAgQIDAXEHjlWSBAgACBtQUmHHg1tzozyWuSPHkB74Ykh9YGdQMBAgQIECBAgACBaQv4AM20+2/1BAgQIECAAAECBAgQIECAAAECBAgQIECAAAECBAgQIECAAAECBAgQIECAAAECBAgQKFWgz/PufQVeNcOs5u47BV49K8k/SfIrddDVTj16WpLf2zDw6sQkL0zyvCSPWPIgfD7J65P8m4XArr1ue2iSn5oFc71shfGrcd4yC7x6RZI/K/WhVBcBAgQIEFgi0Of+RTMIECBAgAABAgQIECBAgAABAmsLCLxam8wNBAgQIECAAAECBAgQIECgSIHFAwpFFqkoAgQIECheYAjvGXeBeEaSyxvBVweSfLSLiYxJgAABAgQIECBAYMQCPkAz4uZaGgECBAgQIECAAAECBAgQIECAAAECBAgQIECAAAECBAgQIECAAAECBAgQIECAAAECBAYs0Od5974Cr65KckmSuxp92Snw6k11sNRJu/TvxiTPSfKZfQZeVZ9NPjvJryc5Zc1n5PeTPD/JHUvue2yS1yU5tOb41bgvSvKuWfiVv5NjTTyXEyBAgMDWBfrcv2x9sQogQIAAAQIECBAgQIAAAQIEhicwhL+81Bssw3uuVEyAAAECBAgQIECAAAEC/Qs4XNe/uRkJECAwRoEhvGfcpfuZSZ6S5FVdTmJsAgQIECBAgAABAiMVcL5jpI21LAIECBAgQIAAAQIECBAgQIAAAQIECBAgQIAAAQIECBAgQIAAAQIECBAgQIAAAQIECAxcoM/z7l0EXn19kquTPLnRh9cmefnsn79pfG8x8KoKsfpiI4jqWJIq4Or/JvlHSc6d3fvKJFfWgVCL91dDn5Xk5j36X4VdvTnJYqDW55O8L8kf1zU+Lsk5O1xXhVFdPAu++qtd5qju+60kBxZ+Xo3/kSQfTfLlJF+X5LwkZyxcd2eS580M3i70auB/ipVPgACB6Qn0uX+Znq4VEyBAgAABAgQIECBAgAABAhsLDOEvL/UGy8ZtNgABAgQIECBAgAABAgQITEBA4NUEmmyJBAgQ6EFgCO8Z98BgCgIECBAgQIAAAQIE9iHgfMc+0NxCgAABAgQIECBAgAABAgQIECBAgAABAgQIECBAgAABAgQIECBAgAABAgQIECBAgAABAp0L9HnevYvAqyqYqgqGOqEh9awk1yzI7RRYVV1ShT69NMlvJLm7cc8jk9yTpAqPqr7WDbw6uQ7iaoZRVWNdmuRNddhWs8SHJ/mXSV6wsJYXJvm1HQKpHpXkqiRPawyy1/gPSPKdSS6bhWEdatxzR5KLlgR3df4QmoAAAQIECKwp0Of+Zc3SXE6AAAECBAgQIECAAAECBAgQSIbwl5d6g8WTSoAAAQIECBAgQIAAAQIElgsIvFpu5AoCBAgQWC4whPeMl6/CFQQIECBAgAABAgQIbEPA+Y5tqJuTAAECBAgQIECAAAECBAgQIECAAAECBAgQIECAAAECBAgQIECAAAECBAgQIECAAAECBJYJ9Hneve3Aqyokqgp9uqCxyE/U//0nCwvfLfDq5Ul+qQ632stqncCrB84Cql6RpBp7/lUFS/3zJDftEF41v+ZBswCuF9f1zL93LMmPJvnvjbGq8X8hyeVrjl9d/oh6/J9s3PuWOmjri8seFj8nQIAAAQKFCPS5fylkycogQIAAAQIECBAgQIAAAQIEhiQwhL+81BssQ3qi1EqAAAECBAgQIECAAAECBAgQKE/A+0vl9URFBAgQIECAAAECBAgQIDA+Aa+/x9dTKyJAgAABAgQIECBAgAABAgQIECBAgAABAgQIECBAgAABAgQIECBAgAABAgQIECBAgMAYBPo8795m4NWJSS5L0gxuqvpxRZKXJrl7oTk7BVbtFo61U1/XCbz6piRvT3KgMdCzk1yzR9jV/NJHJvnNJD/YuPcnkryp8d+L49+Z5Hn1nIv93Gkt35jk6iRPqH9Y3f/0JO8bwwNtDQQIECAwCYE+9y+TALVIAgQIECBAgAABAgQIECBAoF0BgVftehqNAAECBAgQIECAAAECBAgQIECgPAEHeMrriYoIECBAgAABAgQIECBAYHwCXn+Pr6dWRIAAAQIECBAgQIAAAQIECBAgQIAAAQIECBAgQIAAAQIECBAgQIAAAQIECBAgQIAAgTEI9HnefZPAq+rvhnxYkm9O8v1JnpvkpIUGfDzJjyapgqwWv3YKrKpCn56fpAp8Wva1TuDVRbM639oY8PfqYK7PLpuk/nm1tjc2rn3DrMYXJ/nrXX7+liQvSPLFFcevLluc48rZ+C9J8uU1xnApAQIECBDYlkCf+5dtrdG8BAgQIECAAAECBAgQIECAwIAFBF4NuHlKJ0CAAAECBAgQIECAAAECBAgQWEnAAZ6VmFxEgAABAgQIECBAgAABAgQ2EvD6eyM+NxMgQIAAAQIECBAgQIAAAQIECBAgQIAAAQIECBAgQIAAAQIECBAgQIAAAQIECBAgQIBARwJ9nnffKfCqrWVVoVXPS/L2JItrqubYKbDqVUmqf3a6frGuVQOvvibJLyW5pDFAFVZVBUqtMk9127cned1sPX+R5NYktyT5cJK7d1nHs5JcsyZkNcd1s/tOru/7QJIqqOvP1xzH5QQIECBAYBsCfe5ftrE+cxIgQIAAAQIECBAgQIAAAQIDFxB4NfAGKp8AAQIECBAgQIAAAQIECBAgQGCpgAM8S4lcQIAAAQIECBAgQIAAAQIENhbw+ntjQgMQIECAAAECBAgQIECAAAECBAgQIECAAAECBAgQIECAAAECBAgQIECAAAECBAgQIECAQAcCfZ537yrw6vNJXpDkt5P87S5GOwVWrRMUtWrg1cOTXJ3kKY06zk7yoZZ69w11uNU59XhV0NehJEfXHP/EJG+bBWmdV9/3mVmw1lPrcK01h3I5AQIECBDoXaDP/UvvizMhAQIECBAgQIAAAQIECBAgMHwBgVfD76EVECBAgAABAgQIECBAgAABAgQI7C3gAI8nhAABAgQIECBAgAABAgQIdC/g9Xf3xmYgQIAAAQIECBAgQIAAAQIECBAgQIAAAQIECBAgQIAAAQIECBAgQIAAAQIECBAgQIAAgfUF+jzv3nbgVRX2dF2SVyf5syVL3ymwqgqKumFFslUDr05J8o4kp9fjHk/yI0k+ueI8yy779nrNJ9cXVkFVVcBWFfq1zle1nqquxzVuWsdjnblcS4AAAQIE2hboc//Sdu3GI0CAAAECBAgQIECAAAECBCYgIPBqAk22RAIECBAgQIAAAQIECBAgQIDAxAUc4Jn4A2D5BAgQIECAAAECBAgQINCLgNffvTCbhAABAgQIECBAgAABAgQIECBAgAABAgQIECBAgAABAgQIECBAgAABAgQIECBAgAABAgTWFOjzvPumgVe3JvnzJB9L8pEkf5TkCyuud9XAqt2GW/X+xya5Nsm31QPdMgu7emaST69Y57LLNjXca/xnJblmWQF+ToAAAQIEChDoc/9SwHKVQIAAAQIECBAgQIAAAQIECAxNQODV0DqmXgIECBAgQIAAAQIECBAgQIAAgXUFHOBZV8z1BAgQIECAAAECBAgQIEBgfQGvv9c3cwcBAgQIECBAgAABAgQIECBAgAABAgQIECBAgAABAgQIECBAgAABAgQIECBAgAABAgQIdC/Q53n3ncKazkpyc/fLzKqBVbuVsur9i2u8PslFST7X0hoFXrUEaRgCBAgQGLRAn/uXQUMpngABAgQIECBAgAABAgQIENiOgMCr7biblQABAgQIECBAgAABAgQIECBAoD8BB3j6szYTAQIECBAgQIAAAQIECExXwOvv6fbeygkQIECAAAECBAgQIECAAAECBAgQIECAAAECBAgQIECAAAECBAgQIECAAAECBAgQIFCyQJ/n3QVebf4kCLza3NAIBAgQIDB8gT73L8PXsgICBAgQIECAAAECBAgQIECgdwGBV72Tm5AAAQIECBAgQIAAAQIECBAgQKBnAQd4egY3HQECBAgQIECAAAECBAhMUsDr70m23aIJECBAgAABAgQIECBAgAABAgQIECBAgAABAgQIECBAgAABAgQIECBAgAABAgQIECBQvECf592nEHj17UmuS3Jy3flbkjwzyadbehIWDa9PclGSz7U0vmEIECBAgMAQBPrcvwzBQ40ECBAgQIAAAQIECBAgQIBAYQICrwpriHIIECBAgAABAgQIECBAgAABAgRaF3CAp3VSAxIgQIAAAQIECBAgQIAAgfsJeP3toSBAgAABAgQIECBAgAABAgQIECBAgAABAgQIECBAgAABAgQIECBAgAABAgQIECBAgACBEgX6PO8+hcCrU5K8I8npdbOPJ/mRWejVJ1tq/sEk701yQj1e24FaLZVpGAIECBAg0KlAn/uXThdicAIECBAgQIAAAQIECBAgQGCcAgKvxtlXqyJAgAABAgQIECBAgAABAgQIECBAgAABAgQIECBAgAABAgQI9CngAzR9apuLAAECBAgQIECAAAECBAgQIECAAAECBAgQIECAAAECBAgQIECAAAECBAgQIECAAAECBFYV6PO8+xQCr05M8rYk5zUacHaSD63akCQPSfJvZ8FZj0vyiSSfrkO0/jzJNyf57STfVY93Z5LvS3LzGuO7lAABAgQIDF2gz/3L0K3UT4AAAQIECBAgQIAAAQIECGxBQODVFtBNSYAAAQIECBAgQIAAAQIECBAgQIAAAQIECBAgQIAAAQIECBAYmYAP0IysoZZDgAABAgQIECBAgAABAgQIECBAgAABAgQIECBAgAABAgQIECBAgAABAgQIECBAgACBkQj0ed59CoFXfyfJFUl+pvF8vCjJlWs8L9+Q5Jok59T3/GmSZyT5b7NxvjbJG+v/ng/54nr8xV7uNeU3JfmPSe5JcmuSP0vyziR/uUadLiVAgAABAtsS6HP/sq01mpcAAQIECBAgQIAAAQIECBAYsIDAqwE3T+kECBAgQIAAAQIECBAgQIAAAQIECBAgQIAAAQIECBAgQIAAgUIEfICmkEYogwABAgQIECBAgAABAgQIECBAgAABAgQIECBAgAABAgQIECBAgAABAgQIECBAgAABAgTuI9DnefcpBF5VuM+tQ6nm0O+qv/eFFZ+9c5NU95xQX39dkp9I8n+SVH9H5iV1qNZ8uJuSPDvJ/1px/GqMarzfaFz/kSQ/luSOFcdwGQECBAgQ2KZAn/uXba7T3AQIECBAgAABAgQIECBAgMBABQReDbRxyiZAgAABAgQIECBAgAABAgQIECBAgAABAgQIECBAgAABAgQIFCTgAzQFNUMpBAgQIECAAAECBAgQIECAAAECBAgQIECAAAECBAgQIECAAAECBAgQIECAAAECBAgQIHCvQJ/n3acSePWtSX4nyeMaz1kVSHVNkkXvxUfxIUmuTHJx4wcvrr83v/fMJFUI1kmNa15Sh2Dds8KzfXKSq5McaFz7y0lenuTLK9zvEgIECBAgsG2BPvcv216r+QkQIECAAAECBAgQIECAAIEBCgi8GmDTlEyAAAECBAgQIECAAAECBAgQIECAAAECBAgQIECAAAECBAgQKEzAB2gKa4hyCBAgQIAAAQIECBAgQIAAAQIECBAgQIAAAQIECBAgQIAAAQIECBAgQIAAAQIECBAgQOArAn2ed59K4NUDZ66vqAOk5o/ZHUl+PMkH93juHpDkx5K8YRZedUJ93ceTXJjkU437HpzksiRVENb8684klyR5c5K9Qq+qcf91kp9u3FvV9owkH/NnggABAgQIDESgz/3LQEiUSYAAAQIECBAgQIAAAQIECJQkIPCqpG6ohQABAgQIECBAgAABAgQIECBAgAABAgQIECBAgAABAgQIECAwTAEfoBlm31RNgAABAgQIECBAgAABAgQIECBAgAABAgQIECBAgAABAgQIECBAgAABAgQIECBAgACBsQv0ed59KoFX1TPzmCRvTVKtef5VBUu9LMk7k9y18GA9LMnPJfn5RthVdckLk/zaDsFkJye5OsmBhXGuTPKrSf7Hwverv1vzjCSvmgVb/cDCz14ym/OKJUFZY/9zYH0ECBAgMCyBPvcvw5JRLQECBAgQIECAAAECBAgQIFCEgMCrItqgCAIECBAgQIAAAQIECBAgQIAAAQIECBAgQIAAAQIECBAgQIDAoAV8gGbQ7VM8AQIECBAgQIAAAQIECBAgQIAAAQIECBAgQIAAAQIECBAgQIAAAQIECBAgQIAAAQIERivQ53n3KQVeVQ/M2UnenOSkhaenCr76QJJPJHlgku9Icu4s2OoRC9e9IckvzEKwvrTL07fb+NXlH0zy4SR31gFa5+0QjlVdV9X34iSfG+0TbmEECBAgMEaBPvcvY/SzJgIECBAgQIAAAQIECBAgQKBjAYFXHQMbngABAgQIECBAgAABAgQIECBAgAABAgQIECBAgAABAgQIECAwAQEfoJlAky2RAAECBAgQIECAAAECBAgQIECAAAECBAgQIECAAAECBAgQIECAAAECBAgQIECAAAECAxTo87z71AKvqsfhu5P8hySnr/ls/GaSlyT5/JL79jt+NezVddjVX61Zm8sJECBAgMC2Bfrcv2x7reYnQIAAAQIECBAgQIAAAQIEBigg8GqATVMyAQIECBAgQIAAAQIECBAgQIAAAQIECBAgQIAAAQIECBAgQKAwAR+gKawhyiFAgAABAgQIECBAgAABAgQIECBAgAABAgQIECBAgAABAgQIECBAgAABAgQIECBAgACBrwj0ed59ioFXlfGJdbDUzyQ5Yclz96kkr07yziR3r/iMVuO/MMnzkjxihXv2M8cKw7qEAAECBAj0JtDn/qW3RZmIAAECBAgQIECAAAECBAgQGI+AwKvx9NJKCBAgQIAAAQIECBAgQIAAAQIECBAgQIAAAQIECBAgQIAAAQLbEvABmm3Jm5cAAQIECBAgQIAAAQIECBAgQIAAAQIECBAgQIAAAQIECBAgQIAAAQIECBAgQIAAAQIE9hLo87z7VAOv5v6PTPLUJOclOSPJKfUPqgCqP0zyX5Jcn+SL+3xkH16P/f1JHpvkYD3OnUn+OMmtSd6V5FiSu/Y5h9sIECBAgEAJAn3uX0pYrxoIECBAgAABAgQIECBAgACBgQkIvBpYw5RLgAABAgQIECBAgAABAgQIECBAgAABAgQIECBAgAABAgQIEChQwAdoCmyKkggQIECAAAECBAgQIECAAAECBAgQIECAAAECBAgQIECAAAECBAgQIECAAAECBAgQIEAgzrt7CAgQIECAAIGhCdi/DK1j6iVAgAABAgQIECBAgAABAhMTEHg1sYZbLgECBAgQIECAAAECBAgQIECAAAECBAgQIECAAAECBAgQIECgAwEfoOkA1ZAECBAgQIAAAQIECBAgQIAAAQIECBAgQIAAAQIECBAgQIAAAQIECBAgQIAAAQIECBAgsLGA8+4bExqAAAECBAgQ6FnA/qVncNMRIECAAAECBAgQIECAAAEC6wkIvFrPy9UECBAgQIAAAQIECBAgQIAAAQLtCzhg076pEQkQIECAAAECBAgQIECAQN8CXt/3LW4+AgQIECBAgAABAgQIECBAgAABAgQIECBAgAABAgQIECBAgAABAgQIECBAgAABAgQIEFhFwHn3VZRcQ4AAAQIECJQkYP9SUjfUQoAAAQIECBAgQIAAAQIECNxPQOCVh4IAAQIECBAgQIAAAQIECBAgQGDbAg7YbLsD5idAgAABAgQIECBAgAABApsLeH2/uaERCBAgQIAAAQIECBAgQIAAAQIECBAgQIAAAQIECBAgQIAAAQIECBAgQIAAAQIECBAgQKB9Aefd2zc1IgECBAgQINCtgP1Lt75GJ0CAAAECBAgQIECAAAECBDYUEHi1IaDbCRAgQIAAAQIECBAgQIAAAQIENhZwwGZjQgMQIECAAAECBAgQIECAAIGtC3h9v/UWKIAAAQIECBAgQIAAAQIECBAgQIAAAQIECBAgQIAAAQIECBAgQIAAAQIECBAgQIAAAQIEdhBw3t1jQYAAAQIECAxNwP5laB1TLwECBAgQIECAAAECBAgQmJiAwKuJNdxyCRAgQIAAAQIECBAgQIAAAQIFCjhgU2BTlESAAAECBAgQIECAAAECBNYU8Pp+TTCXEyBAgAABAgQIECBAgAABAgQIECBAgAABAgQIECBAgAABAgQIECBAgAABAgQIECBAgEAvAs6798JsEgIECBAgQKBFAfuXFjENRYAAAQIECBAgQIAAAQIECLQvIPCqfVMjEiBAgAABAgQIECBAgAABAgQIrCcwxAM259RL/MB6S3U1AQIECBAgQIAAAQIECBAYrcAQX9+PthkWRoAAAQIECBAgQIAAAQIECBAgQIAAAQIECBAgQIAAAQIECBAgQIAAAQIECBAgQIAAAQL3Cjjv7mEgQIAAAQIEhiZg/zK0jqmXAAECBAgQIECAAAECBAhMTEDg1cQabrkECBAgQIAAAQIECBAgQIAAgQIFhnjA5mjteLBATyURIECAAI8CCrEAACAASURBVAECBAgQIECAAIFtCAzx9f02nMxJgAABAgQIECBAgAABAgQIECBAgAABAgQIECBAgAABAgQIECBAgAABAgQIECBAgAABAv0KOO/er7fZCBAgQIAAgc0F7F82NzQCAQIECBAgQIAAAQIECBAg0KGAwKsOcQ1NgAABAgQIECBAgAABAgQIECCwksDQDtick+SmemVPSPKBlVbpIgIECBAgQIAAAQIECBAgMG6Bob2+H3c3rI4AAQIECBAgQIAAAQIECBAgQIAAAQIECBAgQIAAAQIECBAgQIAAAQIECBAgQIAAAQIE5gLOu3sWCBAgQIAAgaEJ2L8MrWPqJUCAAAECBAgQIECAAAECExMQeDWxhlsuAQIECBAgQIAAAQIECBAgQKBAgaEdsDma5EDteCzJwQJNlUSAAAECBAgQIECAAAECBPoWGNrr+759zEeAAAECBAgQIECAAAECBAgQIECAAAECBAgQIECAAAECBAgQIECAAAECBAgQIECAAAEC2xFw3n077mYlQIAAAQIE9i9g/7J/O3cSIECAAAECBAgQIECAAAECPQgIvOoB2RQECBAgQIAAAQIECBAgQIAAAQJ7CgzpgM05SW5aWM0TknxAjwkQIECAAAECBAgQIECAwMQFhvT6fuKtsnwCBAgQIECAAAECBAgQIECAAAECBAgQIECAAAECBAgQIECAAAECBAgQIECAAAECBAhMSsB590m122IJECBAgMAoBOxfRtFGiyBAgAABAgQIECBAgAABAuMVEHg13t5aGQECBAgQIECAAAECBAgQIEBgKAJDOmDz4SSPX4C9OclZQ8FWJwECBAgQIECAAAECBAgQ6EhgSK/vOyIwLAECBAgQIECAAAECBAgQIECAAAECBAgQIECAAAECBAgQIECAAAECBAgQIECAAAECBAgUKOC8e4FNURIBAgQIECCwp4D9iweEAAECBAgQIECAAAECBAgQKFpA4FXR7VEcAQIECBAgQIAAAQIECBAgQGASAkM5YPOEJO/fpSNPTHLTJLplkQQIECBAgAABAgQIECBAYGeBoby+1z8CBAgQIECAAAECBAgQIECAAAECBAgQIECAAAECBAgQIECAAAECBAgQIECAAAECBAgQmJaA8+7T6rfVEiBAgACBMQjYv4yhi9ZAgAABAgQIECBAgAABAgRGLCDwasTNtTQCBAgQIECAAAECBAgQIECAwEAEhnLA5miSA7uYHktycCDeyiRAgAABAgQIECBAgAABAl0IDOX1fRdrNyYBAgQIECBAgAABAgQIECBAgAABAgQIECBAgAABAgQIECBAgAABAgQIECBAgAABAgQIlCvgvHu5vVEZAQIECBAgsLOA/YsngwABAgQIECBAgAABAgQIEChaQOBV0e1RHAECBAgQIECAAAECBAgQIEBgEgJDOGBzTpKblnTjCUk+MImOWSQBAgQIECBAgAABAgQIELi/wBBe3+sbAQIECBAgQIAAAQIECBAgQIAAAQIECBAgQIAAAQIECBAgQIAAAQIECBAgQIAAAQIECExPwHn36fXcigkQIECAwNAF7F+G3kH1EyBAgAABAgQIECBAgACBkQsIvBp5gy2PAAECBAgQIECAAAECBAgQIDAAgSEcsDma5EDD8s76309ofO9YkoMD8FYiAQIECBAgQIAAAQIECBDoQmAIr++7WLcxCRAgQIAAAQIECBAgQIAAAQIECBAgQIAAAQIECBAgQIAAAQIECBAgQIAAAQIECBAgQKBsAefdy+6P6ggQIECAAIH7C9i/eCoIECBAgAABAgQIECBAgACBogUEXhXdHsURIECAAAECBAgQIECAAAECBCYhUPoBm3OT3LhiJ6pr37/itS4jQIAAAQIECBAgQIAAAQJjEij99f2YrK2FAAECBAgQIECAAAECBAgQIECAAAECBAgQIECAAAECBAgQIECAAAECBAgQIECAAAECBFYXcN59dStXEiBAgAABAmUI2L+U0QdVECBAgAABAgQIECBAgAABArsICLzyaBAgQIAAAQIECBAgQIAAAQIECGxboPQDNkeTHGggVfXO31f7YpKHNX52LMnBbYOanwABAgQIECBAgAABAgQIbEGg9Nf3WyAxJQECBAgQIECAAAECBAgQIECAAAECBAgQIECAAAECBAgQIECAAAECBAgQIECAAAECBAgUIOC8ewFNUAIBAgQIECCwloD9y1pcLiZAgAABAgQIECBAgAABAgT6FhB41be4+QgQIECAAAECBAgQIECAAAECBBYFSj5gc26SGxsFV7X+dZKH1N/74ySnNwKwqm9X97xfmwkQIECAAAECBAgQIECAwMQESn59P7FWWC4BAgQIECBAgAABAgQIECBAgAABAgQIECBAgAABAgQIECBAgAABAgQIECBAgAABAgQINAScd/c4ECBAgAABAkMTsH8ZWsfUS4AAAQIECBAgQIAAAQIEJiYg8GpiDbdcAgQIECBAgAABAgQIECBAgECBAiUfsDma5EDD7J1JnpzkofX3/jDJXyR5euOaY0kOFuisJAIECBAgQIAAAQIECBAg0KVAya/vu1y3sQkQIECAAAECBAgQIECAAAECBAgQIECAAAECBAgQIECAAAECBAgQIECAAAECBAgQIECgbAHn3cvuj+oIECBAgACB+wvYv3gqCBAgQIAAAQIECBAgQIAAgaIFBF4V3R7FESBAgAABAgQIECBAgAABAgQmIVDqAZvzktzQ6EBV53cmuSXJA+rv35rk4iRVyFXzvbZzk7x/Et2zSAIECBAgQIAAAQIECBAg8FWBUl/f6w8BAgQIECBAgAABAgQIECBAgAABAgQIECBAgAABAgQIECBAgAABAgQIECBAgAABAgQITFvAefdp99/qCRAgQIDAEAXsX4bYNTUTIECAAAECBAgQIECAAIEJCQi8mlCzLZUAAQIECBAgQIAAAQIECBAgUKhAqQdsjiY50DC7Nsmzk9zd+N6n6xCsNyW5oPH9KgDrYKHeyiJAgAABAgQIECBAgAABAl0IlPr6vou1GpMAAQIECBAgQIAAAQIECBAgQIAAAQIECBAgQIAAAQIECBAgQIAAAQIECBAgQIAAAQIEhiPgvPtweqVSAgQIECBA4KsC9i+eBAIECBAgQIAAAQIECBAgQKBoAYFXRbdHcQQIECBAgAABAgQIECBAgACBSQiUeMDmvCQ3NPSrGk9LcnuSk+p/r773/iR/neTUJLclab7fVo3xvkl00CIJECBAgAABAgQIECBAgIAP0HgGCBAgQIAAAQIECBAgQIAAAQIECBAgQIAAAQIECBAgQIAAAQIECBAgQIAAAQIECBAgQKBMgRI/z16mlKoIECBAgACBUgTsX0rphDoIECBAgAABAgQIECBAgACBHQUEXnkwCBAgQIAAAQIECBAgQIAAAQIEti1Q4gGbo0kONGCuTXLhEqjqmgsa1xxLcnDbuOYnQIAAAQIECBAgQIAAAQI9CZT4+r6npZuGAAECBAgQIECAAAECBAgQIECAAAECBAgQIECAAAECBAgQIECAAAECBAgQIECAAAECBAoWcN694OYojQABAgQIENhRwP7Fg0GAAAECBAgQIECAAAECBAgULSDwquj2KI4AAQIECBAgQIAAAQIECBAgMAmB0g7YPCnJexvyVX2nJbl9STdOTXJbkuZ7bucled8kumiRBAgQIECAAAECBAgQIDB1gdJe30+9H9ZPgAABAgQIECBAgAABAgQIECBAgAABAgQIECBAgAABAgQIECBAgAABAgQIECBAgAABAl8VcN7dk0CAAAECBAgMTcD+ZWgdUy8BAgQIECBAgAABAgQIEJiYgMCriTXccgkQIECAAAECBAgQIECAAAECBQqUdsDmaJIDDadrk1y4olt17QWNa48lObjivS4jQIAAAQIECBAgQIAAAQJDFijt9f2QLdVOgAABAgQIECBAgAABAgQIECBAgAABAgQIECBAgAABAgQIECBAgAABAgQIECBAgAABAu0JOO/enqWRCBAgQIAAgX4E7F/6cTYLAQIECBAgQIAAAQIECBAgsE8BgVf7hHMbAQIECBAgQIAAAQIECBAgQIBAawIlHbA5lOT6xsqq2k5LcvuKqz01yW1Jmu+7PSnJjSve7zICBAgQIECAAAECBAgQIDBUgZJe3w/VUN0ECBAgQIAAAQIECBAgQIAAAQIECBAgQIAAAQIECBAgQIAAAQIECBAgQIAAAQIECBAg0L6A8+7tmxqRAAECBAgQ6FbA/qVbX6MTIECAAAECBAgQIECAAAECGwoIvNoQ0O0ECBAgQIAAAQIECBAgQIAAAQIbC5R0wOZokgONFV2b5MI1V1jdc0HjnmNJDq45hssJECBAgAABAgQIECBAgMDQBEp6fT80O/USIECAAAECBAgQIECAAAECBAgQIECAAAECBAgQIECAAAECBAgQIECAAAECBAgQIECAQHcCzrt3Z2tkAgQIECBAoBsB+5duXI1KgAABAgQIECBAgAABAgQItCQg8KolSMMQIECAAAECBAgQIECAAAECBAjsW6CUAzaHklzfWEVV12lJbl9zZacmuS1J8723JyW5cc1xXE6AAAECBAgQIECAAAECBIYkUMrr+yGZqZUAAQIECBAgQIAAAQIECBAgQIAAAQIECBAgQIAAAQIECBAgQIAAAQIECBAgQIAAAQIEuhdw3r17YzMQIECAAAEC7QrYv7TraTQCBAgQIECAAAECBAgQIECgZQGBVy2DGo4AAQIECBAgQIAAAQIECBAgQGBtgVIO2BxNcqBR/bVJLlx7NV+9obr3gsa9x5Ic3OdYbiNAgAABAgQIECBAgAABAkMQKOX1/RCs1EiAAAECBAgQIECAAAECBAgQIECAAAECBAgQIECAAAECBAgQIECAAAECBAgQIECAAAEC/Qk4796ftZkIECBAgACBdgTsX9pxNAoBAgQIECBAgAABAgQIECDQkYDAq45gDUuAAAECBAgQIECAAAECBAgQILCyQAkHbM6fBVK9p1FxVdNpSW5feRX3vfDUJLclab7/9qQkN+5zPLcRIECAAAECBAgQIECAAIHSBUp4fV+6kfoIECBAgAABAgQIECBAgAABAgQIECBAgAABAgQIECBAgAABAgQIECBAgAABAgQIECBAoH8B5937NzcjAQIECBAgsJmA/ctmfu4mQIAAAQIECBAgQIAAAQIEOhYQeNUxsOEJECBAgAABAgQIECBAgAABAgSWCpRwwOZokgONSq9NcuHSyve+oBrjgsYlx2ahWgc3HNPtBAgQIECAAAECBAgQIECgVIESXt+XaqMuAgQIECBAgAABAgQIECBAgAABAgQIECBAgAABAgQIECBAgAABAgQIECBAgAABAgQIENiegPPu27M3MwECBAgQILA/AfuX/bm5iwABAgQIECBAgAABAgQIEOhJQOBVT9CmIUCAAAECBAgQIECAAAECBAgQ2FVg2wdszp8FUb2nUV1Vz2lJbt+wZ6cmuS1J8z24Q0lu2HBctxMgQIAAAQIECBAgQIAAgRIFtv36vkQTNREgQIAAAQIECBAgQIAAAQIECBAgQIAAAQIECBAgQIAAAQIECBAgQIAAAQIECBAgQIDA9gWcd99+D1RAgAABAgQIrCdg/7Kel6sJECBAgAABAgQIECBAgACBngUEXvUMbjoCBAgQIECAAAECBAgQIECAAIH7CWz7gM2tSb6jUdW1SS5sqU/VWBc0xjo2C9c62NLYhiFAgAABAgQIECBAgAABAiUJbPv1fUkWaiFAgAABAgQIECBAgAABAgQIECBAgAABAgQIECBAgAABAgQIECBAgAABAgQIECBAgACBcgScdy+nFyohQIAAAQIEVhOwf1nNyVUECBAgQIAAAQIECBAgQIDAlgQEXm0J3rQECBAgQIAAAQIECBAgQIAAAQL3CmzzgM2Tk/zXRi+qWk5LcntL/Tk1yW1Jmu/DHUpyQ0vjG4YAAQIECPx/9u411Nq0rAP4nzLHUQw0M8QPJgThNOWYmqOWp8oZswTDYUbGA6VgkJgG2ZRoHsJqSCckzBQtUVPHooZUmKHQTNNBazxMI1IgfhCztIMvntKk/eCaWG3f2e9az17rWfd1378X/KDvc7iu33W/2/veXDwXAQIECBAgQIBAKwKHPN+3YiAOAgQIECBAgAABAgQIECBAgAABAgQIECBAgAABAgQIECBAgAABAgQIECBAgAABAgQIEGhPQL97ezUREQECBAgQIHCygP2LFUKAAAECBAgQIECAAAECBAg0LWDgVdPlERwBAgQIECBAgAABAgQIECBAYAiBQzbY3JTkojXla5NcvmP16ZmXrT3zxiQX7/gdHkeAAAECBAgQIECAAAECBA4tcMjz/aFz934CBAgQIECAAAECBAgQIECAAAECBAgQIECAAAECBAgQIECAAAECBAgQIECAAAECBAgQaFdAv3u7tREZAQIECBAgcHYB+xcrgwABAgQIECBAgAABAgQIEGhawMCrpssjOAIECBAgQIAAAQIECBAgQIDAEAKHarB5TJJ3rglPcVyY5JYdq1+Q5OYk67+LuyTJDTt+j8cRIECAAAECBAgQIECAAIFDChzqfH/InL2bAAECBAgQIECAAAECBAgQIECAAAECBAgQIECAAAECBAgQIECAAAECBAgQIECAAAECBNoX0O/efo1ESIAAAQIECPx/AfsXK4IAAQIECBAgQIAAAQIECBBoWsDAq6bLIzgCBAgQIECAAAECBAgQIECAwBACh2qwuSnJRWvC1ya5fE/i07MvW3v2jUku3tO7PJYAAQIECBAgQIAAAQIECBxC4FDn+0Pk6p0ECBAgQIAAAQIECBAgQIAAAQIECBAgQIAAAQIECBAgQIAAAQIECBAgQIAAAQIECBAgUEdAv3udWomUAAECBAgQ+KaA/YuVQIAAAQIECBAgQIAAAQIECDQtYOBV0+URHAECBAgQIECAAAECBAgQIEBgCIFDNNg8Jsk713SnGC5McsuexC9IcnOS9d/HXZLkhj29z2MJECBAgAABAgQIECBAgMDSAoc43y+do/cRIECAAAECBAgQIECAAAECBAgQIECAAAECBAgQIECAAAECBAgQIECAAAECBAgQIECAQD0B/e71aiZiAgQIECAwuoD9y+grQP4ECBAgQIAAAQIECBAgQKBxAQOvGi+Q8AgQIECAAAECBAgQIECAAAECAwgcosHmpiQXrdlem+TyPVtP77hs7R03Jrl4z+/0eAIECBAgQIAAAQIECBAgsJTAIc73S+XmPQQIECBAgAABAgQIECBAgAABAgQIECBAgAABAgQIECBAgAABAgQIECBAgAABAgQIECBQV0C/e93aiZwAAQIECIwqYP8yauXlTYAAAQIECBAgQIAAAQIEiggYeFWkUMIkQIAAAQIECBAgQIAAAQIECHQssHSDzU8lecea5/T+C5PcsmfjC5LcnGT9d3KXJLlhz+/1eAIECBAgQIAAAQIECBAgsITA0uf7JXLyDgIECBAgQIAAAQIECBAgQIAAAQIECBAgQIAAAQIECBAgQIAAAQIECBAgQIAAAQIECBCoL3C8371+RjIgQIAAAQIERhOo8A3p0WoiXwIECBAgQIAAAQIECBAgMLRAhV9W+CDS0EtU8gQIECBAgAABAgQIECBAgMAAAkv//uemJBetuV6b5PKFnKd3Xbb2rhuTXLzQu72GAAECBAgQIECAAAECBAjsU2Dp8/0+c/FsAgQIECBAgAABAgQIECBAgAABAgQIECBAgAABAgQIECBAgAABAgQIECBAgAABAgQIEOhHwMCrfmopEwIECBAgMKpAhW9Ij1obeRMgQIAAAQIECBAgQIAAgSEFKvyywgeRhlyakiZAgAABAgQIECBAgAABAgQGEljy9z+PTfL2Ndvp3RcmuWUh7wuS3Jxk/fdylya5fqH3ew0BAgQIECBAgAABAgQIENiXwJLn+33l4LkECBAgQIAAAQIECBAgQIAAAQIECBAgQIAAAQIECBAgQIAAAQIECBAgQIAAAQIECBAg0J+AgVf91VRGBAgQIEBgNIEK35AerSbyJUCAAAECBAgQIECAAAECQwtU+GWFDyINvUQlT4AAAQIECBAgQIAAAQIECAwgsOTvf25KctGa6bVJLl/YeHrnZWvvvDHJxQvH4HUECBAgQIAAAQIECBAgQGDXAkue73cdu+cRIECAAAECBAgQIECAAAECBAgQIECAAAECBAgQIECAAAECBAgQIECAAAECBAgQIECAQL8CBl71W1uZESBAgACBUQQqfEN6lFrIkwABAgQIECBAgAABAgQIEEhS4ZcVPohkqRIgQIAAAQIECBAgQIAAAQIE+hZY6vc/j03y9jXK6b0XJrllYd4Lktx87Hdzlya5fuE4vI4AAQIECBAgQIAAAQIECOxSYKnz/S5j9iwCBAgQIECAAAECBAgQIECAAAECBAgQIECAAAECBAgQIECAAAECBAgQIECAAAECBAgQ6F9Av3v/NZYhAQIECBDoTcD+pbeKyocAAQIECBAgQIAAAQIECHQmYOBVZwWVDgECBAgQIECAAAECBAgQIECgoMBSDTa/luSlaz5vTXLFgbyuTXLZ2ruvSvI7B4rFawkQIECAAAECBAgQIECAwC4Eljrf7yJWzyBAgAABAgQIECBAgAABAgQIECBAgAABAgQIECBAgAABAgQIECBAgAABAgQIECBAgACBcQT0u49Ta5kSIECAAIFeBOxfeqmkPAgQIECAAAECBAgQIECAQKcCBl51WlhpESBAgAABAgQIECBAgAABAgQKCSzZYHPvJC9IcmWSi5LcciCnC5J8OMkbk7wkyScPFIfXEiBAgAABAgQIECBAgACBXQkseb7fVcyeQ4AAAQIECBAgQIAAAQIECBAgQIAAAQIECBAgQIAAAQIECBAgQIAAAQIECBAgQIAAAQL9C+h377/GMiRAgAABAr0J2L/0VlH5ECBAgAABAgQIECBAgACBzgQMvOqsoNIhQIAAAQIECBAgQIAAAQIECBQUOESDzXcn+bcDW90tyecOHIPXEyBAgAABAgQIECBAgACBXQkc4ny/q9g9hwABAgQIECBAgAABAgQIECBAgAABAgQIECBAgAABAgQIECBAgAABAgQIECBAgAABAgT6FdDv3m9tZUaAAAECBHoVsH/ptbLyIkCAAAECBAgQIECAAAECnQgYeNVJIaVBgAABAgQIECBAgAABAgQIECgsoMGmcPGEToAAAQIECBAgQIAAAQIEVgLO95YCAQIECBAgQIAAAQIECBAgQIAAAQIECBAgQIAAAQIECBAgQIAAAQIECBAgQIAAAQIECLQooN+9xaqIiQABAgQIEDhJwP7F+iBAgAABAgQIECBAgAABAgSaFjDwqunyCI4AAQIECBAgQIAAAQIECBAgMISABpshyixJAgQIECBAgAABAgQIEOhcwPm+8wJLjwABAgQIECBAgAABAgQIECBAgAABAgQIECBAgAABAgQIECBAgAABAgQIECBAgAABAkUF9LsXLZywCRAgQIDAwAL2LwMXX+oECBAgQIAAAQIECBAgQKCCgIFXFaokRgIECBAgQIAAAQIECBAgQIBA3wIabPqur+wIECBAgAABAgQIECBAYAwB5/sx6ixLAgQIECBAgAABAgQIECBAgAABAgQIECBAgAABAgQIECBAgAABAgQIECBAgAABAgQIVBPQ716tYuIlQIAAAQIE7F+sAQIECBAgQIAAAQIECBAgQKBpAQOvmi6P4AgQIECAAAECBAgQIECAAAECQwhosBmizJIkQIAAAQIECBAgQIAAgc4FnO87L7D0CBAgQIAAAQIECBAgQIAAAQIECBAgQIAAAQIECBAgQIAAAQIECBAgQIAAAQIECBAgUFRAv3vRwgmbAAECBAgMLGD/MnDxpU6AAAECBAgQIECAAAECBCoIGHhVoUpiJECAAAECBAgQIECAAAECBAj0LaDBpu/6yo4AAQIECBAgQIAAAQIExhBwvh+jzrIkQIAAAQIECBAgQIAAAQIECBAgQIAAAQIECBAgQIAAAQIECBAgQIAAAQIECBAgQIBANQH97tUqJl4CBAgQIEDA/sUaIECAAAECBAgQIECAAAECBJoWMPCq6fIIjgABAgQIECBAgAABAgQIECAwhIAGmyHKLEkCBAgQIECAAAECBAgQ6FzA+b7zAkuPAAECBAgQIECAAAECBAgQIECAAAECBAgQIECAAAECBAgQIECAAAECBAgQIECAAAECRQX0uxctnLAJECBAgMDAAvYvAxdf6gQIECBAgAABAgQIECBAoIKAgVcVqiRGAgQIECBAgAABAgQIECBAgEDfAtUabJ6a5GFJvpTkzUn+ru/yyI4AAQIECBAgQIAAAQIECGwkUO18v1FSLiJAgAABAgQIECBAgAABAgQIECBAgAABAgQIECBAgAABAgQIECBAgAABAgQIECBAgACB8gL63cuXUAIECBAgQGA4AfuX4UouYQIECBAgQIAAAQIECBAgUEvAwKta9RItAQIECBAgQIAAAQIECBAgQKBHgUoNNrdP8tW1Inw0yYOSfKXHwsiJAAECBAgQIECAAAECBAhsIVDpfL9FWi4lQIAAAQIECBAgQIAAAQIECBAgQIAAAQIECBAgQIAAAQIECBAgQIAAAQIECBAgQIAAgeIC+t2LF1D4BAgQIEBgQAH7lwGLLmUCBAgQIECAAAECBAgQIFBJwMCrStUSKwECBAgQIECAAAECBAgQIECgT4FKDTbnJ/liklt/r/axJA9NcqbP0siKAAECBAgQIECAAAECBAhsLFDpfL9xUi4kQIAAAQIECBAgQIAAAQIECBAgQIAAAQIECBAgQIAAAQIECBAgQIAAAQIECBAgQIAA0LTyUQAAIABJREFUgfIC+t3Ll1ACBAgQIEBgOAH7l+FKLmECBAgQIECAAAECBAgQIFBLwMCrWvUSLQECBAgQIECAAAECBAgQIECgR4FKDTZ3SPK5JHdaFeL9SS4x8KrHZSknAgQIECBAgAABAgQIENhSoNL5fsvUXE6AAAECBAgQIECAAAECBAgQIECAAAECBAgQIECAAAECBAgQIECAAAECBAgQIECAAAEChQX0uxcuntAJECBAgMCgAvYvgxZe2gQIECBAgAABAgQIECBAoIqAgVdVKiVOAgQIECBAgAABAgQIECBAgEC/ApUabAy86ncdyowAAQIECBAgQIAAAQIETidQ6Xx/ukzdTYAAAQIECBAgQIAAAQIECBAgQIAAAQIECBAgQIAAAQIECBAgQIAAAQIECBAgQIAAAQKVBPS7V6qWWAkQIECAAIFJwP7FOiBAgAABAgQIECBAgAABAgSaFjDwqunyCI4AAQIECBAgQIAAAQIECBAgMIRApQYbA6+GWJKSJECAAAECBAgQIECAAIEZApXO9zPScwsBAgQIECBAgAABAgQIECBAgAABAgQIECBAgAABAgQIECBAgAABAgQIECBAgAABAgQIFBXQ7160cMImQIAAAQIDC9i/DFx8qRMgQIAAAQIECBAgQIAAgQoCBl5VqJIYCRAgQIAAAQIECBAgQIAAAQJ9C1RqsDHwqu+1KDsCBAgQIECAAAECBAgQmC9Q6Xw/P0t3EiBAgAABAgQIECBAgAABAgQIECBAgAABAgQIECBAgAABAgQIECBAgAABAgQIECBAgEA1Af3u1SomXgIECBAgQMD+xRogQIAAAQIECBAgQIAAAQIEmhYw8Krp8giOAAECBAgQIECAAAECBAgQIDCEQKUGGwOvhliSkiRAgAABAgQIECBAgACBGQKVzvcz0nMLAQIECBAgQIAAAQIECBAgQIAAAQIECBAgQIAAAQIECBAgQIAAAQIECBAgQIAAAQIECBQV0O9etHDCJkCAAAECAwvYvwxcfKkTIECAAAECBAgQIECAAIEKAgZeVaiSGAkQIECAAAECBAgQIECAAAECfQtUarAx8KrvtSg7AgQIECBAgAABAgQIEJgvUOl8Pz9LdxIgQIAAAQIECBAgQIAAAQIECBAgQIAAAQIECBAgQIAAAQIECBAgQIAAAQIECBAgQIBANQH97tUqJl4CBAgQIEDA/sUaIECAAAECBAgQIECAAAECBJoWMPCq6fIIjgABAgQIECBAgAABAgQIECAwhEClBhsDr4ZYkpIkQIAAAQIECBAgQIAAgRkClc73M9JzCwECBAgQIECAAAECBAgQIECAAAECBAgQIECAAAECBAgQIECAAAECBAgQIECAAAECBAgUFdDvXrRwwiZAgAABAgML2L8MXHypEyBAgAABAgQIECBAgACBCgIGXlWokhgJECBAgAABAgQIECBAgAABAn0LVGqwMfCq77UoOwIECBAgQIAAAQIECBCYL1DpfD8/S3cSIECAAAECBAgQIECAAAECBAgQIECAAAECBAgQIECAAAECBAgQIECAAAECBAgQIECAQDUB/e7VKiZeAgQIECBAwP7FGiBAgAABAgQIECBAgAABAgSaFjDwqunyCI4AAQIECBAgQIAAAQIECBAgMIRApQYbA6+GWJKSJECAAAECBAgQIECAAIEZApXO9zPScwsBAgQIECBAgAABAgQIECBAgAABAgQIECBAgAABAgQIECBAgAABAgQIECBAgAABAgQIFBXQ7160cMImQIAAAQIDC9i/DFx8qRMgQIAAAQIECBAgQIAAgQoCBl5VqJIYCRAgQIAAAQIECBAgQIAAAQJ9C1RqsDHwqu+1KDsCBAgQIECAAAECBAgQmC9Q6Xw/P0t3EiBAgAABAgQIECBAgAABAgQIECBAgAABAgQIECBAgAABAgQIECBAgAABAgQIECBAgEA1Af3u1SomXgIECBAgQMD+xRogQIAAAQIECBAgQIAAAQIEmhYw8Krp8giOAAECBAgQIECAAAECBAgQIDCEQKUGGwOvhliSkiRAgAABAgQIECBAgACBGQKVzvcz0nMLAQIECBAgQIAAAQIECBAgQIAAAQIECBAgQIAAAQIECBAgQIAAAQIECBAgQIAAAQIECBQV0O9etHDCJkCAAAECAwvYvwxcfKkTIECAAAECBAgQIECAAIEKAgZeVaiSGAkQIECAAAECBAgQIECAAAECfQtUarAx8KrvtSg7AgQIECBAgAABAgQIEJgvUOl8Pz9LdxIgQIAAAQIECBAgQIAAAQIECBAgQIAAAQIECBAgQIAAAQIECBAgQIAAAQIECBAgQIBANQH97tUqJl4CBAgQIEDA/sUaIECAAAECBAgQIECAAAECBJoWMPCq6fIIjgABAgQIECBAgAABAgQIECAwhEClBhsDr4ZYkpIkQIAAAQIECBAgQIAAgRkClc73M9JzCwECBAgQIECAAAECBAgQIECAAAECBAgQIECAAAECBAgQIECAAAECBAgQIECAAAECBAgUFdDvXrRwwiZAgAABAgML2L8MXHypEyBAgAABAgQIECBAgACBCgIGXlWokhgJECBAgAABAgQIECBAgAABAn0LVGqwMfCq77UoOwIECBAgQIAAAQIECBCYL1DpfD8/S3cSIECAAAECBAgQIECAAAECBAgQIECAAAECBAgQIECAAAECBAgQIECAAAECBAgQIECAQDUB/e7VKiZeAgQIECBAwP7FGiBAgAABAgQIECBAgAABAgSaFjDwqunyCI4AAQIECBAgQIAAAQIECBAgMIRApQYbA6+GWJKSJECAAAECBAgQIECAAIEZApXO9zPScwsBAgQIECBAgAABAgQIECBAgAABAgQIECBAgAABAgQIECBAgAABAgQIECBAgAABAgQIFBXQ7160cMImQIAAAQIDC9i/DFx8qRMgQIAAAQIECBAgQIAAgQoCBl5VqJIYCRAgQIAAAQIECBAgQIAAAQJ9C1RqsDHwqu+1KDsCBAgQIECAAAECBAgQmC9Q6Xw/P0t3EiBAgAABAgQIECBAgAABAgQIECBAgAABAgQIECBAgAABAgQIECBAgAABAgQIECBAgEA1Af3u1SomXgIECBAgQMD+xRogQIAAAQIECBAgQIAAAQIEmhYw8Krp8giOAAECBAgQIECAAAECBAgQIDCEQKUGGwOvhliSkiRAgAABAgQIECBAgACBGQKVzvcz0nMLAQIECBAgQIAAAQIECBAgQIAAAQIECBAgQIAAAQIECBAgQIAAAQIECBAgQIAAAQIECBQV0O9etHDCJkCAAAECAwvYvwxcfKkTIECAAAECBAgQIECAAIEKAgZeVaiSGAkQIECAAAECBAgQIECAAAECfQtUarAx8KrvtSg7AgQIECBAgAABAgQIEJgvUOl8Pz9LdxIgQIAAAQIECBAgQIAAAQIECBAgQIAAAQIECBAgQIAAAQIECBAgQIAAAQIECBAgQIBANQH97tUqJl4CBAgQIEDA/sUaIECAAAECBAgQIECAAAECBJoWMPCq6fIIjgABAgQIECBAgAABAgQIECAwhEClBhsDr4ZYkpIkQIAAAQIECBAgQIAAgRkClc73M9JzCwECBAgQIECAAAECBAgQIECAAAECBAgQIECAAAECBAgQIECAAAECBAgQIECAAAECBAgUFdDvXrRwwiZAgAABAgML2L8MXHypEyBAgAABAgQIECBAgACBCgIGXlWokhgJECBAgAABAgQIECBAgAABAn0LVGqwMfCq77UoOwIECBAgQIAAAQIECBCYL1DpfD8/S3cSIECAAAECBAgQIECAAAECBAgQIECAAAECBAgQIECAAAECBAgQIECAAAECBAgQIECAQDUB/e7VKiZeAgQIECBAwP7FGiBAgAABAgQIECBAgAABAgSaFjDwqunyCI4AAQIECBAgQIAAAQIECBAgMIRApQYbA6+GWJKSJECAAAECBAgQIECAAIEZApXO9zPScwsBAgQIECBAgAABAgQIECBAgAABAgQIECBAgAABAgQIECBAgAABAgQIECBAgAABAgQIFBXQ7160cMImQIAAAQIDC9i/DFx8qRMgQIAAAQIECBAgQIAAgQoCBl5VqJIYCRAgQIAAAQIECBAgQIAAAQJ9C1RqsDHwqu+1KDsCBAgQIECAAAECBAgQmC9Q6Xw/P0t3EiBAgAABAgQIECBAgAABAgQIECBAgAABAgQIECBAgAABAgQIECBAgAABAgQIECBAgEA1Af3u1SomXgIECBAgQMD+xRogQIAAAQIECBAgQIAAAQIEmhYw8Krp8giOAAECBAgQIECAAAECBAgQIDCEQKUGGwOvhliSkiRAgAABAgQIECBAgACBGQKVzvcz0nMLAQIECBAgQIAAAQIECBAgQIAAAQIECBAgQIAAAQIECBAgQIAAAQIECBAgQIAAAQIECBQV0O9etHDCJkCAAAECAwvYvwxcfKkTIECAAAECBAgQIECAAIEKAgZeVaiSGAkQIECAAAECBAgQIECAAAECfQtUarAx8KrvtSg7AgQIECBAgAABAgQIEJgvUOl8Pz9LdxIgQIAAAQIECBAgQIAAAQIECBAgQIAAAQIECBAgQIAAAQIECBAgQIAAAQIECBAgQIBANQH97tUqJl4CBAgQIEDA/sUaIECAAAECBAgQIECAAAECBJoWMPCq6fIIjgABAgQIECBAgAABAgQIECAwhEClBhsDr4ZYkpIkQIAAAQIECBAgQIAAgRkClc73M9JzCwECBAgQIECAAAECBAgQIECAAAECBAgQIECAAAECBAgQIECAAAECBAgQIECAAAECBAgUFdDvXrRwwiZAgAABAgML2L8MXHypEyBAgAABAgQIECBAgACBCgIGXlWokhgJECBAgAABAgQIECBAgAABAn0LVGqwMfCq77UoOwIECBAgQIAAAQIECBCYL1DpfD8/S3cSIECAAAECBAgQIECAAAECBAgQIECAAAECBAgQIECAAAECBAgQIECAAAECBAgQIECAQDUB/e7VKiZeAgQIECBAwP7FGiBAgAABAgQIECBAgAABAgSaFjDwqunyCI4AAQIECBAgQIAAAQIECBAgMIRApQabaeDVfyW5/aoyH0ryqCRnhqiUJAkQIECAAAECBAgQIECAwG0LVDrfqyMBAgQIECBAgAABAgQIECBAgAABAgQIECBAgAABAgQIECBAgAABAgQIECBAgAABAgQIjCOg332cWsuUAAECBAj0ImD/0ksl5UGAAAECBAgQIECAAAECBDoVMPCq08JKiwABAgQIECBAgAABAgQIECBQSKBSg835Sb60ZvtPSe5v4FWh1SZUAgQIECBAgAABAgQIENiXQKXz/b4MPJcAAQIECBAgQIAAAQIECBAgQIAAAQIECBAgQIAAAQIECBAgQIAAAQIECBAgQIAAAQIE2hPQ795eTUREgAABAgQInCxg/2KFECBAgAABAgQIECBAgAABAk0LGHjVdHkER4AAAQIECBAgQIAAAQIECBAYQqBag81fJ3lwkq8l+d0kLxmiSpIkQIAAAQIECBAgQIAAAQInC1Q736snAQIECBAgQIAAAQIECBAgQIAAAQIECBAgQIAAAQIECBAgQIAAAQIECBAgQIAAAQIECIwhoN99jDrLkgABAgQI9CRg/9JTNeVCgAABAgQIECBAgAABAgQ6FDDwqsOiSokAAQIECBAgQIAAAQIECBAgUEygWoPN7ZLcJcl/JzmT5BvFvIVLgAABAgQIECBAgAABAgT2IVDtfL8PA88kQIAAAQIECBAgQIAAAQIECBAgQIAAAQIECBAgQIAAAQIECBAgQIAAAQIECBAgQIAAgfYE9Lu3VxMRESBAgAABAicL2L9YIQQIECBAgAABAgQIECBAgEDTAgZeNV0ewREgQIAAAQIECBAgQIAAAQIEhhDQYDNEmSVJgAABAgQIECBAgAABAp0LON93XmDpESBAgAABAgQIECBAgAABAgQIECBAgAABAgQIECBAgAABAgQIECBAgAABAgQIECBAoKiAfveihRM2AQIECBAYWMD+ZeDiS50AAQIECBAgQIAAAQIECFQQMPCqQpXESIAAAQIECBAgQIAAAQIECBDoW0CDTd/1lR0BAgQIECBAgAABAgQIjCHgfD9GnWVJgAABAgQIECBAgAABAgQIECBAgAABAgQIECBAgAABAgQIECBAgAABAgQIECBAgACBagL63atVTLwECBAgQICA/Ys1QIAAAQIECBAgQIAAAQIECDQtYOBV0+URHAECBAgQIECAAAECBAgQIEBgCAENNkOUWZIECBAgQIAAAQIECBAg0LmA833nBZYeAQIECBAgQIAAAQIECBAgQIAAAQIECBAgQIAAAQIECBAgQIAAAQIECBAgQIAAAQIEigrody9aOGETIECAAIGBBexfBi6+1AkQIECAAAECBAgQIECAQAUBA68qVEmMBAgQIECAAAECBAgQIECAAIG+BTTY9F1f2REgQIAAAQIECBAgQIDAGALO92PUWZYECBAgQIAAAQIECBAgQIAAAQIECBAgQIAAAQIECBAgQIAAAQIECBAgQIAAAQIECBCoJqDfvVrFxEuAAAECBAjYv1gDBAgQIECAAAECBAgQIECAQNMCBl41XR7BESBAgAABAgQIECBAgAABAgSGENBgM0SZJUmAAAECBAgQIECAAAECnQs433deYOkRIECAAAECBAgQIECAAAECBAgQIECAAAECBAgQIECAAAECBAgQIECAAAECBAgQIECgqIB+96KFEzYBAgQIEBhYwP5l4OJLnQABAgQIECBAgAABAgQIVBAw8KpClcRIgAABAgQIECBAgAABAgQIEOhbQINN3/WVHQECBAgQIECAAAECBAiMIeB8P0adZUmAAAECBAgQIECAAAECBAgQIECAAAECBAgQIECAAAECBAgQIECAAAECBAgQIECAAIFqAvrdq1VMvAQIECBAgID9izVAgAABAgQIECBAgAABAgQINC1g4FXT5REcAQIECBAgQIAAAQIECBAgQGAIAQ02Q5RZkgQIECBAgAABAgQIECDQuYDzfecFlh4BAgQIECBAgAABAgQIECBAgAABAgQIECBAgAABAgQIECBAgAABAgQIECBAgAABAgSKCuh3L1o4YRMgQIAAgYEF7F8GLr7UCRAgQIAAAQIECBAgQIBABQEDrypUSYwECBAgQIAAAQIECBAgQIAAgb4FNNj0XV/ZESBAgAABAgQIECBAgMAYAs73Y9RZlgQIECBAgAABAgQIECBAgAABAgQIECBAgAABAgQIECBAgAABAgQIECBAgAABAgQIEKgmoN+9WsXES4AAAQIECNi/WAMECBAgQIAAAQIECBAgQIBA0wIGXjVdHsERIECAAAECBAgQIECAAAECBIYQ0GAzRJklSYAAAQIECBAgQIAAAQKdCzjfd15g6REgQIAAAQIECBAgQIAAAQIECBAgQIAAAQIECBAgQIAAAQIECBAgQIAAAQIECBAgQKCogH73ooUTNgECBAgQGFjA/mXg4kudAAECBAgQIECAAAECBAhUEDDwqkKVxEiAAAECBAgQIECAAAECBAgQ6FtAg03f9ZUdAQIECBAgQIAAAQIECIwh4Hw/Rp1lSYAAAQIECBAgQIAAAQIECBAgQIAAAQIECBAgQIAAAQIECBAgQIAAAQIECBAgQIAAgWoC+t2rVUy8BAgQIECAgP2LNUCAAAECBAgQIECAAAECBAg0LWDgVdPlERwBAgQIECBAgAABAgQIECBAYAgBDTZDlFmSBAgQIECAAAECBAgQINC5gPN95wWWHgECBAgQIECAAAECBAgQIECAAAECBAgQIECAAAECBAgQIECAAAECBAgQIECAAAECBIoK6HcvWjhhEyBAgACBgQXsXwYuvtQJECBAgAABAgQIECBAgEAFAQOvKlRJjAQIECBAgAABAgQIECBAgACBvgU02PRdX9kRIECAAAECBAgQIECAwBgCzvdj1FmWBAgQIECAAAECBAgQIECAAAECBAgQIECAAAECBAgQIECAAAECBAgQIECAAAECBAgQqCag371axcRLgAABAgQI2L9YAwQIECBAgAABAgQIECBAgEDTAgZeNV0ewREgQIAAAQIECBAgQIAAAQIEhhDQYDNEmSVJgAABAgQIECBAgAABAp0LON93XmDpESBAgAABAgQIECBAgAABAgQIECBAgAABAgQIECBAgAABAgQIECBAgAABAgQIECBAoKiAfveihRM2AQIECBAYWMD+ZeDiS50AAQIECBAgQIAAAQIECFQQMPCqQpXESIAAAQIECBAgQIAAAQIECBDoW0CDTd/1lR0BAgQIECBAgAABAgQIjCHgfD9GnWVJgAABAgQIECBAgAABAgQIECBAgAABAgQIECBAgAABAgQIECBAgAABAgQIECBAgACBagL63atVTLwECBAgQICA/Ys1QIAAAQIECBAgQIAAAQIECDQtYOBV0+URHAECBAgQIECAAAECBAgQIEBgCAENNkOUWZIECBAgQIAAAQIECBAg0LmA833nBZYeAQIECBAgQIAAAQIECBAgQIAAAQIECBAgQIAAAQIECBAgQIAAAQIECBAgQIAAAQIEigrody9aOGETIECAAIGBBexfBi6+1AkQIECAAAECBAgQIECAQAUBA68qVEmMBAgQIECAAAECBAgQIECAAIG+BTTY9F1f2REgQIAAAQIECBAgQIDAGALO92PUWZYECBAgQIAAAQIECBAgQIAAAQIECBAgQIAAAQIECBAgQIAAAQIECBAgQIAAAQIECBCoJqDfvVrFxEuAAAECBAjYv1gDBAgQIECAAAECBAgQIECAQNMCBl41XR7BESBAgAABAgQIECBAgAABAgSGENBgM0SZJUmAAAECBAgQIECAAAECnQs433deYOkRIECAAAECBAgQIECAAAECBAgQIECAAAECBAgQIECAAAECBAgQIECAAAECBAgQIECgqIB+96KFEzYBAgQIEBhYwP5l4OJLnQABAgQIECBAgAABAgQIVBAw8KpClcRIgAABAgQIECBAgAABAgQIEOhbQINN3/WVHQECBAgQIECAAAECBAiMIeB8P0adZUmAAAECBAgQIECAAAECBAgQIECAAAECBAgQIECAAAECBAgQIECAAAECBAgQIECAAIFqAvrdq1VMvAQIECBAgID9izVAgAABAgQIECBAgAABAgQINC1g4FXT5REcAQIECBAgQIAAAQIECBAgQGAIAQ02Q5RZkgQIECBAgAABAgQIECDQuYDzfecFlh4BAgQIECBAgAABAgQIECBAgAABAgQIECBAgAABAgQIECBAgAABAgQIECBAgAABAgSKCuh3L1o4YRMgQIAAgYEF7F8GLr7UCRAgQIAAAQIECBAgQIBABQEDrypUSYwECBAgQIAAAQIECBAgQIAAgb4FNNj0XV/ZESBAgAABAgQIECBAgMAYAs73Y9RZlgQIECBAgAABAgQIECBAgAABAgQIECBAgAABAgQIECBAgAABAgQIECBAgAABAgQIEKgmoN+9WsXES4AAAQIECNi/WAMECBAgQIAAAQIECBAgQIBA0wIGXjVdHsERIECAAAECBAgQIECAAAECBIYQ0GAzRJklSYAAAQIECBAgQIAAAQKdCzjfd15g6REgQIAAAQIECBAgQIAAAQIECBAgQIAAAQIECBAgQIAAAQIECBAgQIAAAQIECBAgQKCowNL97s9P8uI1q48kuTzJJ07we2iS9x77+ycledMJ95yf5Jokz1i75vokVyb5fNFaCZsAAQIECBD4psDS+xfuBAgQIECAAAECBAgQIECAAIGtBAy82orLxQQIECBAgAABAgQIECBAgAABAnsQ0GCzB1SPJECAAAECBAgQIECAAAECCws43y8M7nUECBAgQIAAAQIECBAgQIAAAQIECBAgQIAAAQIECBAgQIAAAQIECBAgQIAAAQIECBAgsJHA0v3uBl5tVBYXESBAgAABAicILL1/UQwCBAgQIECAAAECBAgQIECAwFYCBl5txeViAgQIECBAgAABAgQIECBAgACBPQhosNkDqkcSIECAAAECBAgQIECAAIGFBZzvFwb3OgIECBAgQIAAAQIECBAgQIAAAQIECBAgQIAAAQIECBAgQIAAAQIECBAgQIAAAQIECBDYSGDpfncDrzYqi4sIECBAgACBEwSW3r8oBgECBAgQIECAAAECBAgQIEBgKwEDr7bicjEBAgQIECBAgAABAgQIECBAgMAeBDTY7AHVIwkQIECAAAECBAgQIECAwMICzvcLg3sdAQIECBAgQIAAAQIECBAgQIAAAQIECBAgQIAAAQIECBAgQIAAAQIECBAgQIAAAQIECGwksHS/u4FXG5XFRQQIECBAgMAJAkvvXxSDAAECBAgQIECAAAECBAgQILCVgIFXW3G5mAABAgQIECBAgAABAgQIECBAYA8CGmz2gOqRBAgQIECAAAECBAgQIEBgYQHn+4XBvY4AAQIECBAgQIAAAQIECBAgQIAAAQIECBAgQIAAAQIECBAgQIAAAQIECBAgQIAAAQIENhJYut/dwKuNyuIiAgQIECBA4ASBpfcvikGAAAECBAgQIECAAAECBAgQ2ErAwKutuFxMgAABAgQIECBAgAABAgQIECCwBwENNntA9UgCBAgQIECAAAECBAgQILCwgPP9wuBeR4AAAQIECBAgQIAAAQIECBAgQIAAAQIECBAgQIAAAQIECBAgQIAAAQIECBAgQIAAAQIbCeh334jJRQQIECBAgEBDAvYvDRVDKAQIECBAgAABAgQIECBAgMC3Chh4ZVUQIECAAAECBAgQIECAAAECBAgcWkCDzaEr4P0ECBAgQIAAAQIECBAgQOApw1ZiAAAgAElEQVT0As73pzf0BAIECBAgQIAAAQIECBAgQIAAAQIECBAgQIAAAQIECBAgQIAAAQIECBAgQIAAAQIECBDYvYB+992beiIBAgQIECCwXwH7l/36ejoBAgQIECBAgAABAgQIECBwSgEDr04J6HYCBAgQIECAAAECBAgQIECAAIFTC2iwOTWhBxAgQIAAAQIECBAgQIAAgYMLON8fvAQCIECAAAECBAgQIECAAAECBAgQIECAAAECBAgQIECAAAECBAgQIECAAAECBAgQIECAAIGzCOh3tywIECBAgACBagL2L9UqJl4CBAgQIECAAAECBAgQIDCYgIFXgxVcugQIECBAgAABAgQIECBAgACBBgU02DRYFCERIECAAAECBAgQIECAAIEtBZzvtwRzOQECBAgQIECAAAECBAgQIECAAAECBAgQIECAAAECBAgQIECAAAECBAgQIECAAAECBAgsIqDffRFmLyFAgAABAgR2KGD/skNMjyJAgAABAgQIECBAgAABAgR2L2Dg1e5NPZEAAQIECBAgQIAAAQIECBAgQGA7AQ0223m5mgABAgQIECBAgAABAgQItCjgfN9iVcREgAABAgQIECBAgAABAgQIECBAgAABAgQIECBAgAABAgQIECBAgAABAgQIECBAgAABAvrdrQECBAgQIECgmoD9S7WKiZcAAQIECBAgQIAAAQIECAwmYODVYAWXLgECBAgQIECAAAECBAgQIECgQQENNg0WRUgECBAgQIAAAQIECBAgQGBLAef7LcFcToAAAQIECBAgQIAAAQIECBAgQIAAAQIECBAgQIAAAQIECBAgQIAAAQIECBAgQIAAAQKLCOh3X4TZSwgQIECAAIEdCti/7BDTowgQIECAAAECBAgQIECAAIHdCxh4tXtTTyRAgAABAgQIECBAgAABAgQIENhOoFqDzY1JfjjJ147SfGGSq7dL19UECBAgQIAAAQIECBAgQKBLgWrn+y6LICkCBAgQIECAAAECBAgQIECAAAECBAgQIECAAAECBAgQIECAAAECBAgQIECAAAECBAgQ+BYB/e4WBQECBAgQIFBNwP6lWsXES4AAAQIECBAgQIAAAQIEBhMw8GqwgkuXAAECBAgQIECAAAECBAgQINCgQKUGm/OSfGXN8B+TPDjJmQZdhUSAAAECBAgQIECAAAECBJYUqHS+X9LFuwgQIECAAAECBAgQIECAAAECBAgQIECAAAECBAgQIECAAAECBAgQIECAAAECBAgQIEDgsAL63Q/r7+0ECBAgQIDA9gL2L9ubuYMAAQIECBAgQIAAAQIECBBYUMDAqwWxvYoAAQIECBAgQIAAAQIECBAgQOCsApUabO6Q5PNJ7rjK5ANJHm3glZVNgAABAgQIECBAgAABAgRS6XyvXAQIECBAgAABAgQIECBAgAABAgQIECBAgAABAgQIECBAgAABAgQIECBAgAABAgQIECAwjoB+93FqLVMCBAgQINCLgP1LL5WUBwECBAgQIECAAAECBAgQ6FTAwKtOCystAgQIECBAgAABAgQIECBAgEAhgUoNNtPAq88ludPK9/1JLjHwqtBqEyoBAgQIECBAgAABAgQI7Eug0vl+XwaeS4AAAQIECBAgQIAAAQIECBAgQIAAAQIECBAgQIAAAQIECBAgQIAAAQIECBAgQIAAAQLtCeh3b68mIiJAgAABAgROFrB/sUIIECBAgAABAgQIECBAgACBpgUMvGq6PIIjQIAAAQIECBAgQIAAAQIECAwhUKnBxsCrIZakJAkQIECAAAECBAgQIEBghkCl8/2M9NxCgAABAgQIECBAgAABAgQIECBAgAABAgQIECBAgAABAgQIECBAgAABAgQIECBAgAABAkUF9LsXLZywCRAgQIDAwAL2LwMXX+oECBAgQIAAAQIECBAgQKCCgIFXFaokRgIECBAgQIAAAQIECBAgQIBA3wKVGmwMvOp7LcqOAAECBAgQIECAAAECBOYLVDrfz8/SnQQIECBAgAABAgQIECBAgAABAgQIECBAgAABAgQIECBAgAABAgQIECBAgAABAgQIECBQTUC/e7WKiZcAAQIECBCwf7EGCBAgQIAAAQIECBAgQIAAgaYFDLxqujyCI0CAAAECBAgQIECAAAECBAgMIVCpwcbAqyGWpCQJECBAgAABAgQIECBAYIZApfP9jPTcQoAAAQIECBAgQIAAAQIECBAgQIAAAQIECBAgQIAAAQIECBAgQIAAAQIECBAgQIAAAQJFBfS7Fy2csAkQIECAwMAC9i8DF1/qBAgQIECAAAECBAgQIECggoCBVxWqJEYCBAgQIECAAAECBAgQIECAQN8ClRpsDLzqey3KjgABAgQIECBAgAABAgTmC1Q638/P0p0ECBAgQIAAAQIECBAgQIAAAQIECBAgQIAAAQIECBAgQIAAAQIECBAgQIAAAQIECBAgUE1Av3u1iomXAAECBAgQsH+xBggQIECAAAECBAgQIECAAIGmBQy8aro8giNAgAABAgQIECBAgAABAgQIDCFQqcHGwKshlqQkCRAgQIAAAQIECBAgQGCGQKXz/Yz03EKAAAECBAgQIECAAAECBAgQIECAAAECBAgQIECAAAECBAgQIECAAAECBAgQIECAAAECRQX0uxctnLAJECBAgMDAAvYvAxdf6gQIECBAgAABAgQIECBAoIKAgVcVqiRGAgQIECBAgAABAgQIECBAgEDfApUabAy86nstyo4AAQIECBAgQIAAAQIE5gtUOt/Pz9KdBAgQIECAAAECBAgQIECAAAECBAgQIECAAAECBAgQIECAAAECBAgQIECAAAECBAgQIFBNQL97tYqJlwABAgQIELB/sQYIECBAgAABAgQIECBAgACBpgUMvGq6PIIjQIAAAQIECBAgQIAAAQIECAwhUKnBxsCrIZakJAkQIECAAAECBAgQIEBghkCl8/2M9NxCgAABAgQIECBAgAABAgQIECBAgAABAgQIECBAgAABAgQIECBAgAABAgQIECBAgAABAkUF9LsXLZywCRAgQIDAwAL2LwMXX+oECBAgQIAAAQIECBAgQKCCgIFXFaokRgIECBAgQIAAAQIECBAgQIBA3wKVGmwMvOp7LcqOAAECBAgQIECAAAECBOYLVDrfz8/SnQQIECBAgAABAgQIECBAgAABAgQIECBAgAABAgQIECBAgAABAgQIECBAgAABAgQIECBQTUC/e7WKiZcAAQIECBCwf7EGCBAgQIAAAQIECBAgQIAAgaYFDLxqujyCI0CAAAECBAgQIECAAAECBAgMIVCpwcbAqyGWpCQJECBAgAABAgQIECBAYIZApfP9jPTcQoAAAQIECBAgQIAAAQIECBAgQIAAAQIECBAgQIAAAQIECBAgQIAAAQIECBAgQIAAAQJFBfS7Fy2csAkQIECAwMAC9i8DF1/qBAgQIECAAAECBAgQIECggoCBVxWqJEYCBAgQIECAAAECBAgQIECAQN8ClRpsDLzqey3KjgABAgQIECBAgAABAgTmC1Q638/P0p0ECBAgQIAAAQIECBAgQIAAAQIECBAgQIAAAQIECBAgQIAAAQIECBAgQIAAAQIECBAgUE1Av3u1iomXAAECBAgQsH+xBggQIECAAAECBAgQIECAAIGmBQy8aro8giNAgAABAgQIECBAgAABAgQIDCFQqcHGwKshlqQkCRAgQIAAAQIECBAgQGCGQKXz/Yz03EKAAAECBAgQIECAAAECBAgQIECAAAECBAgQIECAAAECBAgQIECAAAECBAgQIECAAAECRQX0uxctnLAJECBAgMDAAvYvAxdf6gQIECBAgAABAgQIECBAoIKAgVcVqiRGAgQIECBAgAABAgQIECBAgEDfApUabAy86nstyo4AAQIECBAgQIAAAQIE5gtUOt/Pz9KdBAgQIECAAAECBAgQIECAAAECBAgQIECAAAECBAgQIECAAAECBAgQIECAAAECBAgQIFBNQL97tYqJlwABAgQIELB/sQYIECBAgAABAgQIECBAgACBpgUMvGq6PIIjQIAAAQIECBAgQIAAAQIECAwhUKnBxsCrIZakJAkQIECAAAECBAgQIEBghkCl8/2M9NxCgAABAgQIECBAgAABAgQIECBAgAABAgQIECBAgAABAgQIECBAgAABAgQIECBAgAABAkUF9LsXLZywCRAgQIDAwAL2LwMXX+oECBAgQIAAAQIECBAgQKCCgIFXFaokRgIECBAgQIAAAQIECBAgQIBA3wKVGmwMvOp7LcqOAAECBAgQIECAAAECBOYLVDrfz8/SnQQIECBAgAABAgQIECBAgAABAgQIECBAgAABAgQIECBAgAABAgQIECBAgAABAgQIECBQTUC/e7WKiZcAAQIECBCwf7EGCBAgQIAAAQIECBAgQIAAgaYFDLxqujyCI0CAAAECBAgQIECAAAECBAgMIVCpwcbAqyGWpCQJECBAgAABAgQIECBAYIZApfP9jPTcQoAAAQIECBAgQIAAAQIECBAgQIAAAQIECBAgQIAAAQIECBAgQIAAAQIECBAgQIAAAQJFBY73uxdNQ9gECBAgQIDAwAIVviE9cHmkToAAAQIECBAgQIAAAQIExhOo8MsKH0Qab13KmAABAgQIECBAgAABAgQIEBhLoNLvfwy8GmttypYAAQIECBAgQIAAAQIENheodL7fPCtXEiBAgAABAgQIECBAgAABAgQIECBAgAABAgQIECBAgAABAgQIECBAgAABAgQIECBAgEB1AQOvqldQ/AQIECBAgECFb0irEgECBAgQIECAAAECBAgQIDCQQIVfVvgg0kALUqoECBAgQIAAAQIECBAgQIDAkAKVfv9j4NWQS1TSBAgQIECAAAECBAgQILCBQKXz/QbpuIQAAQIECBAgQIAAAQIECBAgQIAAAQIECBAgQIAAAQIECBAgQIAAAQIECBAgQIAAAQIEOhEw8KqTQkqDAAECBAgMLFDhG9IDl0fqBAgQIECAAAECBAgQIEBgPIEKv6zwQaTx1qWMCRAgQIAAAQIECBAgQIAAgbEEKv3+x8CrsdambAkQIECAAAECBAgQIEBgc4FK5/vNs3IlAQIECBAgQIAAAQIECBAgQIAAAQIECBAgQIAAAQIECBAgQIAAAQIECBAgQIAAAQIECFQXMPCqegXFT4AAAQIECFT4hrQqESBAgAABAgQIECBAgAABAgMJVPhlhQ8iDbQgpUqAAAECBAgQIECAAAECBAgMKVDp9z8GXg25RCVNgAABAgQIECBAgAABAhsIVDrfb5COSwgQIECAAAECBAgQIECAAAECBAgQIECAAAECBAgQIECAAAECBAgQIECAAAECBAgQIECAAAECBAgQIECAAAECBAgQIECAAAECBAgQIECAAIHjAgZeWRMECBAgQIAAAQIECBAgQIAAAQKHFqj0QWwDrw69WryfAAECBAgQIECAAAECBFoVqHS+b9VQXAQIECBAgAABAgQIECBAgAABAgQIECBAgAABAgQIECBAgAABAgQIECBAgAABAgQIECBAgAABAgQIECBAgAABAgQIECBAgAABAgQIECBAoGkBA6+aLo/gCBAgQIAAAQIECBAgQIAAAQJDCFT6ILaBV0MsSUkSIECAAAECBAgQIECAwAyBSuf7Gem5hQABAgQIECBAgAABAgQIECBAgAABAgQIECBAgAABAgQIECBAgAABAgQIECBAgAABAgQIECBAgAABAgQIECBAgAABAgQIECBAgAABAgQIEDDwyhogQIAAAQIECBAgQIAAAQIECBA4tEClD2IbeHXo1eL9BAgQIECAAAECBAgQINCqQKXzfauG4iJAgAABAgQIECBAgAABAgQIECBAgAABAgQIECBAgAABAgQIECBAgAABAgQIECBAgAABAgQIECBAgAABAgQIECBAgAABAgQIECBAgAABAk0LGHjVdHkER4AAAQIECBAgQIAAAQIECBAYQqDSB7ENvBpiSUqSAAECBAgQIECAAAECBGYIVDrfz0jPLQQIECBAgAABAgQIECBAgAABAgQIECBAgAABAgQIECBAgAABAgQIECBAgAABAgQIECBAgAABAgQIECBAgAABAgQIECBAgAABAgQIECBAgICBV9YAAQIECBAgQIAAAQIECBAgQIDAoQUqfRDbwKtDrxbvJ0CAAAECBAgQIECAAIFWBSqd71s1FBcBAgQIECBAgAABAgQIECBAgAABAgQIECBAgAABAgQIECBAgAABAgQIECBAgAABAgQIECBAgAABAgQIECBAgAABAgQIECBAgAABAgQIEGhawMCrpssjOAIECBAgQIAAAQIECBAgQIDAEAKVPoht4NUQS1KSBAgQIECAAAECBAgQIDBDoNL5fkZ6biFAgAABAgQIECBAgAABAgQIECBAgAABAgQIECBAgAABAgQIECBAgAABAgQIECBAgAABAgQIECBAgAABAgQIECBAgAABAgQIECBAgAABAgQMvLIGCBAgQIAAAQIECBAgQIAAAQIEDi1Q6YPYd0zyhSTfvkK7OclDkpw5NKL3EyBAgAABAgQIECBAgACBAwtUOt8fmMrrCRAgQIAAAQIECBAgQIAAAQIECBAgQIAAAQIECBAgQIAAAQIECBAgQIAAAQIECBAgQIAAAQIECBAgQIAAAQIECBAgQIAAAQIECBAgQIBATQEDr2rWTdQECBAgQIAAAQIECBAgQIAAgZ4EKn0Q+zuS/GeSafDV9OdDSR6W5Ms9FUQuBAgQIECAAAECBAgQIEBghkCl8/2M9NxCgAABAgQIECBAgAABAgQIECBAgAABAgQIECBAgAABAgQIECBAgAABAgQIECBAgAABAgQIECBAgAABAgQIECBAgAABAgQIECBAgAABAgQIGHhlDRAgQIAAAQIECBAgQIAAAQIECBxaoNoHsa9L8uNJpt+tvS7JLyX5xqERvZ8AAQIECBAgQIAAAQIECBxYoNr5/sBcXk+AAAECBAgQIECAAAECBAgQIECAAAECBAgQIECAAAECBAgQIECAAAECBAgQIECAAAECBAgQIECAAAECBAgQIECAAAECBAgQIECAAAECBOoJGHhVr2YiJkCAAAECBAgQIECAAAECBAj0JlDtg9jfleQ+Sc5L8sEkX+itIPIhQIAAAQIECBAgQIAAAQIzBKqd72ek6BYCBAgQIECAAAECBAgQIECAAAECBAgQIECAAAECBAgQIECAAAECBAgQIECAAAECBAgQIECAAAECBAgQIECAAAECBAgQIECAAAECBAgQIDC2gIFXY9df9gQIECBAgAABAgQIECBAgACBFgR8ELuFKoiBAAECBAgQIECAAAECBAicTsD5/nR+7iZAgAABAgQIECBAgAABAgQIECBAgAABAgQIECBAgAABAgQIECBAgAABAgQIECBAgAABAgQIECBAgAABAgQIECBAgAABAgQIECBAgAABAs0LGHjVfIkESIAAAQIECBAgQIAAAQIECBDoXsAHsbsvsQQJECBAgAABAgQIECBAYAAB5/sBiixFAgQIECBAgAABAgQIECBAgAABAgQIECBAgAABAgQIECBAgAABAgQIECBAgAABAgQIECBAgAABAgQIECBAgAABAgQIECBAgAABAgQIEBhbwMCrsesvewIECBAgQIAAAQIECBAgQIBACwI+iN1CFcRAgAABAgQIECBAgAABAgROJ+B8fzo/dxMgQIAAAQIECBAgQIAAAQIECBAgQIAAAQIECBAgQIAAAQIECBAgQIAAAQIECBAgQIAAAQIECBAgQIAAAQIECBAgQIAAAQIECBAgQIAAgeYFDLxqvkQCJECAAAECBAgQIECAAAECBAh0L+CD2N2XWIIECBAgQIAAAQIECBAgMICA8/0ARZYiAQIECBAgQIAAAQIECBAgQIAAAQIECBAgQIAAAQIECBAgQIAAAQIECBAgQIAAAQIECBAgQIAAAQIECBAgQIAAAQIECBAgQIAAAQIECIwtYODV2PWXPQECBAgQIECAAAECBAgQIECgBQEfxG6hCmIgQIAAAQIECBAgQIAAAQKnE3C+P52fuwkQIECAAAECBAgQIECAAAECBAgQIECAAAECBAgQIECAAAECBAgQIECAAAECBAgQIECAAAECBAgQIECAAAECBAgQIECAAAECBAgQIECAQPMCBl41XyIBEiBAgAABAgQIECBAgAABAgS6F/BB7O5LLEECBAgQIECAAAECBAgQGEDA+X6AIkuRAAECBAgQIECAAAECBAgQIECAAAECBAgQIECAAAECBAgQIECAAAECBAgQIECAAAECBAgQIECAAAECBAgQIECAAAECBAgQIECAAAECBMYWMPBq7PrLngABAgQIECBAgAABAgQIECDQgoAPYrdQBTEQIECAAAECBAgQIECAAIHTCTjfn87P3QQIECBAgAABAgQIECBAgAABAgQIECBAgAABAgQIECBAgAABAgQIECBAgAABAgQIECBAgAABAgQIECBAgAABAgQIECBAgAABAgQIECBAoHkBA6+aL5EACRAgQIAAAQIECBAgQIAAAQLdC/ggdvclliABAgQIECBAgAABAgQIDCDgfD9AkaVIgAABAgQIECBAgAABAgQIECBAgAABAgQIECBAgAABAgQIECBAgAABAgQIECBAgAABAgQIECBAgAABAgQIECBAgAABAgQIECBAgAABAmMLGHg1dv1lT4AAAQIECBAgQIAAAQIECBBoQcAHsVuoghgIECBAgAABAgQIECBAgMDpBJzvT+fnbgIECBAgQIAAAQIECBAgQIAAAQIECBAgQIAAAQIECBAgQIAAAQIECBAgQIAAAQIECBAgQIAAAQIECBAgQIAAAQIECBAgQIAAAQIECBAg0LyAgVfNl0iABAgQIECAAAECBP5P4NuSfH+Sn0nyqCQPTHLX1d/elOQjSd6Z5PokX1jI7XZJ7pfkcUkenuSiJHdevfsDR//7Pxz9/XVJ/jbJlxeK6fhrpnPP9yR5RJIfS3KfJPddszuT5MNJPraK891JPpvk+MdZzxX+85O8eHXRVIvLk3ziXDf5+4MITP+O3rpaB1MAL0jykoNEsvxL75nkDUkeefRv9WVJnpfkq8uH4Y07FvihJG9Z/Xy7alXbr+/4Hft+nA9i71vY8wkQIECAAAECBAgQIECAwP4FnO/3b+wNBAgQIECAAAECBAgQIECAAAECBAgQIECAAAECBAgQIECAAAECBAgQIECAAAECBAgQIECAAAECBAgQIECAAAECBAgQIECAAAECBAgQIEDgoAIGXh2U38sJECBAgAABAgQIbCwwDZKahvI8foM7/j3JbyZ51R6HTE1niWlgzgtXQ6TOFdY0+OlFSd6WZKkhLOcl+Ykjg1/dMMb1HN6e5OVHOf7Nkfs3zpXc6u8NvNoQqoHLRh14dX6Sq5M8czUg74lHg9k+3kA9hHB6geln8rOS/F6STyV56urn1+mfvNwTfBB7OWtvIkCAAAECBAgQIECAAAEC+xJwvt+XrOcSIECAAAECBAgQIECAAAECBAgQIECAAAECBAgQIECAAAECBAgQIECAAAECBAgQIECAAAECBAgQIECAAAECBAgQIECAAAECBAgQIECAAIFGBAy8aqQQwiBAgAABAgQIECBwGwLTnn0acjUNX7rXlkqvSXLV0RCUaQDWLv/cLskvJHlpkjtv+eBpQNY0cOfLW963zeWT2f1WA7Z+epsbz3Lt65I87yjff9ngOQZebYDUyCWjDry6IsmrV/9un53kFUmOf4S4kRIJY4bAPZO8YTWM8B1Jnr7hz64Zr9rLLT6IvRdWDyVAgAABAgQIECBAgAABAosKON8vyu1lBAgQIECAAAECBAgQIECAAAECBAgQIECAAAECBAgQIECAAAECBAgQIECAAAECBAgQIECAAAECBAgQIECAAAECBAgQIECAAAECBAgQIEBgeQEDr5Y390YCBAgQIECAAAEC2wg8PMnrjw27+uDRf/+jJO9O8q9JpgFU901y5Wo41voQqlcmeW6SL27z0hOunc4QT0zyqmPDrq5P8qYk703yhSTnJ3lgkp9Pcnzo1DSE62VJvr6jmNYfM1lMDtOAsLue5fnT8K/J70NJzqz+fvJ6wCres93zviRPO8r7E+eI18CrPRR0T48cceDV9yZ5Y5KHJnlXkicn+fSefD32cALTz7+pztOf6WfSb+/pZ+0+MvRB7H2oeiYBAgQIECBAgAABAgQIEFhWwPl+WW9vI0CAAAECBAgQIECAAAECBAgQIECAAAECBAgQIECAAAECBAgQIECAAAECBAgQIECAAAECBAgQIECAAAECBAgQIECAAAECBAgQIECAAAECiwsYeLU4uRcSIECAAAECBAgQ2Fjg7klek+Rxa3dMw0teujasaf1h0/7+0iR/cGxA1pNWw6g2fvEJFx4fFDQNjXpeklcn+epZ7psGUD01yTVrA7I+k+SKJO/ZRUBrzzjbu6a/nmL801UMHz9h+Mvtk1x8NBzsV84ypOu6JM9I8tkdx+xxBJYQmP5tvCjJr69e9vQkr13ixd6xuMBdVrV9fJJPJXnCasDf4oHMeKEPYs9AcwsBAgQIECBAgAABAgQIEGhMwPm+sYIIhwABAgQIECBAgAABAgQIECBAgAABAgQIECBAgAABAgQIECBAgAABAgQIECBAgAABAgQIECBAgAABAgQIECBAgAABAgQIECBAgAABAgQI7FrAwKtdi3oeAQIECBAgQIAAgd0J/GySP1t73CuTPPdoINMXz/GKR68GPN15dd2fJ3lakv84ZWjT+eE5R4OrXrb2nKtW//3rJzx7um8asDMNxbr1zytWuZxtSNbcMB+V5I1J7rH2gPcleXaSv09y/GOrt/WeaTjQlUlenuSuaztOoigAACAASURBVBdNz5ni3vQ5c/NwH4FdCzxg9TPhXkn+KslTjga4TYPn/OlTYP3/O/5w9XP7ywVS9UHsAkUSIgECBAgQIECAAAECBAgQOIeA870lQoAAAQIECBAgQIAAAQIECBAgQIAAAQIECBAgQIAAAQIECBAgQIAAAQIECBAgQIAAAQIECBAgQIAAAQIECBAgQIAAAQIECBAgQIAAAQIEOhcw8KrzAkuPAAECBAgQIECgrMD5Sa45GkrzjFUGH09yRZKPbpDReUmuTvKs1bVnkkxDsD6wwb0nXXK3JG84es6lq4veleTJST69wXPvkuS1SR6/unYaQDXl888b3LvJJfdcxfbItYuvS/KLG8Z3/B3TWemJSV51NNDr1sFhN67+t09uEpBrCDQicPxnyTR8bvq36E+/AndP8pokj0sy/fx/QpIbCqTrg9gFiiREAgQIECBAgAABAgQIECBwDgHne0uEAAECBAgQIECAAAECBAgQIECAAAECBAgQIECAAAECBAgQIECAAAECBAgQIECAAAECBAgQIECAAAECBAgQIECAAAECBAgQIECAAAECBAh0LmDgVecFlh4BAgQIECBAgEBZgXsl+ZOjISUPWWUwDZqahjdNw0s2+fOUJK9fu/BJSd60yY0nXHP/JH+Z5B6ra34ryfOP/vM/Gzx3Onv8xuo/t17+o0net8G957pkevZzjgZTvWztwmk41c8lmQaFzf1zfFDQ9BzDguZquu9QAg9L8pbVv1tD2w5VheXfOw1LnAb2TX/+OMkzk3xx+TC2eqMPYm/F5WICBAgQIECAAAECBAgQINCkgPN9k2URFAECBAgQIECAAAECBAgQIECAAAECBAgQIECAAAECBAgQIECAAAECBAgQIECAAAECBAgQIECAAAECBAgQIECAAAECBAgQIECAAAECBAgQ2J2AgVe7s/QkAgQIECBAgAABArsUuPho2NUNR0Oc7rx66AuSvGSLFzw0yXvXrt/2/rO96vLV4Jxb/27bIVpXJnnj2oO3vf+20r93kjcnedAenv0jSf5ibchXlcExWywVl3YscF6Sq5M8a5XjNkPqOmYZIrUfSPK2JPdJ8pkkVyR5T+OZ+yB24wUSHgECBAgQIECAAAECBAgQ2EDA+X4DJJcQIECAAAECBAgQIECAAAECBAgQIECAAAECBAgQIECAAAECBAgQIECAAAECBAgQIECAAAECBAgQIECAAAECBAgQIECAAAECBAgQIECAAIHKAgZeVa6e2AkQIECAAAECBHoW+MEkT05y3yTfmeT3k7xpi4R/cjUw69ZbfjnJNVvcf7ZLH5HksqOhVd+X5H/Zu/eg6666PuDfAgUpUsrFKjIt0Cmtxgh4gaQMog6YgMolkPhyC6JQQVARqAyCBSlyEQsoN0FgVK4SogjIJSSIiGAiKoIxQG1VWpUiKkWGQmhgun91H7vdnvOcfS7Pc/Y+57Nn3gnvc9Ze67c+a+3zsp8/1vdLknx/knev0OdDkryw0/7uSd4w5/5/24S0vKade338/iQVtvXhBWP1g7Rel+RBST6xQm2Lml4vyXOS/Pckb03ye0k+vaDxf0zyn9rP+jXfMsmFzRreov28+nxMkisH1ljvbo/vhJ5VgM09kvzWEfdfO8k3JCnnr23qrxC1uj7Smr6jDfOqv/cPoh1Y1pHN+qFrt2/3S83lK5I8OMk3J/matpdLk1zS1vS+JF9YUkR/n8z6v1kb8HTPJDdt5l99vandU1e0/fbvHRoIV7VXn2V/x+YZu12zP26Q5FPt3njnCvV3p9ftt0zqua9x6iqX322cXt+M+a4kn1lhcbqhR3XbWUkuXnJ/d936+/gmTS13a/bdt3bm/tdNv+9J8sZ27n+xQn2zprVXK7Cu6qt9WvMv17qq/6qjHGodL0ty1ZIxus/ii5I8snW7RjvOdyQ5uwnKq30wM66+X9Y+6/3ub5jkXk0d5zR+5VNBhPXcVC0/m6SepaHP8qzvqyU5rdPnbXp7qQILh853HkeZ1nd+fe/Wtep3zhrLuPEtDsTemFAHBAgQIECAAAECBAgQIEBg5wLe73e+BAogQIAAAQIECBAgQIAAAQIECBAgQIAAAQIECBAgQIAAAQIECBAgQIAAAQIECBAgQIAAAQIECBAgQIAAAQIECBAgQIAAAQIECBAgQIAAAQLHKyDw6nh99U6AAAECBAgQIEBgVwIV8PKszuD3bgN/dlXPNZM8vQ2eqRoqIKjCbSrEpn+tEnjVD3Wpvh6apEJuTvo6KvDqOm1o2QPbopaFePVrv3EbxnOn9oMKz6rAqE/OmWSF+lQw2RM7gT5HWVTIz480IWH/Y8tg8wKvPpDksW1YWoUGLbp+pQkW+6EkHzqizbzAq6sn+ZkF864wrQc0AUAVFrZO4NWtm7CsCsaq0KNl15D6Z338iyQ/1ta2rN8KfXtSktcOCH2qvrrfAxVKdd82qOmoceYFXlXg26PbkLaj1q3CqWouFWw3JJirnovvacLpHtEJ+Fpm8N52D1XI1KKgtnmBVxUg9hNJvv2IAar+ehZe3PoOfZZqvStU8A+XFd9+XnvpyUtqmXU1ZL6Lhq3gv5e0H1Y4132S/PHAGnfRzIHYu1A3JgECBAgQIECAAAECBAgQ2K6A9/vteuqNAAECBAgQIECAAAECBAgQIECAAAECBAgQIECAAAECBAgQIECAAAECBAgQIECAAAECBAgQIECAAAECBAgQIECAAAECBAgQIECAAAECBAiMTkDg1eiWREEECBAgQIAAAQIENha4fpKXdoJ5KoTl3CQVNrSr6+ZNyNCrk5zRFvBrTTjM/Zqwmz+fU9AqgVcVYvOqJLdr+9nlXI8KvKryar6v6My3AqtqnYZcd0zyuiSzsKFF99bnT2kDpYb0O2tTQUoVPPTrq9y0pG0/8OrOSe6W5GEDx1hWU3+ffG+SChSb7bH+MBXY9Ow2JGmVwKt6bz6V5PlJbjCw9mq2rP7q9xvbcKiqZ5Xrp5I8vgkF+/QRN12vDTuqZ7+uF7ShVZ9dYd0qmK1Ck757hXWr7ivc7keTXHnEWF+a5LltONsqc6+2H2mCm74zyTsX3NgPvKqAsGc2z9CtBgxUYXwVmlf3/GCS6uuokK9Zl69vwtQekuRjR4xxtSbErcIHa96r7KWqqQKyav9eNWAOsyZfl+SNTQBgBebVdf8kr1zh/pNu6kDskxY3HgECBAgQIECAAAECBAgQ2L6A9/vtm+qRAAECBAgQIECAAAECBAgQIECAAAECBAgQIECAAAECBAgQIECAAAECBAgQIECAAAECBAgQIECAAAECBAgQIECAAAECBAgQIECAAAECBAiMSkDg1aiWQzEECBAgQIAAAQIENhao/49fwUov7/T0c0m+b0k4zsYDH9HBNZI8tg1smTWr8JYnNWEyn59z3yqBV2c2YVdv6wTSvCnJ+Uk+cZwTWtD3ssCrfujX0HW5emv3w+24FUJUAUwVqNS9rpPkGb1gogrKqYCbCsuq+yos558nuW0bZPQNnQ6WhQitStoPvHpPJ5isxqoApgrj+Yu2pgrEqsCgbvjTZU240Xc18/3ggH0ya1J9VzDQLzahUP+nDTm6R5IKiZqZrRJ4VQFFP9MLPfr9Nqys9l7Vf+0mfOmb26Cx23RqPar+Crv6+SQV2ja73tv8/WeTVCBc9VvPzlcmqfprX3dDksrvMUc817dMcmGz/rdoO68QpxcNWMTuulWAXM31nu19/fr+aZI7JHl4ku68a9+dk+TtC8abt1drbWruFWL135J8oTP/b2lDqLrzvyTJA5o989E5Y3SfxT9Ics3Woeoq819I8l+SVABVBaRVCNvZnX7e0X6vPK5d93cleXETUFY//0ySm7XBVbVfu2FYFZD1nDZUrV9WfTffpw04695zUfuM/kaSv2n30ult2zLstq3v0QruGhp6daP234J6tuqq56L6+NyAfbCLJg7E3oW6MQkQIECAAAECBAgQIECAwHYFvN9v11NvBAgQIECAAAECBAgQIECAAAECBAgQIECAAAECBAgQIECAAAECBAgQIECAAAECBAgQIECAAAECBAgQIECAAAECBAgQIECAAAECBAgQIEBgdAICr0a3JAoiQIAAAQIECBAgsJFAheNUaEyFuNRVAS8VlPP6jXrd7OZ+sE8FEp2b5Lc36/b/3V3hXq/o9FOBPo9sQ2m20P1KXSwLvOoHV1WYUDl8YMko/aCsCtSpoKMrO/fVu92D22Cm2Y8rjOkRTTDPhxb0f60k929DcGahOhWMVSE+H19p5vMb9wOvZq0qlKwCkmof9K8va0O7as/Orpe1QVIVBtS9+qFV9dnQ0K6hgVcVbFT7q+Yyu57eBCg9tX22+vWX448n+d7OBxVQ9Pjeet2kDSKqkKy66jmtNhWs1V3Xbv//qg1T+rbOPd/ThjfNW4H+s1HP4a8PWNd561b1/USSZy0I2Jo373n7dDb83dv5z/ZdfT/VnvizI+rrz7+antWszcVz7uk+i7OPK/Ctxqjgtf7By1/ahoFVXf3rR9s9WUFX3WtegFUFjNVz+Mk5/VQAWQVt1Xf0bK/+UBvMVuFe/av6//okz+18n9f+rnV994B1rCYV9FX7tb4T66ogtbr/zwfef9LNHIh90uLGI0CAAAECBAgQIECAAAEC2xfwfr99Uz0SIECAAAECBAgQIECAAAECBAgQIECAAAECBAgQIECAAAECBAgQIECAAAECBAgQIECAAAECBAgQIECAAAECBAgQIECAAAECBAgQIECAAIFRCQi8GtVyKIYAAQIECBAgQIDARgLzQlte0IYjfXqjnte/uR/AVT09NkmFAF21frd/d2cFuVQIz+x6QpInb6HfdbpYFnhVfd4xSYVKzYJ+HtUGTh013j3bUJxZmwrleUPvhn4oVoVKPbQJ3/nTJROpd8IKwHl5p10F9rx0HYDePfOCkyrYqAK1PnZE//19XGFL5yR5e++eeYFXj249+wfr9ocbEnhVNrW/aq/Orme3wVT98KNu/xXa9ZIks2CqDyY5r/nzB22jef0+sF2DecFHR/V9SZIHNKYf7U2wH65WYU+nknx4wLrOW7cK+Hrikme2b7ooXOk6SZ6XpOZc1yoBeP1nYdHz0w+8GhL81++7antxuwcWfX/Wc/z8NlSw2i9yrnC5ZyT5gXbOtV61brWnl+3V+g59dfO9cav23p9L8n0LgsfmLW/3O7LGvWvz53cG7INdNHEg9i7UjUmAAAECBAgQIECAAAECBLYr4P1+u556I0CAAAECBAgQIECAAAECBAgQIECAAAECBAgQIECAAAECBAgQIECAAAECBAgQIECAAAECBAgQIECAAAECBAgQIECAAAECBAgQIECAAAECoxMQeDW6JVEQAQIECBAgQIAAgbUEKkSmAlUe1rn7siZM5ruaoJsK3NnFNS+Aa0jg0Sq19oNtxh54df02TKoCnOqq8KsHJfnEgklfuw1wqpCouhYFHFUfFbJU15Bwn+5w/ZoubIKyKvTqk6ssxJy2/eCkCtu5f5JfHdDvWUmqjlkwWAVNVVDa5zr39gOWVgnzGRJ4daM2hOrO7Zj1PN0nyR8PqL8fnlTzfmV7342TvCzJndq/v7YNAVu0B/rDDQlAu167H85tb76oDTb7qwG199etH9i1qIv+Xl0U/tS3f04bynflgNq+IskFTQDcV7dtFz3v/e+FCnR7ePtsLBqm3/eioLX+/d2x6p7au5f2Gn1VklrnCq+qq0LUHp9kyJz7AWmr7PMa625J6nt3dt27qeM1A6x30cSB2LtQNyYBAgQIECBAgAABAgQIENiugPf77XrqjQABAgQIECBAgAABAgQIECBAgAABAgQIECBAgAABAgQIECBAgAABAgQIECBAgAABAgQIECBAgAABAgQIECBAgAABAgQIECBAgAABAgQIjE5A4NXolkRBBAgQIECAAAECBFYWqFCgH0/yvZ07P9IE83xnkneu3Nt2brhJkucnuXunu+MI4Nok8Kof0DN05t3wou493VoWhf3MC6+5R5LfWjB4PyinxnhKku7BsbX+ZX1+28evteFGfz5wQlVThe88uW3/h0kqKOkDA+9f1KwfnDQkdGjWVz+Ea96c+sFJFQZ23ybY6OMD6h4SeHVmkrd1QreelqT8Pz+w/xcm+V9J3pvk4va/deu3tP3OunlokhcN6HPWpF/7vLq+vA3Y+qb2pgpDe0QTLPW/B4yzybp1n4FF++gWSc5rQ6tuluR5nTCwZeUNWbfqo/+98Kg2OO6o/vtmQ5+jByT5+U7Ht2/W+N29gSqwrvbD7KpQrNoTQ69ak7d09uIqe6a/no9LUntmjJcDsce4KmoiQIAAAQIECBAgQIAAAQKrCXi/X81LawIECBAgQIAAAQIECBAgQIAAAQIECBAgQIAAAQIECBAgQIAAAQIECBAgQIAAAQIECBAgQIAAAQIECBAgQIAAAQIECBAgQIAAAQIECBAgMDkBgVeTWzIFEyBAgAABAgQIEPh7AjdI8vQk/77z0wq7+u4k7+gFI50U3U3bAKZv6wxYYVcPboKULt9yET+c5KmdPp/QCW5aNtQuAq+qpiEhVrPaH5Skworq+miSeeFY5f2qJkTpdm27n20Dfz67DKDz+T2T/Ezn7xVU9oYV7p/XtB+0MyR0aNZPvas+sf1TP/tUkgoJurQzUD/8aJVQpyHBSf0go3snec2GJnX7I5M8q9PPXTphWEO6rzCwCk+6Y9v4wvbZ+uQRNi9oDB+dZMie6K/bKkFf/aCpeeFPQ+bY3Qf/LEmt1x2aELbap2cMeN77dQzZzzdsg7fObvsfGtB2vySv6NTUn/M12+/oWve6fj9JPdd/tALEv0ry0jYkrG57drOWj03yuQF9DAlIG9DNiTRxIPaJMBuEAAECBAgQIECAAAECBAgcq4D3+2Pl1TkBAgQIECBAgAABAgQIECBAgAABAgQIECBAgAABAgQIECBAgAABAgQIECBAgAABAgQIECBAgAABAgQIECBAgAABAgQIECBAgAABAgQIENi9gMCr3a+BCggQIECAAAECBAisK3CTNvjkvE4Huw67qjCnFyWp0JzZdVxhV9V/P2xmlWCfXQVeXSfJ85I8sAW6pAm/qXClCrTqXtdtg8POb3+4KIDn65K8sXG/8bobac59D23XcZMu+8FJFVh18Qod9te2H1rUD/LZJARoXlDatsObaur98KMVOBY2/bX2OfjzToszmwC0tyWpPVTXKkFw/XVb5d51za7RhHh9WRMc9a+TnJbkZkm+PsmtklSo36JrUW3r1NEPvKrvsQqp+sySRVoWeHW9NrTu3G0s9pLvgnlD9J+TofPaYrmDu3Ig9mAqDQkQIECAAAECBAgQIECAwGgFvN+PdmkURoAAAQIECBAgQIAAAQIECBAgQIAAAQIECBAgQIAAAQIECBAgQIAAAQIECBAgQIAAAQIECBAgQIAAAQIECBAgQIAAAQIECBAgQIAAAQIEtiMg8Go7jnohQIAAAQIECBAgcNIC84KlPpzke5L8+kkXk6TeLb6xCa15YZIKWJld707yoCRV23Fcd0jyzk7HFyZ5cBNU88kBg1X40L2S/MslbWuMb+20uX+SV865pxuy8/4kp46Y9z2T/GLbx6eSnJPk7b0+b5vklztBVjWvl84Ztx9QNGDqS5usEnK0qLN+XbdPUvth6NUPEuq794N8Vql52b39YKpl6zl0TuuGrB3V/7zaNgmt2uTeVYKm6jvj5kl+IEmFuh0VbLVo/lMIvOoHaQ3dK0e1u6gNOfurAZ3dNMmrmgC027VtBV4NQNOEAAECBAgQIECAAAECBAgQWFtA4NXadG4kQIAAAQIECBAgQIAAAQIECBAgQIAAAQIECBAgQIAAAQIECBAgQIAAAQIECBAgQIAAAQIECBAgQIAAAQIECBAgQIAAAQIECBAgQIAAAQLTEBB4NY11UiUBAgQIECBAgACBmcCiYKnLkjw8ye/sgOpqSe6d5Lm90Jo3tTV95Bhr6gcXbSuYqFtyP8RnG4FXFfTz6iRntAM9LUmN8/n277XOj0zyzPbvR81rCoFX66zLLgOv+sFU69Q/b9sLvPpblWu14XxPafb4dQd8P1SoXQXCXZHkiU1Y3Fe39wi8Wo7XD9wSeLXcTAsCBAgQIECAAAECBAgQIEBgfQGBV+vbuZMAAQIECBAgQIAAAQIECBAgQIAAAQIECBAgQIAAAQIECBAgQIAAAQIECBAgQIAAAQIECBAgQIAAAQIECBAgQIAAAQIECBAgQIAAAQIECExCQODVJJZJkQQIECBAgAABAgT+n8CiYKm3Jfm+JH+4A6cKrnlEkh/pBde8PMmjm8Crjx9zTRWW8/wk53fGuVeSX9riuMcReHX1Nrin+q7rPUnum2QWDnajJGV45/bz5yR5TJIr58yrH3i1KARoiySDuurW9dEmjO2uKway7TLw6ovasLGHtTM9rsCrbfXbX5BN9sQm9/afldsneXevuGu03w1Pn7OL3pekTD6Q5PIk/zXJ/0zymbZtP+BuioFXFzXf1bW3/2rQU7R5o5smeVWS27VdCbza3HTWQ/1O7Yvbf5s/ub1u9USAAAECBAgQIECAAAECBCYtIPBq0suneAIECBAgQIAAAQIECBAgQIAAAQIECBAgQIAAAQIECBAgQIAAAQIECBAgQIAAAQIECBAgQIAAAQIECBAgQIAAAQIECBAgQIAAAQIECBAgsFxA4NVyIy0IECBAgAABAgQIjEGgQmIemaQCZSrkaXadVLDUPIPrJHlKG3jV/fypSerPp08I7iFJXtgZ62VNmMz3J/mbLY1/HIFXVdodk7yus553T/KGtub+Z2cluXjBfM5swmwq9Gy2L56d5LFJPrel+a/bTT84aV740VF9PyDJz3ca9A2Ghh/NG2PIvUPCm1a16QdprRMENmTMr0vyxiQ3bhuvEoJ23IFXd0jyC53aPpWk9uxPJ/lYEwTXPxS5O9+vSHJBkq9eMq911u6GSV6Z5Oy276HBUP1gtv4+v34bXvdtbb/9cLsh67lJm/5eHzqvTcZc996pHYhdQZN3SvKFdl/WvnYRIECAAAECBAgQIECAAIFDF5ja+/2hr5f5EyBAgAABAgQIECBAgAABAgQIECBAgAABAgQIECBAgAABAgQIECBAgAABAgQIECBAgAABAgQIECBAgAABAgQIECBAgAABAgQIECBAgACBlQUEXq1M5gYCBAgQIECAAAECJy5QYVePTvL03sgnHSzVHb7Crp6R5GGdH1ZwzePa8KmrTlCpH+hSdZyf5PVbquG4Aq8qCOelSc5p63xOksckKbsntuFm9dElSSr8qcKR5l3/ug0QqpCjut7azv8vtzT/dbvpByfdvw0UGtLf1ZM8OckPt43/MMm5ST7QuXlIaNWisYbc2w9S6waSLZvDNdswuFqTDya5IsmrmnC4T7Rzqmd3dq3ismzc2ef9+b2g/Q757IAOjjPwqlzqe6zC+2ZXhbM9s933y8obWtuYAq/6IWf1/XSXJO9eNtktfd7fC09rv1s+v6X+t9nNlA7Ern+X63n+4hbgXW2I4f/ZJoi+CBAgQIAAAQIECBAgQIDABAWm9H4/QV4lEyBAgAABAgQIECBAgAABAgQIECBAgAABAgQIECBAgAABAgQIECBAgAABAgQIECBAgAABAgQIECBAgAABAgQIECBAgAABAgQIECBAgACB3QsIvNr9GqiAAAECBAgQIECAwFEC88KuKjDlx5L8VBOec+UO+OaFXf11ku9vg5e+cMI1VThSBUV1Q4QuS/JdbdjQpuUcV+BV1VXBP89qC3xPkvsmqcCUVyb5pvbnNf5TmhCs/mGxs3ldL8lL2kCo+lkFY90jyW9tOvEN7++HE60StHOjJC9Pcue2hnkhXkNCqxZNYci9Vf9bmjCm67adbFJ/zeXhTehUPbt364WxzYLOtvksf0kbsHWntvbaH49onpP/PWBNh4ZKzetqWdDUDdu9fXZ78/ubZ/RUkg8PqKua9EPIntAGo/VvX1bHvOH6tb2ofT4/s6S2+yV5RafN7eeEWXWf82paAYbPPuKZHsgxqFl/PSuUsPbyGK8pHYhd/w7W8zz7vVrt4du0PxujrZoIECBAgAABAgQIECBAgMBJCUzp/f6kTIxDgAABAgQIECBAgAABAgQIECBAgAABAgQIECBAgAABAgQIECBAgAABAgQIECBAgAABAgQIECBAgAABAgQIECBAgAABAgQIECBAgAABAgT2SkDg1V4tp8kQIECAAAECBAjsmUD9//X7JHlhJ3SnAjYqPOXnk1y1g/nOC+D6SJLvTVKhRItCmY671Ju1oTMV7jK73tSGDFV961zl/3VJfjJJt9/7t6E9/T67ITtDg3y+Kslrk3xl29ndk1TAztvavw8Jr6o6a088s1NQ/e/HDwxEqzV9UpK7NF4fT1K1X5Dkt9dB69zTD9qpELLaz388oN+zklzY2ffzQr+GhFYtGmrIvTdO8rIks9Codyeptf+TAfXfMcnrOvU/qg04qltvnuTVTZjWGW0/tT/PXcH7lm1dFTL3sSTvbMPBPt2pq0K6np/k/PZnl7RharW+y66TDLxapa7rJ6kQqvM6E5hK4NVtk/xyU3/tqbpW2UvVvp6Hn07yR0n+tP2u/aU2HG/Zelag2C90Gt27+b55zbKbdvT5lA7E/qIkf5mkgq/q+s3mTwW51b/RLgIECBAgQIAAAQIECBAgcMgCU3q/P+R1MncCBAgQIECAAAECBAgQIECAAAECBAgQIECAAAECBAgQIECAAAECBAgQIECAAAECBAgQIECAAAECBAgQIECAAAECBAgQIECAAAECBAgQILC2gMCrtencSIAAAQIECBAgQODYBSrYpoJKZmFINeBj22CjXYRd1fj9IKIK93hoG+Czq7Cr2UJ8YxsEhfyHrQAAIABJREFUdtPOyrw3yeOS/GqSL6ywYl/SBJc8OsnDOqFFs9u3GXh17TYI6SFt5/+5/e9/aP/78ja0a1mISj84a5V16butEkx1FGk/OKnaviDJY5J0w5n6fXxZkpck+bb2gw8mqZCeD/QaDgmtWlTfkHvnBYlV8NbTl4TN/dMkz23CiR7Qqb9Cmv6g/fvVm2C4JyapvmbX65PUHqgAq6OuCtd5RrsvZ+1qnz67FzZXtdcY9aeu30/yHY3jhwY8AycZeDUk0K1Knhe0N9tPNf/P9ubVDZ+rj27fhkwdNf0btkF2FVpUV4VrVZBcBdAddd2vDdubtZk3Vq3b85qwtAd2OhryLFTzL21rqTC82XWvJBV4NeT64SRPbRuW912bP78z5MYdtJnSgdgCr3awQQxJgAABAgQIECBAgAABApMQmNL7/SRAFUmAAAECBAgQIECAAAECBAgQIECAAAECBAgQIECAAAECBAgQIECAAAECBAgQIECAAAECBAgQIECAAAECBAgQIECAAAECBAgQIECAAAECBMYmIPBqbCuiHgIECBAgQIAAAQJ/K9APzamfDQ1IOS7DmySpAKZv7gyw6wCu7lzr/eY+SV44J6TqV1q/Xz8ibKlCdSpc7EFJzk9ygzmQFUj1tCR/PeezbsjO+5Ocaur58IDFuGeSX2zbVSBNXTdu//vgJC8d0EeFKD2qDUOaNa8aKzjrVUmunNNHed0uyfOT3Krz+Q82c39OL0BpQAn/oMm8wKtq9KQkP7FgHSqsrOqZhV1V+wrrqeCmfsjbkNCqRXUPvfdmbZhRzaWuChKrwKlnLghCum4bsFbPxeyaV/8t2mfpjE6717Xr9UcLip7X97uTVADbn8y5p/ZfBebNrgqru3jAQh5n4NU128CwCpKaXS9ug/zmPVPVpsLnKiRtFgLXncKiUKqxBV5VzeX6yiTdQL76Tv/RJtTu4wvWpcLfar/V99Hsem0bjvaJAWtZoUy1Vyu4r65Lktz3iPEGdHmsTaZ0ILbAq2PdCjonQIAAAQIECBAgQIAAgQkLTOn9fsLMSidAgAABAgQIECBAgAABAgQIECBAgAABAgQIECBAgAABAgQIECBAgAABAgQIECBAgAABAgQIECBAgAABAgQIECBAgAABAgQIECBAgAABArsTEHi1O3sjEyBAgAABAgQIEDhK4I5NCFEF4FTIzex6XpI/XZPt8iRvmnPvDdsQlrM7n90+SQXp9K8KgnpJ54cVzlQBWIuCapaV+s4kl85p1A8jWiU8qt5xai4/maT6mXfVmL+b5L+3H5bx1zc+t1kQclXNKrjqR5L8UpIvLOh33cCrCsCpUKoKn+peq8y77qtgoOe2QVvdfi5q1/g3mlCsv0ly7SRfm+TeSb69t8de34bpfGzZ4g34fFHgVd363rbWd7TBURXwdU4bNtYNBDqqnqGhVfNKXeXeuyb5ud7eeFcbRFYBamVaAXV3aIKEHt7uo9mYR9V/XhvO1g1Wq2epAtve3AQT/Zd2r1XoVn0fVLDVV3cmU+FbD232+asXhJPdMsmFzdpXuFZdFYj27DXW7QlJnjzgvmoyJGhq3ndb7YcKOpt5zsLn7tTOe7Yn+oFwUwq8qlC6RzRIFXDV/V6v75afbcOoKrjsas33wb9Jcpfe3Mv3I0m+swkdrO/OIdeXt8/+N7WNa/0rjO1zQ27eQZspHYgt8GoHG8SQBAgQIECAAAECBAgQIDAJgSm9308CVJEECBAgQIAAAQIECBAgQIAAAQIECBAgQIAAAQIECBAgQIAAAQIECBAgQIAAAQIECBAgQIAAAQIECBAgQIAAAQIECBAgQIAAAQIECBAgQGBsAgKvxrYi6iFAgAABAgQIECCQXDPJ05M8cosYi0JrhgZeXa8Nuzp3izVVgM8r5/S3SeDVrLsKCXpSkgdsWO8sgKgCtD6+pK91A68qCOeJbVhQd4jnJHlMkitXmEOFXj0zyfkr3DNr+tp2z/3ZGvfOu6UfeFWhUddPcveB/VdAWwVIVcjPvGuV0Kr+/avcW+/NFcb1rCaYqBvGtWwaFRpXIXEVaDTvWrff6qv25fcn+YUjAtgqVKlCpGZ7ocLpyrOCso66+uu27cCrCrN6dPsdt8yw+/mvJHl8kgd2vhsvaYLB7jvn2RwSvNUfu/9duChMq3/f/ZK8ovPDRYGB1aTmXiFlT+2FXg1xqH1U91bYVf/g6EX311q+pTNWPXtvGDLYjtpM6UBsgVc72iSGJUCAAAECBAgQIECAAIHRC0zp/X70mAokQIAAAQIECBAgQIAAAQIECBAgQIAAAQIECBAgQIAAAQIECBAgQIAAAQIECBAgQIAAAQIECBAgQIAAAQIECBAgQIAAAQIECBAgQIAAAQJjFBB4NcZVURMBAgQIECBAgMChC3x5GwT1TVuE2DTw6pZJLmzqusUWazrOwKsqs953viLJQ9rQnxusUHuFy/xMG2TzFwPvWzfwqrrvB9PUz85qfn7xwLG7za6V5F5NEFKteQU7LbsqPOnH2vl+elnjFT6fF5z04iRPSfLdR/QztJ5VQqv6w61z762TPDnJty8xqECpF7TBY8tC0qqrVcPZKvipAtLeNyD4qAK3XtLW+/4kp44I4JpN67gDr2qc2qMPTvKfkix7LutZ/KnGqQLTPtOGXVX4WF0fTXLX5s/v9NZkrIFXs++lr2kD+Zbtpdm0Xtau+Z+s8PxV0wpNnFm9pw0HWxQgt2LXx9J8SgdiC7w6li2gUwIECBAgQIAAAQIECBDYA4Epvd/vAbcpECBAgAABAgQIECBAgAABAgQIECBAgAABAgQIECBAgAABAgQIECBAgAABAgQIECBAgAABAgQIECBAgAABAgQIECBAgAABAgQIECBAgACBkxcQeHXy5kYkQIAAAQIECBAgsEygH8azrP2QzzcNvOqH4AwZc1mb4w686o5/nSQVWFTz+HdJvrIXBnVpkg8l+Y32z39LctWyCfQ+3yTw6vpJXprknLbPS5I8oA30WbGMv2t+7STf0AQj3T3J1yY5s9NRzfd3k7w5ybuS/M26gxxx36LgpKslOaMNvar6ar9XyFUF8ryxWadfTjIkZGyd0KpZueveW7Wf1q5Tze82bWBThVz9VpK3NZ9fkKRChfqH+x5FXO/mN01yjyTfnORW7d/rnuqrwqre0ezdi9rAqi8MXK+bN76vbr3rlkXPXLe7kwi8mo13k2Yf3q2x+9bG7nad8KvZ/nx9uz8r6Gp23bbdIzduf1AhZE9K8vlOmzEHXs3KXLSX6vMK+apAs19rn9E/XXE/VR/Xa8POzj3CaeA2OrFmUzoQW+DViW0LAxEgQIAAAQIECBAgQIDAxASm9H4/MVrlEiBAgAABAgQIECBAgAABAgQIECBAgAABAgQIECBAgAABAgQIECBAgAABAgQIECBAgAABAgQIECBAgAABAgQIECBAgAABAgQIECBAgACBcQgIvBrHOqiCAAECBAgQIECAAAEC+yawSXDSvlnsaj5Xb4KSntiEQVUAVF0vSvLIJN0AqV3VZtzjFegGg320DVOrULYxX1M6EFvg1Zh3ktoIECBAgAABAgQIECBAYJcCU3q/36WTsQkQIECAAAECBAgQIECAAAECBAgQIECAAAECBAgQIECAAAECBAgQIECAAAECBAgQIECAAAECBAgQIECAAAECBAgQIECAAAECBAgQIECAwGQFBF5NdukUToAAAQIECBAgQIAAgVELCLwax/J0g48+mOS85s8fjKM0VRyTQP2up4LNntn2P5WgsykdiC3w6pg2r24JECBAgAABAgQIECBAYPICU3q/nzy2CRAgQIAAAQIECBAgQIAAAQIECBAgQIAAAQIECBAgQIAAAQIECBAgQIAAAQIECBAgQIAAAQIECBAgQIAAAQIECBAgQIAAAQIECBAgQIAAgV0ICLzahboxCRAgQIAAAQIECBAgsP8CAq/GscbXSvKMJD/QlvPoJM9O0j98eBzVqmIbAjdO8rIkd0ryqSTnJHn7Njo+5j6mdCC2wKtj3gy6J0CAAAECBAgQIECAAIHJCkzp/X6yyAonQIAAAQIECBAgQIAAAQIECBAgQIAAAQIECBAgQIAAAQIECBAgQIAAAQIECBAgQIAAAQIECBAgQIAAAQIECBAgQIAAAQIECBAgQIAAAQK7FBB4tUt9YxMgQIAAAQIECBAgQGB/BQRejWdtvz7JhUlumuQdSc5P8mfjKU8lWxZ4UJKXtH2+KMkjk3xmy2McR3dTOhBb4NVx7AB9EiBAgAABAgQIECBAgMA+CEzp/X4fvM2BAAECBAgQIECAAAECBAgQIECAAAECBAgQIECAAAECBAgQIECAAAECBAgQIECAAAECBAgQIECAAAECBAgQIECAAAECBAgQIECAAAECBAicuIDAqxMnNyABAgQIECBAgAABAgQOQkDg1XiW+RpJnpTkcW1JD07y0vGUp5ItCly/XdtzknwkyblJfnuL/R9nV1M6EFvg1XHuBH0TIECAAAECBAgQIECAwJQFpvR+P2VntRMgQIAAAQIECBAgQIAAAQIECBAgQIAAAQIECBAgQIAAAQIECBAgQIAAAQIECBAgQIAAAQIECBAgQIAAAQIECBAgQIAAAQIECBAgQIAAgZ0JCLzaGb2BCRAgQIAAAQIECBAgsNcCAq/Gtby3SPLyJGckeUeS85P82bhKVM0WBO6X5BVtP/8xydOTXLWFfk+iiykdiC3w6iR2hDEIECBAgAABAgQIECBAYIoCU3q/n6KvmgkQIECAAAECBAgQIECAAAECBAgQIECAAAECBAgQIECAAAECBAgQIECAAAECBAgQIECAAAECBAgQIECAAAECBAgQIECAAAECBAgQIECAwM4FBF7tfAkUQIAAAQIECBAgQIAAgb0UEHg1rmWt9//7JHlhkusm+cEkz0nSP4R4XFWrZhWBf57kxUnuNtFQsykdiC3wapWdqS0BAgQIECBAgAABAgQIHJLAlN7vD2ldzJUAAQIECBAgQIAAAQIECBAgQIAAAQIECBAgQIAAAQIECBAgQIAAAQIECBAgQIAAAQIECBAgQIAAAQIECBAgQIAAAQIECBAgQIAAAQIECGxNQODV1ih1RIAAAQIECBAgQIAAAQIdAYFX49sO10nyjCQPS/L+JKeaEKwPj69MFa0hUL/f+YEkP5nko0nun+RX1+hnl7dM6UBsgVe73CnGJkCAAAECBAgQIECAAIExC0zp/X7MjmojQIAAAQIECBAgQIAAAQIECBAgQIAAAQIECBAgQIAAAQIECBAgQIAAAQIECBAgQIAAAQIECBAgQIAAAQIECBAgQIAAAQIECBAgQIAAAQKjFRB4NdqlURgBAgQIECBAgAABAgQmLSDwapzLd7Mkr0hS6/PMJI9PcuU4S1XVCgJfmeTVSW6V5LHt2l61wv1jaDqlA7EFXo1hx6iBAAECBAgQIECAAAECBMYoMKX3+zH6qYkAAQIECBAgQIAAAQIECBAgQIAAAQIECBAgQIAAAQIECBAgQIAAAQIECBAgQIAAAQIECBAgQIAAAQIECBAgQIAAAQIECBAgQIAAAQIECIxeQODV6JdIgQQIECBAgAABAgQIECBAgACBvReY0oHYAq/2fjuaIAECBAgQIECAAAECBAisKTCl9/s1p+g2AgQIECBAgAABAgQIECBAgAABAgQIECBAgAABAgQIECBAgAABAgQIECBAgAABAgQIECBAgAABAgQIECBAgAABAgQIECBAgAABAgQIECBw2AICrw57/c2eAAECBAgQIECAAAECBAgQIDAGgSkdiC3wagw7Rg0ECBAgQIAAAQIECBAgMEaBKb3fj9FPTQQIECBAgAABAgQIECBAgAABAgQIECBAgAABAgQIECBAgAABAgQIECBAgAABAgQIECBAgAABAgQIECBAgAABAgQIECBAgAABAgQIECBAYPQCAq9Gv0QKJECAAAECBAgQIECAAAECBAjsvcCUDsQWeLX329EECRAgQIAAAQIECBAgQGBNgSm93685RbcRIECAAAECBAgQIECAAAECBAgQIECAAAECBAgQIECAAAECBAgQIECAAAECBAgQIECAAAECBAgQIECAAAECBAgQIECAAAECBAgQIECAAIHDFhB4ddjrb/YECBAgQIAAAQIECBAgQIAAgTEITOlAbIFXY9gxaiBAgAABAgQIECBAgACBMQpM6f1+jH5qIkCAAAECBAgQIECAAAECBAgQIECAAAECBAgQIECAAAECBAgQIECAAAECBAgQIECAAAECBAgQIECAAAECBAgQIECAAAECBAgQIECAAAECoxcQeDX6JVIgAQIECBAgQIAAAQIECBAgQGDvBaZ0ILbAq73fjiZIgAABAgQIECBAgAABAmsKTOn9fs0puo0AAQIECBAgQIAAAQIECBAgQIAAAQIECBAgQIAAAQIECBAgQIAAAQIECBAgQIAAAQIECBAgQIAAAQIECBAgQIAAAQIECBAgQIAAAQIECBy2gMCrw15/sydAgAABAgQIECBAgAABAgQIjEFgSgdiC7waw45RAwECBAgQIECAAAECBAiMUWBK7/dj9FMTAQIECBAgQIAAAQIECBAgQIAAAQIECBAgQIAAAQIECBAgQIAAAQIECBAgQIAAAQIECBAgQIAAAQIECBAgQIAAAQIECBAgQIAAAQIECBAYvYDAq9EvkQIJECBAgAABAgQIECBAgAABAnsvMKUDsQVe7f12NEECBAgQIECAAAECBAgQWFNgSu/3a07RbQQIECBAgAABAgQIECBAgAABAgQIECBAgAABAgQIECBAgAABAgQIECBAgAABAgQIECBAgAABAgQIECBAgAABAgQIECBAgAABAgQIECBA4LAFBF4d9vqbPQECBAgQIECAAAECBAgQIEBgDAJTOhBb4NUYdowaCBAgQIAAAQIECBAgQGCMAlN6vx+jn5oIECBAgAABAgQIECBAgAABAgQIECBAgAABAgQIECBAgAABAgQIECBAgAABAgQIECBAgAABAgQIECBAgAABAgQIECBAgAABAgQIECBAgMDoBQRejX6JFEiAAAECBAgQIECAAAECBAgQ2HuBKR2ILfBq77ejCRIgQIAAAQIECBAgQIDAmgJTer9fc4puI0CAAAECBAgQIECAAAECBAgQIECAAAECBAgQIECAAAECBAgQIECAAAECBAgQIECAAAECBAgQIECAAAECBAgQIECAAAECBAgQIECAAAEChy0g8Oqw19/sCRAgQIAAAQIECBAgQIAAAQJjEJjSgdgCr8awY9RAgAABAgQIECBAgAABAmMUmNL7/Rj91ESAAAECBAgQIECAAAECBAgQIECAAAECBAgQIECAAAECBAgQIECAAAECBAgQIECAAAECBAgQIECAAAECBAgQIECAAAECBAgQIECAAAECBEYvIPBq9EukQAIECBAgQIAAAQIECBAgQIDA3gtM6UDsCrz6qyT/pF2V30xydpJP7f0qmSABAgQIECBAgAABAgQIEDhaYErv99aSAAECBAgQIECAAAECBAgQIECAAAECBAgQIECAAAECBAgQIECAAAECBAgQIECAAAECBAgQIECAAAECBAgQIECAAAECBAgQIECAAAECBAgQWENA4NUaaG4hQIAAAQIECBAgQIAAAQIECBDYqsCUDsS+VpLPdmZ/eZLbCbza6n7QGQECBAgQIECAAAECBAhMU2BK7/fTFFY1AQIECBAgQIAAAQIECBAgQIAAAQIECBAgQIAAAQIECBAgQIAAAQIECBAgQIAAAQIECBAgQIAAAQIECBAgQIAAAQIECBAgQIAAAQIECBDYsYDAqx0vgOEJECBAgAABAgQIECBAgAABAgQytQOxfz/JVyW5KslTm/X7UWtIgAABAgQIECBAgAABAgQITO793pIRIECAAAECBAgQIECAAAECBAgQIECAAAECBAgQIECAAAECBAgQIECAAAECBAgQIECAAAECBAgQIECAAAECBAgQIECAAAECBAgQIECAAAECKwoIvFoRTHMCBAgQIECAAAECBAgQIECAAIGtC0wt8GrrADokQIAAAQIECBAgQIAAAQJ7IOD9fg8W0RQIECBAgAABAgQIECBAgAABAgQIECBAgAABAgQIECBAgAABAgQIECBAgAABAgQIECBAgAABAgQIECBAgAABAgQIECBAgAABAgQIECBAgMBRAgKv7A8CBAgQIECAAAECBAgQIECAAIFdCzgQe9crYHwCBAgQIECAAAECBAgQILC5gPf7zQ31QIAAAQIECBAgQIAAAQIECBAgQIAAAQIECBAgQIAAAQIECBAgQIAAAQIECBAgQIAAAQIECBAgQIAAAQIECBAgQIAAAQIECBAgQIAAAQIERi0g8GrUy6M4AgQIECBAgAABAgQIECBAgMBBCDgQ+yCW2SQJECBAgAABAgQIECBAYM8FvN/v+QKbHgECBAgQIECAAAECBAgQIECAAAECBAgQIECAAAECBAgQIECAAAECBAgQIECAAAECBAgQIECAAAECBAgQIECAAAECBAgQIECAAAECBAgQEHhlDxAgQIAAAQIECBAgQIAAAQIECOxawIHYu14B4xMgQIAAAQIECBAgQIAAgc0FvN9vbqgHAgQIECBAgAABAgQIECBAgAABAgQIECBAgAABAgQIECBAgAABAgQIECBAgAABAgQIECBAgAABAgQIECBAgAABAgQIECBAgAABAgQIECAwagGBV6NeHsURIECAAAECBAgQIECAAAECBA5CwIHYB7HMJkmAAAECBAgQIECAAAECey7g/X7PF9j0CBAgQIAAAQIECBAgQIAAAQIECBAgQIAAAQIECBAgQIAAAQIECBAgQIAAAQIECBAgQIAAAQIECBAgQIAAAQIECBAgQIAAAQIECBAgQICAwCt7gAABAgQIECBAgAABAgQIECBAYNcCDsTe9QoYnwABAgQIECBAgAABAgQIbC7g/X5zQz0QIECAAAECBAgQIECAAAECBAgQIECAAAECBAgQIECAAAECBAgQIECAAAECBAgQIECAAAECBAgQIECAAAECBAgQIECAAAECBAgQIECAAIFRCwi8GvXyKI4AAQIECBAgQIAAAQIECBAgcBACDsQ+iGU2SQIECBAgQIAAAQIECBDYcwHv93u+wKZHgAABAgQIECBAgAABAgQIECBAgAABAgQIECBAgAABAgQIECBAgAABAgQIECBAgAABAgQIECBAgAABAgQIECBAgAABAgQIECBAgAABAgQEXtkDBAgQIECAAAECBAgQIECAAAECuxZwIPauV8D4BAgQIECAAAECBAgQIEBgcwHv95sb6oEAAQIECBAgQIAAAQIECBAgQIAAAQIECBAgQIAAAQIECBAgQIAAAQIECBAgQIAAAQIECBAgQIAAAQIECBAgQIAAAQIECBAgQIAAAQIECIxaQODVqJdHcQQIECBAgAABAgQIECBAgACBgxBwIPZBLLNJEiBAgAABAgQIECBAgMCeC3i/3/MFNj0CBAgQIECAAAECBAgQIECAAAECBAgQIECAAAECBAgQIECAAAECBAgQIECAAAECBAgQIECAAAECBAgQIECAAAECBAgQIECAAAECBAgQICDwyh4gQIAAAQIECBAgQIAAAQIECBDYtYADsXe9AsYnQIAAAQIECBAgQIAAAQKbC3i/39xQDwQIECBAgAABAgQIECBAgAABAgQIECBAgAABAgQIECBAgAABAgQIECBAgAABAgQIECBAgAABAgQIECBAgAABAgQIECBAgAABAgQIECBAYNQCAq9GvTyKI0CAAAECBAgQIECAAAECBAgchIADsQ9imU2SAAECBAgQIECAAAECBPZcwPv9ni+w6REgQIAAAQIECBAgQIAAAQIECBAgQIAAAQIECBAgQIAAAQIECBAgQIAAAQIECBAgQIAAAQIECBAgQIAAAQIECBAgQIAAAQIECBAgQIAAAYFX9gABAgQIECBAgAABAgQIECBAgMCuBRyIvesVMD4BAgQIECBAgAABAgQIENhcwPv95oZ6IECAAAECBAgQIECAAAECBAgQIECAAAECBAgQIECAAAECBAgQIECAAAECBAgQIECAAAECBAgQIECAAAECBAgQIECAAAECBAgQIECAAAECoxYQeDXq5VEcAQIECBAgQIAAAQIECBAgQOAgBByIfRDLbJIECBAgQIAAAQIECBAgsOcC3u/3fIFNjwABAgQIECBAgAABAgQIECBAgAABAgQIECBAgAABAgQIECBAgAABAgQIECBAgAABAgQIECBAgAABAgQIECBAgAABAgQIECBAgAABAgQICLyyBwgQIECAAAECBAgQIECAAAECBHYt4EDsXa+A8QkQIECAAAECBAgQIECAwOYC3u83N9QDAQIECBAgQIAAAQIECBAgQIAAAQIECBAgQIAAAQIECBAgQIAAAQIECBAgQIAAAQIECBAgQIAAAQIECBAgQIAAAQIECBAgQIAAAQIECBAYtYDAq1Evj+IIECBAgAABAgQIECBAgAABAgch4EDsg1hmkyRAgAABAgQIECBAgACBPRfwfr/nC2x6BAgQIECAAAECBAgQIECAAAECBAgQIECAAAECBAgQIECAAAECBAgQIECAAAECBAgQIECAAAECBAgQIECAAAECBAgQIECAAAECBAgQIEBA4JU9QIAAAQIECBAgQIAAAQIECBAgsGsBB2LvegWMT4AAAQIECBAgQIAAAQIENhfwfr+5oR4IECBAgAABAgQIECBAgAABAgQIECBAgAABAgQIECBAgAABAgQIECBAgAABAgQIECBAgAABAgQIECBAgAABAgQIECBAgAABAgQIECBAgMCoBQRejXp5FEeAAAECBAgQIECAAAECBAgQOAgBB2IfxDKbJAHRGIBUAAAgAElEQVQCBAgQIECAAAECBAjsuYD3+z1fYNMjQIAAAQIECBAgQIAAAQIECBAgQIAAAQIECBAgQIAAAQIECBAgQIAAAQIECBAgQIAAAQIECBAgQIAAAQIECBAgQIAAAQIECBAgQIAAAQICr+wBAgQIECBAgAABAgQIECBAgACBXQs4EHvXK2B8AgQIECBAgAABAgQIECCwuYD3+80N9UCAAAECBAgQIECAAAECBAgQIECAAAECBAgQIECAAAECBAgQIECAAAECBAgQIECAAAECBAgQIECAAAECBAgQIECAAAECBAgQIECAAAECBEYtIPBq1MujOAIECBAgQIAAAQIECBAgQIDAQQg4EPsgltkkCRAgQIAAAQIECBAgQGDPBbzf7/kCmx4BAgQIECBAgAABAgQIECBAgAABAgQIECBAgAABAgQIECBAgAABAgQIECBAgAABAgQIECBAgAABAgQIECBAgAABAgQIECBAgAABAgQIEBB4ZQ8QIECAAAECBAgQIECAAAECBAjsWsCB2LteAeMTIECAAAECBAgQIECAAIHNBbzfb26oBwIECBAgQIAAAQIECBAgQIAAAQIECBAgQIAAAQIECBAgQIAAAQIECBAgQIAAAQIECBAgQIAAAQIECBAgQIAAAQIECBAgQIAAAQIECBAgMGoBgVejXh7FESBAgAABAgQIECBAgAABAgQOQsCB2AexzCZJgAABAgQIECBAgAABAnsu4P1+zxfY9AgQIECAAAECBAgQIECAAAECBAgQIECAAAECBAgQIECAAAECBAgQIECAAAECBAgQIECAAAECBAgQIECAAAECBAgQIECAAAECBAgQIECAgMAre4AAAQIECBAgQIAAAQIECBAgQGDXAg7E3vUKGJ8AAQIECBAgQIAAAQIECGwu4P1+c0M9ECBAgAABAgQIECBAgAABAgQIECBAgAABAgQIECBAgAABAgQIECBAgAABAgQIECBAgAABAgQIECBAgAABAgQIECBAgAABAgQIECBAgACBUQsIvBr18iiOAAECBAgQIECAAAECBAgQIHAQAg7EPohlNkkCBAgQIECAAAECBAgQ2HMB7/d7vsCmR4AAAQIECBAgQIAAAQIECBAgQIAAAQIECBAgQIAAAQIECBAgQIAAAQIECBAgQIAAAQIECBAgQIAAAQIECBAgQIAAAQIECBAgQIAAAQIEBF7ZAwQIECBAgAABAgQIECBAgAABArsWcCD2rlfA+AQIECBAgAABAgQIECBAYHMB7/ebG+qBAAECBAgQIECAAAECBAgQIECAAAECBAgQIECAAAECBAgQIECAAAECBAgQIECAAAECBAgQIECAAAECBAgQIECAAAECBAgQIECAAAECBAiMWkDg1aiXR3EECBAgQIAAAQIECBAgQIAAgYMQcCD2QSyzSRIgQIAAAQIECBAgQIDAngt4v9/zBTY9AgQIECBAgAABAgQIECBAgAABAgQIECBAgAABAgQIECBAgAABAgQIECBAgAABAgQIECBAgAABAgQIECBAgAABAgQIECBAgAABAgQIECAg8MoeIECAAAECBAgQIECAAAECBAgQ2LWAA7F3vQLGJ0CAAAECBAgQIECAAAECmwt4v9/cUA8ECBAgQIAAAQIECBAgQIAAAQIECBAgQIAAAQIECBAgQIAAAQIECBAgQIAAAQIECBAgQIAAAQIECBAgQIAAAQIECBAgQIAAAQIECBAgQGDUAgKvRr08iiNAgAABAgQIECBAgAABAgQIHISAA7EPYplNkgABAgQIECBAgAABAgT2XMD7/Z4vsOkRIECAAAECBAgQIECAAAECBAgQIECAAAECBAgQIECAAAECBAgQIECAAAECBAgQIECAAAECBAgQIECAAAECBAgQIECAAAECBAgQIECAAAGBV/YAAQIECBAgQIAAAQIECBAgQIDArgUciL3rFTA+AQIECBAgQIAAAQIECBDYXMD7/eaGeiBAgAABAgQIECBAgAABAgQIECBAgAABAgQIECBAgAABAgQIECBAgAABAgQIECBAgAABAgQIECBAgAABAgQIECBAgAABAgQIECBAgAABAqMWEHg16uVRHAECBAgQIECAAAECBAgQIEDgIAQciH0Qy2ySBAgQIECAAAECBAgQILDnAt7v93yBTY8AAQIECBAgQIAAAQIECBAgQIAAAQIECBAgQIAAAQIECBAgQIAAAQIECBAgQIAAAQIECBAgQIAAAQIECBAgQIAAAQIECBAgQIAAAQIECAi8sgcIECBAgAABAgQIECBAgAABAgR2LeBA7F2vgPEJECBAgAABAgQIECBAgMDmAt7vNzfUAwECBAgQIECAAAECBAgQIECAAAECBAgQIECAAAECBAgQIECAAAECBAgQIECAAAECBAgQIECAAAECBAgQIECAAAECBAgQIECAAAECBAgQGLWAwKtRL4/iCBAgQIAAAQIECBAgQIAAAQIHIeBA7INYZpMkQIAAAQIECBAgQIAAgT0X8H6/5wtsegQIECBAgAABAgQIECBAgAABAgQIECBAgAABAgQIECBAgAABAgQIECBAgAABAgQIECBAgAABAgQIECBAgAABAgQIECBAgAABAgQIECBAQOCVPUCAAAECBAgQIECAAAECBAgQILBrAQdi73oFjE+AAAECBAgQIECAAAECBDYX8H6/uaEeCBAgQIAAAQIECBAgQIAAAQIECBAgQIAAAQIECBAgQIAAAQIECBAgQIAAAQIECBAgQIAAAQIECBAgQIAAAQIECBAgQIAAAQIECBAgQIDAqAUEXo16eRRHgAABAgQIECBAgAABAgQIEDgIgakdiP2oJN+S5LNJnprkvQexSiZJgAABAgQIECBAgAABAgSOFpja+731JECAAAECBAgQIECAAAECBAgQIECAAAECBAgQIECAAAECBAgQIECAAAECBAgQIECAAAECBAgQIECAAAECBAgQIECAAAECBAgQIECAAAECBFYUEHi1IpjmBAgQIECAAAECBAgQIECAAAECWxeY0oHY10xyZUfgQ0lum+RTW1fRIQECBAgQIECAAAECBAgQmJbAlN7vpyWrWgIECBAgQIAAAQIECBAgQIAAAQIECBAgQIAAAQIECBAgQIAAAQIECBAgQIAAAQIECBAgQIAAAQIECBAgQIAAAQIECBAgQIAAAQIECBAgMBIBgVcjWQhlECBAgAABAgQIECBAgAABAgQOWGBKB2Jfqw23+sfter03yR0FXh3w7jV1AgQIECBAgAABAgQIEJgJTOn93qoRIECAAAECBAgQIECAAAECBAgQIECAAAECBAgQIECAAAECBAgQIECAAAECBAgQIECAAAECBAgQIECAAAECBAgQIECAAAECBAgQIECAAAECawgIvFoDzS0ECBAgQIAAAQIECBAgQIAAAQJbFZjSgdhflOQvk1ynFfjNJGcLvNrqftAZAQIECBAgQIAAAQIECExTYErv99MUVjUBAgQIECBAgAABAgQIECBAgAABAgQIECBAgAABAgQIECBAgAABAgQIECBAgAABAgQIECBAgAABAgQIECBAgAABAgQIECBAgAABAgQIENixgMCrHS+A4QkQIECAAAECBAgQIECAAAECBDKlA7EFXtmwBAgQIECAAAECBAgQIEBgvsCU3u+tIQECBAgQIECAAAECBAgQIECAAAECBAgQIECAAAECBAgQIECAAAECBAgQIECAAAECBAgQIECAAAECBAgQIECAAAECBAgQIECAAAECBAgQILCGgMCrNdDcQoAAAQIECBAgQIAAAQIECBAgsFWBKR2ILfBqq0uvMwIECBAgQIAAAQIECBDYI4Epvd/vEbupECBAgAABAgQIECBAgAABAgQIECBAgAABAgQIECBAgAABAgQIECBAgAABAgQIECBAgAABAgQIECBAgAABAgQIECBAgAABAgQIECBAgACBkxMQeHVy1kYiQIAAAQIECBAgQIAAAQIECOyzwI2S/OWaE9zWgdib1DC0dIFXQ6W0I0CAAAECBAgQIECAAIFDE9jW+/2huZkvAQIECBAgQIAAAQIECBAgQIAAAQIECBAgQIAAAQIECBAgQIAAAQIECBAgQIAAAQIECBAgQIAAAQIECBAgQIAAAQIECBAgQIAAAQIECBCYjIDAq8kslUIJECBAgAABAgQIECBAgAABAqMUuHmSJyS5X5JbJ7lijSq3cSD2aUl+L8nLk/xYkj9eo44htwi8GqKkDQECBAgQIECAAAECBAgcosA23u8P0c2cCRAgQIAAAQIECBAgQIAAAQIECBAgQIAAAQIECBAgQIAAAQIECBAgQIAAAQIECBAgQIAAAQIECBAgQIAAAQIECBAgQIAAAQIECBAgQIDAZAQEXk1mqRRKgAABAgQIECBAgAABAgQIEBidwGOTPK1T1WuS3HuNKrdxIPYFSc7rjP2YJD+xRi3LbhF4tUzI5wQIECBAgAABAgQIECBwqALbeL8/VDvzJkCAAAECBAgQIECAAAECBAgQIECAAAECBAgQIECAAAECBAgQIECAAAECBAgQIECAAAECBAgQIECAAAECBAgQIECAAAECBAgQIECAAAECkxAQeDWJZVIkAQIECBAgQIAAAQIECBAgQGCUAndJ8uZOZXWw9elJrlix2k0PxD4tyeVJur/rqtreumIdQ5oLvBqipA0BAgQIECBAgAABAgQIHKLApu/3h2hmzgQIECBAgAABAgQIECBAgAABAgQIECBAgAABAgQIECBAgAABAgQIECBAgAABAgQIECBAgAABAgQIECBAgAABAgQIECBAgAABAgQIECBAYFICAq8mtVyKJUCAAAECBAgQIECAAAECBAiMTuB9SW7dqeqCJKdWrHLTA7FrzPM6Y/5ekq9ZsYahzQVeDZXSjgABAgQIECBAgAABAgQOTWDT9/tD8zJfAgQIECBAgAABAgQIECBAgAABAgQIECBAgAABAgQIECBAgAABAgQIECBAgAABAgQIECBAgAABAgQIECBAgAABAgQIECBAgAABAgQIECAwOQGBV5NbMgUTIECAAAECBAgQIECAAAECBEYlcJckb+5UVIdbn57kihWq3ORA7NOSXJ6k+3uuqumtK4y/SlOBV6toaUuAAAECBAgQIECAAAEChySwyfv9ITmZKwECBAgQIECAAAECBAgQIECAAAECBAgQIECAAAECBAgQIECAAAECBAgQIECAAAECBAgQIECAAAECBAgQIECAAAECBAgQIECAAAECBAgQmKyAwKvJLp3CCRAgQIAAAQIECBAgQIAAAQKjEXhfklt3qrkgyakVqtvkQOwa67zOWJc1YVdnrjD2qk0FXq0qpj0BAgQIECBAgAABAgQIHIrAJu/3h2JkngQIECBAgAABAgQIECBAgAABAgQIECBAgAABAgQIECBAgAABAgQIECBAgAABAgQIECBAgAABAgQIECBAgAABAgQIECBAgAABAgQIECBAYNICAq8mvXyKJ0CAAAECBAgQIECAAAECBAiMQuAuSd7cqaQOuD49yRUDq1v3QOzTklyepPs7rjsnuWjguOs0E3i1jpp7CBAgQIAAAQIECBAgQOAQBNZ9vz8EG3MkQIAAAQIECBAgQIAAAQIECBAgQIAAAQIECBAgQIAAAQIECBAgQIAAAQIECBAgQIAAAQIECBAgQIAAAQIECBAgQIAAAQIECBAgQIAAAQJ7ISDwai+W0SQIECBAgAABAgQIECBAgAABAjsXeF+SW3equCDJqYFVrXsgdo1xXmeMy5KcOXDMdZsJvFpXzn0ECBAgQIAAAQIECBAgsO8C677f77uL+REgQIAAAQIECBAgQIAAAQIECBAgQIAAAQIECBAgQIAAAQIECBAgQIAAAQIECBAgQIAAAQIECBAgQIAAAQIECBAgQIAAAQIECBAgQIAAgb0REHi1N0tpIgQIECBAgAABAgQIECBAgACBnQrcOclbOhXUIdenJ7liQFXrHIh9WpLLk3R/v3V2krcNGG+TJgKvNtFzLwECBAgQIECAAAECBAjss8A67/f77GFuBAgQIECAAAECBAgQIECAAAECBAgQIECAAAECBAgQIECAAAECBAgQIECAAAECBAgQIECAAAECBAgQIECAAAECBAgQIECAAAECBAgQIEBg7wQEXu3dkpoQAQIECBAgQIAAAQIECBAgQGBnAu9LcuvO6BckOTWgmnUOxK6+z+v0fVmSMweMtWkTgVebCrqfAAECBAgQIECAAAECBPZVYJ33+321MC8CBAgQIECAAAECBAgQIECAAAECBAgQIECAAAECBAgQIECAAAECBAgQIECAAAECBAgQIECAAAECBAgQIECAAAECBAgQIECAAAECBAgQILCXAgKv9nJZTYoAAQIECBAgQIAAAQIECBAgsBOBOyd5S2fkOuj69CRXLKlm1QOxT0tyeZLu77bOTvK2E5i1wKsTQDYEAQIECBAgQIAAAQIECExSYNX3+0lOUtEECBAgQIAAAQIECBAgQIAAAQIECBAgQIAAAQIECBAgQIAAAQIECBAgQIAAAQIECBAgQIAAAQIECBAgQIAAAQIECBAgQIAAAQIECBAgQOCQBQReHfLqmzsBAgQIECBAgAABAgQIECBAYPsClzahV2d0ur0gyaklw6x6IHb1eV6nz8uSnLn9qcztUeDVCUEbhgABAgQIECBAgAABAgQmJ7Dq+/3kJqhgAgQIECBAgAABAgQIECBAgAABAgQIECBAgAABAgQIECBAgAABAgQIECBAgAABAgQIECBAgAABAgQIECBAgAABAgQIECBAgAABAgQIECBw6AICrw59B5g/AQIECBAgQIAAAQIECBAgQGC7Amc34VNv7XRZh12fnuSKI4ZZ5UDs05JcnqT7e62zkly83Wks7E3g1QlBG4YAAQIECBAgQIAAAQIEJiewyvv95CanYAIECBAgQIAAAQIECBAgQIAAAQIECBAgQIAAAQIECBAgQIAAAQIECBAgQIAAAQIECBAgQIAAAQIECBAgQIAAAQIECBAgQIAAAQIECBAgQODvHww8Vg8HIo11ZdRFgAABAgQIECBAgAABAgQIEJgvcGmSMzofXZDk1BFYq/z+p/o6r9PXZU3A1pknuBACr04Q21AECBAgQIAAAQIECBAgMCmBVd7vJzUxxRIgQIAAAQIECBAgQIAAAQIECBAgQIAAAQIECBAgQIAAAQIECBAgQIAAAQIECBAgQIAAAQIECBAgQIAAAQIECBAgQIAAAQIECBAgQIAAAQJ/K/CPJgDhQKQJLJISCRAgQIAAAQIECBAgQIAAAQIdgbObEKq3dv5ev985PckVC5SG/v7ntCSX936ndVaSi09QX+DVCWIbigABAgQIECBAgAABAgQmJTD0/X5Sk1IsAQIECBAgQIAAAQIECBAgQIAAAQIECBAgQIAAAQIECBAgQIAAAQIECBAgQIAAAQIECBAgQIAAAQIECBAgQIAAAQIECBAgQIAAAQIECBAg8P8FBF7ZDQQIECBAgAABAgQIECBAgAABAschcGmSMzodX5Dk1IKBhh6IXX2c1+njsiZY68zjKP6IPgVenTC44QgQIECAAAECBAgQIEBgMgJD3+8nMyGFEiBAgAABAgQIECBAgAABAgQIECBAgAABAgQIECBAgAABAgQIECBAgAABAgQIECBAgAABAgQIECBAgAABAgQIECBAgAABAgQIECBAgAABAn9fQOCVHUGAAAECBAgQIECAAAECBAgQIHAcAmc3YVRv7XRch16fnuSKOYMNORD7tCSXJ+n+PutbklxyHMUf0afAqxMGNxwBAgQIECBAgAABAgQITEZgyPv9ZCajUAIECBAgQIAAAQIECBAgQIAAAQIECBAgQIAAAQIECBAgQIAAAQIECBAgQIAAAQIECBAgQIAAAQIECBAgQIAAAQIECBAgQIAAAQIECBAgQOAfCgi8sisIECBAgAABAgQIECBAgAABAgSOS+DSJGd0Or8gyak5gw05ELvuPa9z72VNoNaZx1X4Ef0KvNoBuiEJECBAgAABAgQIECBAYBICQ97vJzERRRIgQIAAAQIECBAgQIAAAQIECBAgQIAAAQIECBAgQIAAAQIECBAgQIAAAQIECBAgQIAAAQIECBAgQIAAAQIECBAgQIAAAQIECBAgQIAAAQLzBQRe2RkECBAgQIAAAQIECBAgQIAAAQLHJXBWkos6ndfB16cnuaI34LIDsU9LcnmS7u+y7pTk7cdV+BH9CrzaAbohCRAgQIAAAQIECBAgQGASAsve7ycxCUUSIECAAAECBAgQIECAAAECBAgQIECAAAECBAgQIECAAAECBAgQIECAAAECBAgQIECAAAECBAgQIECAAAECBAgQIECAAAECBAgQIECAAAECiwUEXtkdBAgQIECAAAECBAgQIECAAAECxylwaZIzOgNckORUb8BlB2LXPed17rksyZnHWfQRfQu82hG8YQkQIECAAAECBAgQIEBg9ALL3u9HPwEFEiBAgAABAgQIECBAgAABAgQIECBAgAABAgQIECBAgAABAgQIECBAgAABAgQIECBAgAABAgQIECBAgAABAgQIECBAgAABAgQIECBAgAABAkcLCLyyQwgQIECAAAECBAgQIECAAAECBI5T4KwkF3UGqMOvT09yRe9n3Rq6v7M6LcnlSbo/u1OStx9n0Uf0LfBqR/CGJUCAAAECBAgQIECAAIHRCwi8Gv0SKZAAAQIECBAgQIAAAQIECBAgQIAAAQIECBAgQIAAAQIECBAgQIAAAQIECBAgQIAAAQIECBAgQIAAAQIECBAgQIAAAQIECBAgQIAAAQIECGwmIPBqMz93EyBAgAABAgQIECBAgAABAgQILBe4NMkZnWYXJDnV+ftRB2JX2//L3t0HW1nVDR//3Wgi9ZCZk5o1A82YZKXmVAMDViKGpgZqKPImligmvcyJckwDJggh38iKblApkzdJzYG0Eg01iTxRk2hmjM88Rv/YmzjKMIyGnKd1jWfvfTbn5QLOOXvv63yumebOw7rWtdZnrf64Ged8L6gY2xwRw7r+ZI+NELzqMVoTEyBAgAABAgQIECBAgECDCwheNfgBWj4BAgQIECBAgAABAgQIECBAgAABAgQIECBAgAABAgQIECBAgAABAgQIECBAgAABAgQIECBAgAABAgQIECBAgAABAgQIECBAgAABAgQIEOhKQPCqKyF/ToAAAQIECBAgQIAAAQIECBAgcKACn4yI9RWTpF+A/cGI+PMbP+voF2K/PyL+FBGVf4c1KiI2HOiCDuD9N0fEjojo98YcaX3D3/jZAUzrVQIECBAgQIAAAQIECBAg0PACglcNf4Q2QIAAAQIECBAgQIAAAQIECBAgQIAAAQIECBAgQIAAAQIECBAgQIAAAQIECBAgQIAAAQIECBAgQIAAAQIECBAgQIAAAQIECBAgQIAAAQIEOhcQvHJDCBAgQIAAAQIECBAgQIAAAQIEekPgiYgYWvGhn0TE+Df+uaNfiJ3GXFDxTnNEDOuNxXbyjf9TFbf6fxFxYkTsrPG6fJ4AAQIECBAgQIAAAQIECNRaQPCq1ifg+wQIECBAgAABAgQIECBAgAABAgQIECBAgAABAgQIECBAgAABAgQIECBAgAABAgQIECBAgAABAgQIECBAgAABAgQIECBAgAABAgQIECBAoIcFBK96GNj0BAgQIECAAAECBAgQIECAAAECmcAnI2J9hUX6JdgfjIg/R0R7vxD7/RHxp4io/PurURGxoQ48l72xn7SU/42IBXWwJksgQIAAAQIECBAgQIAAAQK1FhC8qvUJ+D4BAgQIECBAgAABAgQIECBAgAABAgQIECBAgAABAgQIECBAgAABAgQIECBAgAABAgQIECBAgAABAgQIECBAgAABAgQIECBAgAABAgQIEOhhAcGrHgY2PQECBAgQIECAAAECBAgQIECAQEngiYgYWuHxk4gY30HwKv3ZBRVjmyNiWJ1YHh4RgyOiX0T834h4uU7WZRkECBAgQIAAAQIECBAgQKCWAoJXtdT3bQIECBAgQIAAAQIECBAgQIAAAQIECBAgQIAAAQIECBAgQIAAAQIECBAgQIAAAQIECBAgQIAAAQIECBAgQIAAAQIECBAgQIAAAQIECBAg0AsCgle9gOwTBAgQIECAAAECBAgQIECAAAECmcAnI2J9hUX6Rdgf/G/Y6pkqnw9ExJ8iovLvrk6LiEc4EiBAgAABAgQIECBAgAABAnUrIHhVt0djYQQIECBAgAABAgQIECBAgAABAgQIECBAgAABAgQIECBAgAABAgQIECBAgAABAgQIECBAgAABAgQIECBAgAABAgQIECBAgAABAgQIECBAoHsEBK+6x9EsBAgQIECAAAECBAgQIECAAAEC+QSeiIihFUN/EhEXVr16938jWBdU/Kw5Ioblm94oAgQIECBAgAABAgQIECBAoEYCglc1gvdZAgQIECBAgAABAgQIECBAgAABAgQIECBAgAABAgQIECBAgAABAgQIECBAgAABAgQIECBAgAABAgQIECBAgAABAgQIECBAgAABAgQIECDQWwKCV70l7TsECBAgQIAAAQIECBAgQIAAAQJJ4PSIeKiCIv0y7Oq/o6r+2ciIeBQfAQIECBAgQIAAAQIECBAgUNcCgld1fTwWR4AAAQIECBAgQIAAAQIECBAgQIAAAQIECBAgQIAAAQIECBAgQIAAAQIECBAgQIAAAQIECBAgQIAAAQIECBAgQIAAAQIECBAgQIAAAQIEDlxA8OrADc1AgAABAgQIECBAgAABAgQIECCwbwJPRMTQnK80R8SwnGMNI0CAAAECBAgQIECAAAECBGonIHhVO3tfJkCAAAECBAgQIECAAAECBAgQIECAAAECBAgQIECAAAGKDKYAACAASURBVAECBAgQIECAAAECBAgQIECAAAECBAgQIECAAAECBAgQIECAAAECBAgQIECAAAECvSIgeNUrzD5CgAABAgQIECBAgAABAgQIECBQIXB6RDyUU2RkRDyac6xhBAgQIECAAAECBAgQIECAQO0EBK9qZ+/LBAgQIECAAAECBAgQIECAAAECBAgQIECAAAECBAgQIECAAAECBAgQIECAAAECBAgQIECAAAECBAgQIECAAAECBAgQIECAAAECBAgQIECgVwQEr3qF2UcIECBAgAABAgQIECBAgAABAgSqBJ6IiKFdqDz239jVqeQIECBAgAABAgQIECBAgACBhhAQvGqIY7JIAgQIECBAgAABAgQIECBAgAABAgQIECBAgAABAgQIECBAgAABAgQIECBAgAABAgQIECBAgAABAgQIECBAgAABAgQIECBAgAABAgQIECCw/wKCV/tv500CBAgQIECAAAECBAgQIECAAIH9FxgZERu6eH1ERGza/094kwABAgQIECBAgAABAgQIEOhFAcGrXsT2KQIECBAgQIAAAQIECBAgQIAAAQIECBAgQIAAAQIECBAgQIAAAQIECBAgQIAAAQIECBAgQIAAAQIECBAgQIAAAQIECBAgQIAAAQIECBAgUAsBwataqPsmAQIECBAgQIAAAQIECBAgQIBAEngiIoZ2QPFoRKQolocAAQIECBAgQIAAAQIECBBoDAHBq8Y4J6skQIAAAQIECBAgQIAAAQIECBAgQIAAAQIECBAgQIAAAQIECBAgQIAAAQIECBAgQIAAAQIECBAgQIAAAQIECBAgQIAAAQIECBAgQIAAAQL7LSB4td90XiRAgAABAgQIECBAgAABAgQIEDhAgVER8XAHcwyLiOYDnN/rBAgQIECAAAECBAgQIECAQO8JCF71nrUvESBAgAABAgQIECBAgAABAgQIECBAgAABAgQIECBAgAABAgQIECBAgAABAgQIECBAgAABAgQIECBAgAABAgQIECBAgAABAgQIECBAgACBmggIXtWE3UcJECBAgAABAgQIECBAgAABAgTeEHj8v9GrU6o0NkREimF5CBAgQIAAAQIECBAgQIAAgcYRELxqnLOyUgIECBAgQIAAAQIECBAgQIAAAQIECBAgQIAAAQIECBAgQIAAAQIECBAgQIAAAQIECBAgQIAAAQIECBAgQIAAAQIECBAgQIAAAQIECBAgsF8Cglf7xeYlAgQIECBAgAABAgQIECBAgACBbhIYGREpcFX5jIiITd00v2kIECBAgAABAgQIECBAgACB3hEQvOodZ18hQIAAAQIECBAgQIAAAQIECBAgQIAAAQIECBAgQIAAAQIECBAgQIAAAQIECBAgQIAAAQIECBAgQIAAAQIECBAgQIAAAQIECBAgQIAAAQI1ExC8qhm9DxMgQIAAAQIECBAgQIAAAQIECLwh8EREDH3jvz8SEaeRIUCAAAECBAgQIECAAAECBBpOQPCq4Y7MggkQIECAAAECBAgQIECAAAECBAgQIECAAAECBAgQIECAAAECBAgQIECAAAECBAgQIECAAAECBAgQIECAAAECBAgQIECAAAECBAgQIECAwL4JCF7tm5fRBAgQIECAAAECBAgQIECAAAEC3S+QAle/emPaYRHR3P2fMCMBAgQIECBAgAABAgQIECDQwwKCVz0MbHoCBAgQIECAAAECBAgQIECAAAECBAgQIECAAAECBAgQIECAAAECBAgQIECAAAECBAgQIECAAAECBAgQIECAAAECBAgQIECAAAECBAgQIFBrAcGrWp+A7xMgQIAAAQIECBAgQIAAAQIECCSBJyJiZ0SMwkGAAAECBAgQIECAAAECBAg0pIDgVUMem0UTIECAAAECBAgQIECAAAECBAgQIECAAAECBAgQIECAAAECBAgQIECAAAECBAgQIECAAAECBAgQIECAAAECBAgQIECAAAECBAgQIECAAIH8AoJX+a2MJECAAAECBAgQIECAAAECBAgQ6DmBkRHxWkT8puc+YWYCBAgQIECAAAECBAgQIECgBwUEr3oQ19QECBAgQIAAAQIECBAgQIAAAQIECBAgQIAAAQIECBAgQIAAAQIECBAgQIAAAQIECBAgQIAAAQIECBAgQIAAAQIECBAgQIAAAQIECBAgQKAeBASv6uEUrIEAAQIECBAgQIAAAQIECBAgQIAAAQIECBAgQIAAAQIECBAg0NgCgleNfX5WT4AAAQIECBAgQIAAAQIECBAgQIAAAQIECBAgQIAAAQIECBAgQIAAAQIECBAgQIAAAQIECBAgQIAAAQIECBAgQIAAAQIECBAgQIAAAQIEuhQQvOqSyAACBAgQIECAAAECBAgQIECAAAECBAgQIECAAAECBAgQIECAAIEuBASvXBECBAgQIECAAAECBAgQIECAAAECBAgQIECAAAECBAgQIECAAAECBAgQIECAAAECBAgQIECAAAECBAgQIECAAAECBAgQIECAAAECBAgQIFBwAcGrgh+w7REgQIAAAQIECBAgQIAAgZwC1b+QOOdrhhEgQIAAgTYCjfB3zo6MAAECBAgQIECAAIGeERC86hlXsxIgQIAAAQIECBAgQIAAAQIECBAgQIAAAQIECBAgQIAAAQIECBAgQIAAAQIECBAgQIAAAQIECBAgQIAAAQIECBAgQIAAAQIECBAgQIAAgboRaIRfPuoXItXNdbEQAgQIECBAgAABAgQIECiwgOBVgQ/X1ggQINCLAo3wd869yOFTBAgQIECAAAECBPqUgH+/o08dt80SIECAAAECBAgQIECAAAECBAgQIECAAAECBAgQIECAAAECBAgQIECAAAECBAgQIECAAAECBAgQIECAAAECBAgQIECAAAECBAgQIECAQF8UaIRfPuoXIvXFm2nPBAgQIECAAAECBAgQINDbAoJXvS3uewQIECimQCP8nXMx5e2KAAECBAgQIECAQO0F/PsdtT8DKyBAgAABAgQIECBAgAABAgQIECBAgAABAgQIECBAgAABAgQIECBAgAABAgQIECBAgAABAgQIECBAgAABAgQIECBAgAABAgQIECBAgAABAj0q0Ai/fNQvROrRK2ByAgQIECBAgAABAgQIECCQCQheuQgECBAg0B0CjfB3zt2xT3MQIECAAAECBAgQILC3gH+/w60gQIAAAQIECBAgQIAAAQIECBAgQIAAAQIECBAgQIAAAQIECBAgQIAAAQIECBAgQIAAAQIECBAgQIAAAQIECBAgQIAAAQIECBAgQIAAAQIFF2iEXz7qFyIV/BLaHgECBAgQIECAAAECBAjUhUCb//+7pUX/qi5OxSIIECBQ5wL/8z97/RVzI/ydc52rWh4BAgQIECBAgACBhhXw73c07NFZOAECBAgQIECAAAECBAgQIECAAAECBAgQIECAAAECBAgQIECAAAECBAgQIECAAAECBAgQIECAAAECBAgQIECAAAECBAgQIECAAAECBAgQyCfQCL981C9EyneWRhEgQIAAAQIECBAgQIAAgQMRELw6ED3vEiBAoI8KCF710YO3bQIECBAgQIAAAQLtC/j3O9wMAgQIECBAgAABAgQIECBAgAABAgQIECBAgAABAgQIECBAgAABAgQIECBAgAABAgQIECBAgAABAgQIECBAgAABAgQIECBAgAABAgQIECBQcAHBq4IfsO0RIECAAAECBAgQIECAAIGcAoJXOaEMI0CAAIGygOCV20CAAAECBAgQIECAQIWA4JXrQIAAAQIECBAgQIAAAQIECBAgQIAAAQIECBAgQIAAAQIECBAgQIAAAQIECBAgQIAAAQIECBAgQIAAAQIECBAgQIAAAQIECBAgQIAAAQIECi4geFXwA7Y9AgQIECBAgAABAgQIECCQU0DwKieUYQQIECBQFhC8chsIECBAgAABAgQIEKgQELxyHQgQIECAAAECBAgQIECAAAECBAgQIECAAAECBAgQIECAAAECBAgQIECAAAECBAgQIECAAAECBAgQIECAAAECBAgQIECAAAECBAgQIECAQMEFBK8KfsC2R4AAAQIECBAgQIAAAQIEcgoIXuWEMowAAQIEygKCV24DAQIECBAgQIAAAQIVAoJXrgMBAgQIECBAgAABAgQIECBAgAABAgQIECBAgAABAgQIECBAgAABAgQIECBAgAABAgQIECBAgAABAgQIECBAgAABAgQIECBAgAABAgQIECi4gOBVwQ/Y9ggQIECAAAECBAgQIECAQE4BwaucUIYRIECAQFlA8MptIECAAAECBAgQIECgQkDwynUgQIAAAQIECBAgQIAAAQIECBAgQIAAAQIECBAgQIAAAQIECBAgQIAAAQIECBAgQIAAAQIECBAgQIAAAQIECBAgQIAAAQIECBAgQIAAAQIFFxC8KvgB2x4BAgQIECBAgAABAgQIEMgpIHiVE8owAgQIECgLCF65DQQIECBAgAABAgQIVAgIXrkOBAgQIECAAAECBAgQIECAAAECBAgQIECAAAECBAgQIECAAAECBAgQIECAAAECBAgQIECAAAECBAgQIECAAAECBAgQIECAAAECBAgQIECg4AKCVwU/YNsjQIAAAQIECBAgQIAAAQI5BQSvckIZRoAAAQJlAcErt4EAAQIECBAgQIAAgQoBwSvXgQABAgQIECBAgAABAgQIECBAgAABAgQIECBAgAABAgQIECBAgAABAgQIECBAgAABAgQIECBAgAABAgQIECBAgAABAgQIECBAgAABAgQIFFxA8KrgB2x7BAgQIECAAAECBAgQIEAgp4DgVU4owwgQIECgLCB45TYQIECAAAECBAgQIFAhIHjlOhAgQIAAAQIECBAgQIAAAQIECBAgQIAAAQIECBAgQIAAAQIECBAgQIAAAQIECBAgQIAAAQIECBAgQIAAAQIECBAgQIAAAQIECBAgQIAAgYILCF4V/IBtjwABAgQIECBAgAABAgQI5BQQvMoJZRgBAgQIlAUEr9wGAgQIECBAgAABAgQqBASvXAcCBAgQIECAAAECBAgQIECAAAECBAgQIECAAAECBAgQIECAAAECBAgQIECAAAECBAgQIECAAAECBAgQIECAAAECBAgQIECAAAECBAgQIFBwAcGrgh+w7REgQIAAAQIECBAgQIAAgZwCglc5oQwjQIAAgbKA4JXbQIAAAQIECBAgQIBAhYDgletAgAABAgQIECBAgAABAgQIECBAgAABAgQIECBAgAABAgQIECBAgAABAgQIECBAgAABAgQIECBAgAABAgQIECBAgAABAgQIECBAgAABAgQKLiB4VfADtj0CBAgQIECAAAECBAgQIJBTQPAqJ5RhBAgQIFAWELxyGwgQIECAAAECBAgQqBAQvHIdCBAgQIAAAQIECBAgQIAAAQIECBAgQIAAAQIECBAgQIAAAQIECBAgQIAAAQIECBAgQIAAAQIECBAgQIAAAQIECBAgQIAAAQIECBAgQIBAwQUErwp+wLZHgAABAgQIECBAgAABAgRyCghe5YQyjAABAgTKAoJXbgMBAgQIECBAgAABAhUCgleuAwECBAgQIECAAAECBAgQIECAAAECBAgQIECAAAECBAgQIECAAAECBAgQIECAAAECBAgQIECAAAECBAgQIECAAAECBAgQIECAAAECBAgQKLiA4FXBD9j2CBAgQIAAAQIECBAgQIBATgHBq5xQhhEgQIBAWUDwym0gQIAAAQIECBAgQKBCQPDKdSBAgAABAgQIECBAgAABAgQIECBAgAABAgQIECBAgAABAgQIECBAgAABAgQIECBAgAABAgQIECBAgAABAgQIECBAgAABAgQIECBAgAABAgUXELwq+AHbHgECBAgQIECAAAECBAgQyCkgeJUTyjACBAgQKAsIXrkNBAgQIECAAAECBAhUCAheuQ4ECBAgQIAAAQIECBAgQIAAAQIECBAgQIAAAQIECBAgQIAAAQIECBAgQIAAAQIECBAgQIAAAQIECBAgQIAAAQIECBAgQIAAAQIECBAgQKDgAoJXBT9g2yNAgAABAgQIECBAgAABAjkFBK9yQhlGgAABAmUBwSu3gQABAgQIECBAgACBCgHBK9eBAAECBAgQIECAAAECBAgQIECAAAECBAgQIECAAAECBAgQIECAAAECBAgQIECAAAECBAgQIECAAAECBAgQIECAAAECBAgQIECAAAECBAgUXEDwquAHbHsECBAgQIAAAQIECBAgQCCngOBVTijDCBAgQKAsIHjlNhAgQIAAAQIECBAgUCEgeOU6ECBAgAABAgQIECBAgAABAgQIECBAgAABAgQIECBAgAABAgQIECBAgAABAgQIECBAgAABAgQIECBAgAABAgQIECBAgAABAgQIECBAgACBggsIXhX8gG2PAAECBAgQIECAAAECBAjkFBC8ygllGAECBAiUBQSv3AYCBAgQIECAAAECBCoEBK9cBwIECBAgQIAAAQIECBAgQIAAAQIECBAgQIAAAQIECBAgQIAAAQIECBAgQIAAAQIECBAgQIAAAQIECBAgQIAAAQIECBAgQIAAAQIECBAgUHABwauCH7DtESBAgAABAgQIECBAgACBnAKCVzmhDCNAgACBsoDgldtAgAABAgQIECBAgECFgOCV60CAAAECBAgQIECAAAECBAgQIECAAAECBAgQIECAAAECBAgQIECAAAECBAgQIECAAAECBAgQIECAAAECBAgQIECAAAECBAgQIECAAAECBAouIHhV8AO2PQIECBAgQIAAAQIECBAgkFNA8ConlGEECBAgUBYQvHIbCBAgQIAAAQIECBCoEBC8ch0IECBAgAABAgQIECBAgAABAgQIECBAgAABAgQIECBAgAABAgQIECBAgAABAgQIECBAgAABAgQIECBAgAABAgQIECBAgAABAgQIECBAgEDBBQSvCn7AtkeAAAECBAgQIECAAAECBHIKCF7lhDKMAAECBMoCglduAwECBAgQIECAAAECFQKCV64DAQIECBAgQIAAAQIECBAgQIAAAQIECBAgQIAAAQIECBAgQIAAAQIECBAgQIAAAQIECBAgQIAAAQIECBAgQIAAAQIECBAgQIAAAQIECBAouIDgVcEP2PYIECBAgAABAgQIECBAgEBOAcGrnFCGESBAgEBZQPDKbSBAgAABAgQIECBAoEJA8Mp1IECAAAECBAgQIECAAAECBAgQIECAAAECBAgQIECAAAECBAgQIECAAAECBAgQIECAAAECBAgQIECAAAECBAgQIECAAAECBAgQIECAAAECBRcQvCr4AdseAQIECBAgQIAAAQIECBDIKSB4lRPKMAIECBAoCwheuQ0ECBAgQIAAAQIECFQICF65DgQIECBAgAABAgQIECBAgAABAgQIECBAgAABAgQIECBAgAABAgQIECBAgAABAgQIECBAgAABAgQIECBAgAABAgQIECBAgAABAgQIECBAoOACglcFP2DbI0CAAAECBAgQIECAAAECOQUEr3JCGUaAAAECZQHBK7eBAAECBAgQIECAAIEKAcEr14EAAQIECBAgQIAAAQIECBAgQIAAAQIECBAgQIAAAQIECBAgQIAAAQIECBAgQIAAAQIECBAgQIAAAQIECBAgQIAAAQIECBAgQIAAAQIECBRcQPCq4AdsewQIECBAgAABAgQIECBAIKeA4FVOKMMIECBAoCwgeOU2ECBAgAABAgQIECBQISB45ToQIECAAAECBAgQIECAAAECBAgQIECAAAECBAgQIECAAAECBAgQIECAAAECBAgQIECAAAECBAgQIECAAAECBAgQIECAAAECBAgQIECAAIGCCwheFfyAbY8AAQIECBAgQIAAAQIECOQUELzKCWUYAQIECJQFBK/cBgIECBAgQIAAAQIEKgQEr1wHAgQIECBAgAABAgQIECBAgAABAgQIECBAgAABAgQIECBAgAABAgQIECBAgAABAgQIECBAgAABAgQIECBAgAABAgQIECBAgAABAgQIECBQcAHBq4IfsO0RIECAAAECBAgQIECAAIGcAoJXOaEMI0CAAIGygOCV20CAAAECBAgQIECAQIWA4JXrQIAAAQIECBAgQIAAAQIECBAgQIAAAQIECBAgQIAAAQIECBAgQIAAAQIECBAgQIAAAQIECBAgQIAAAQIECBAgQIAAAQIECBAgQIAAAQIECi4geFXwA7Y9AgQIECBAgAABAgQIECCQU0DwKieUYQQIECBQFhC8chsIECBAgAABAgQIEKgQELxyHQgQIECAAAECBAgQIECAAAECBAgQIECAAAECBAgQIECAAAECBAgQIECAAAECBAgQIECAAAECBAgQIECAAAECBAgQIECAAAECBAgQIECAQMEFBK8KfsC2R4AAAQIECBAgQIAAAQIEcgoIXuWEMowAAQIEygKCV24DAQIECBAgQIAAAQIVAoJXrgMBAgQIECBAgAABAgQIECBAgAABAgQIECBAgAABAgQIECBAgAABAgQIECBAgAABAgQIECBAgAABAgQIECBAgAABAgQIECBAgAABAgQIECi4gOBVwQ/Y9ggQIECAAAECBAgQIECAQE4BwaucUIYRIECAQFlA8MptIECAAAECBAgQIECgQkDwynUgQIAAAQIECBAgQIAAAQIECBAgQIAAAQIECBAgQIAAAQIECBAgQIAAAQIECBAgQIAAAQIECBAgQIAAAQIECBAgQIAAAQIECBAgQIAAAQIFFxC8KvgB2x4BAgQIECBAgAABAgQIEMgpIHiVE8owAgQIECgLCF65DQQIECBAgAABAgQIVAgIXrkOBAgQIECAAAECBAgQIECAAAECBAgQIECAAAECBAgQIECAAAECBAgQIECAAAECBAgQIECAAAECBAgQIECAAAECBAgQIECAAAECBAgQIECg4AKCVwU/YNsjQIAAAQIECBAgQIAAAQI5BQSvckIZRoAAAQJlAcErt4EAAQIECBAgQIAAgQoBwSvXgQABAgQIECBAgAABAgQIECBAgAABAgQIECBAgAABAgQIECBAgAABAgQIECBAgAABAgQIECBAgAABAgQIECBAgAABAgQIECBAgAABAgQIFFxA8KrgB2x7BAgQIECAAAECBAgQIEAgp4DgVU4owwgQIECgLCB45TYQIECAAAECBAgQIFAhIHjlOhAgQIAAAQIECBAgQIAAAQIECBAgQIAAAQIECBAgQIAAAQIECBAgQIAAAQIECBAgQIAAAQIECBAgQIAAAQIECBAgQIAAAQIECBAgQIAAgYILCF4V/IBtjwABAgQIECBAgAABAgQI5BQQvMoJZRgBAgQIlAUEr9wGAgQIECBAgAABAgQqBASvXAcCBAgQIECAAAECBAgQIECAAAECBAgQIECAAAECBAgQIECAAAECBAgQIECAAAECBAgQIECAAAECBAgQIECAAAECBAgQIECAAAECBAgQIFBwAcGrgh+w7REgQIAAAQIECBAgQIAAgZwCglc5oQwjQIAAgbKA4JXbQIAAAQIECBAgQIBAhYDgletAgAABAgQIECBAgAABAgQIECBAgAABAgQIECBAgAABAgQIECBAgAABAgQIECBAgAABAgQIECBAgAABAgQIECBAgAABAgQIECBAgAABAgQKLiB4VfADtj0CBAgQIECAAAECBAgQIJBTQPAqJ5RhBAgQIFAWELxyGwgQIECAAAECBAgQqBAQvHIdCBAgQIAAAQIECBAgQIAAAQIECBAgQIAAAQIECBAgQIAAAQIECBAgQIAAAQIECBAgQIAAAQIECBAgQIAAAQIECBAgQIAAAQIECBAgQIBAwQUErwp+wLZHgAABAgQIECBAgAABAgRyCghe5YQyjAABAgTKAoJXbgMBAgQIECBAgAABAhUCgleuAwECBAgQIECAAAECBAgQIECAAAECBAgQIECAAAECBAgQIECAAAECBAgQIECAAAECBAgQIECAAAECBAgQIECAAAECBAgQIECAAAECBAgQKLiA4FXBD9j2CBAgQIAAAQIECBAgQIBATgHBq5xQhhEgQIBAWUDwym0gQIAAAQIECBAgQKBCQPDKdSBAgAABAgQIECBAgAABAgQIECBAgAABAgQIECBAgAABAgQIECBAgAABAgQIECBAgAABAgQIECBAgAABAgQIECBAgAABAgQIECBAgAABAgUXELwq+AHbHgECBAgQIECAAAECBAgQyCkgeJUTyjACBAgQKAsIXrkNBAgQIECAAAECBAhUCAheuQ4ECBAgQIAAAQIECBAgQIAAAQIECBAgQIAAAQIECBAgQIAAAQIECBAgQIAAAQIECBAgQIAAAQIECBAgQIAAAQIECBAgQIAAAQIECBAgQKDgAoJXBT9g2yNAgAABAgQIECBAgAABAjkFBK9yQhlGgAABAmUBwSu3gQABAgQIECBAgACBCgHBK9eBAAECBAgQIECAAAECBAgQIECAAAECBAgQIECAAAECBAgQIECAAAECBAgQIECAAAECBAgQIECAAAECBAgQIECAAAECBAgQIECAAAECBAgUXEDwquAHbHsECBAgQIAAAQIECBAgQCCngOBVTijDCBAgQKAsIHjlNhAgQIAAAQIECBAgUCEgeOU6ECBAgAABAgQIECBAgAABAgQIECBAgAABAgQIECBAgAABAgQIECBAgAABAgQIECBAgAABAgQIECBAgAABAgQIECBAgAABAgQIECBAgACBggsIXhX8gG2PAAECBAgQIECAAAECBAjkFBC8ygllGAECBAiUBQSv3AYCBAgQIECAAAECBCoEBK9cBwIECBAgQIAAAQIECBAgQIAAAQIECBAgQIAAAQIECBAgQIAAAQIECBAgQIAAAQIECBAgQIAAAQIECBAgQIAAAQIECBAgQIAAAQIECBAgkS8+sAAAIABJREFUUHABwauCH7DtESBAgAABAgQIECBAgACBnAKCVzmhDCNAgACBsoDgldtAgAABAgQIECBAgECFgOCV60CAAAECBAgQIECAAAECBAgQIECAAAECBAgQIECAAAECBAgQIECAAAECBAgQIECAAAECBAgQIECAAAECBAgQIECAAAECBAgQIECAAAECBAouIHhV8AO2PQIECBAgQIAAAQIECBAgkFNA8ConlGEECBAgUBYQvHIbCBAgQIAAAQIECBCoEBC8ch0IECBAgAABAgQIECBAgAABAgQIECBAgAABAgQIECBAgAABAgQIECBAgAABAgQIECBAgAABAgQIECBAgAABAgQIECBAgAABAgQIECBAgEDBBQSvCn7AtkeAAAECBAgQIECAAAECBHIKCF7lhDKMAAECBMoCglduAwECBAgQIECAAAECFQKCV64DAQIECBAgQIAAAQIECBAgQIAAAQIECBAgQIAAAQIECBAgQIAAAQIECBAgQIAAAQIECBAgQIAAAQIECBAgQIAAAQIECBAgQIAAAQIECBAouIDgVcEP2PYIECBAgAABAgQIECBAgEBOAcGrnFCGESBAgEBZQPDKbSBAgAABAgQIECBAoEJA8Mp1IECAAAECBAgQIECAAAECBAgQIECAAAECBAgQIECAAAECBAgQIECAAAECBAgQIECAAAECBAgQIECAAAECBAgQIECAAAECBAgQIECAAAECBRcQvCr4AdseAQIECBAgQIAAAQIECBDIKSB4lRPKMAIECBAoCwheuQ0ECBAgQIAAAQIECFQICF65DgQIECBAgAABAgQIECBAgAABAgQIECBAgAABAgQIECBAgAABAgQIECBAgAABAgQIECBAgAABAgQIECBAgAABAgQIECBAgAABAgQIECBAoOACglcFP2DbI0CAAAECBAgQIECAAAECOQUEr3JCGUaAAAECZQHBK7eBAAECBAgQIECAAIEKAcEr14EAAQIECBAgQIAAAQIECBAgQIAAAQIECBAgQIAAAQIECBAgQIAAAQIECBAgQIAAAQIECBAgQIAAAQIECBAgQIAAAQIECBAgQIAAAQIECBRcQPCq4AdsewQIECBAgAABAgQIECBAIKeA4FVOKMMIECBAoCwgeOU2ECBAgAABAgQIECBQISB45ToQIECAAAECBAgQIECAAAECBAgQIECAAAECBAgQIECAAAECBAgQIECAAAECBAgQIECAAAECBAgQIECAAAECBAgQIECAAAECBAgQIECAAIGCCwheFfyAbY8AAQIECBAgQIAAAQIECOQUELzKCWUYAQIECJQFBK/cBgIECBAgQIAAAQIEKgQEr1wHAgQIECBAgAABAgQIECBAgAABAgQIECBAgAABAgQIECBAgAABAgQIECBAgAABAgQIECBAgAABAgQIECBAgAABAgQIECBAgAABAgQIECBQcAHBq4IfsO0RIECAAAECBAgQIECAAIGcAoJXOaEMI0CAAIGygOCV20CAAAECBAgQIECAQIWA4JXrQIAAAQIECBAgQIAAAQIECBAgQIAAAQIECBAgQIAAAQIECBAgQIAAAQIECBAgQIAAAQIECBAgQIAAAQIECBAgQIAAAQIECBAgQIAAAQIECi4geFXwA7Y9AgQIECBAgAABAgQIECCQU0DwKieUYQQIECBQFhC8chsIECBAgAABAgQIEKgQELxyHQgQIECAAAECBAgQIECAAAECBAgQIECAAAECBAgQIECAAAECBAgQIECAAAECBAgQIECAAAECBAgQIECAAAECBAgQIECAAAECBAgQIECAQMEFBK8KfsC2R4AAAQIECBAgQIAAAQIEcgoIXuWEMowAAQIEygKCV24DAQIECBAgQIAAAQIVAoJXrgMBAgQIECBAgAABAgQIECBAgAABAgQIECBAgAABAgQIECBAgAABAgQIECBAgAABAgQIECBAgAABAgQIECBAgAABAgQIECBAgAABAgQIECi4gOBVwQ/Y9ggQIECAAAECBAgQIECAQE4BwaucUIYRIECAQFlA8MptIECAAAECBAgQIECgQkDwynUgQIAAAQIECBAgQIAAAQIECBAgQIAAAQIECBAgQIAAAQIECBAgQIAAAQIECBAgQIAAAQIECBAgQIAAAQIECBAgQIAAAQIECBAgQIAAAQIFFxC8KvgB2x4BAgQIECBAgAABAgQIEMgpIHiVE8owAgQIECgLCF65DQQIECBAgAABAgQIVAgIXrkOBAgQIECAAAECBAgQIECAAAECBAgQIECAAAECBAgQIECAAAECBAgQIECAAAECBAgQIECAAAECBAgQIECAAAECBAgQIECAAAECBAgQIECg4AKCVwU/YNsjQIAAAQIECBAgQIAAAQI5BQSvckIZRoAAAQJlAcErt4EAAQIECBAgQIAAgQoBwSvXgQABAgQIECBAgAABAgQIECBAgAABAgQIECBAgAABAgQIECBAgAABAgQIECBAgAABAgQIECBAgAABAgQIECBAgAABAgQIECBAgAABAgQIFFxA8KrgB2x7BAgQIECAAAECBAgQIEAgp4DgVU4owwgQIECgLCB45TYQIECAAAECBAgQIFAhIHjlOhAgQIAAAQIECBAgQIAAAQIECBAgQIAAAQIECBAgQIAAAQIECBAgQIAAAQIECBAgQIAAAQIECBAgQIAAAQIECBAgQIAAAQIECBAgQIAAgYILCF4V/IBtjwABAgQIECBAgAABAgQI5BQQvMoJZRgBAgQIlAUEr9wGAgQIECBAgAABAgQqBASvXAcCBAgQIECAAAECBAgQIECAAAECBAgQIECAAAECBAgQIECAAAECBAgQIECAAAECBAgQIECAAAECBAgQIECAAAECBAgQIECAAAECBAgQIFBwAcGrgh+w7REgQIAAAQIECBAgQIAAgZwCglc5oQwjQIAAgbKA4JXbQIAAAQIECBAgQIBAhYDgletAgAABAgQIECBAgAABAgQIECBAgAABAgQIECBAgAABAgQIECBAgAABAgQIECBAgAABAgQIECBAgAABAgQIECBAgAABAgQIECBAgAABAgQKLiB4VfADtj0CBAgQIECAAAECBAgQIJBTQPAqJ5RhBAgQIFAWELxyGwgQIECAAAECBAgQqBAQvHIdCBAgQIAAAQIECBAgQIAAAQIECBAgQIAAAQIECBAgQIAAAQIECBAgQIAAAQIECBAgQIAAAQIECBAgQIAAAQIECBAgQIAAAQIECBAgQIBAwQUErwp+wLZHgAABAgQIECBAgAABAgRyCghe5YRq5GG/+c1v4pRTTtmvLQwZMiQGDRoUxx57bJx11lkxfPjwOPzww/drriK8NG/evJg9e3a2lZNOOinWrFkTychDoK8JCF71tRO3XwIECBAgQIAAAQKdCgheuSAECBAgQIAAAQIECBAgQIAAAQIECBAgQIAAAQIECBAgQIAAAQIECBAgQIAAAQIECBAgQIAAAQIECBAgQIAAAQIECBAgQIAAAQIECBAgQKDgAoJXBT9g2yNAgAABAgQIECBAgAABAjkFBK9yQjXysAMJXlXve+DAgXHllVfGzJkz4x3veEcjs+zX2vtS8OrVV1+Ne++9Nwt6ffjDH94vLy8VV0Dwqrhna2cECBAgQIAAAQIE9kNA8Go/0LxCgAABAgQIECBAgAABAgQIECBAgAABAgQIECBAgAABAgQIECBAgAABAgQIECBAgAABAgQIECBAgAABAgQIECBAgAABAgQIECBAgAABAgQaSUDwqpFOy1oJECBAgAABAgQIECBAgEDPCQhe9Zxt3czcncGr1k2NGDEili1blsWQ+tLTF4JXLS0t8cc//jHmzJkT999/f2zcuDHSeXsIVAoIXrkPBAgQIECAAAECBAhUCAheuQ4ECBAgQIAAAQIECBAgQIAAAQIECBAgQIAAAQIECBAgQIAAAQIECBAgQIAAAQIECBAgQIAAAQIECBAgQIAAAQIECBAgQIAAAQIECBAgQKDgAoJXBT9g2yNAgAABAgQIECBAgAABAjkFBK9yQjXysOrgVYoXnXnmmfGmN72py23t2LEjfv/738fmzZtj+/btbcaPHTs2li5dGkcddVSX8xRlQF8IXt1zzz3xuc99LtLZp0fwqii3t3v3IXjVvZ5mI0CAAAECBAgQINDgAoJXDX6Alk+AAAECBAgQIECAAAECBAgQIECAAAECBAgQIECAAAECBAgQIECAAAECBAgQIECAAAECBAgQIECAAAECBAgQIECAAAECBAgQIECAAAECBLoSELzqSsifEyBAgAABAgQIECBAgACBviEgeNUHzrk6eDV9+vRYtGhRDBgwIPfu//Wvf8X1118fN954Y5t3rrvuurjqqqvioIMOyj1XIw/sC8GrlStXxuTJk0vHJHjVyDe259YueNVztmYmQIAAAQIECBAg0IACglcNeGiWTIAAAQIECBAgQIAAAQIECBAgQIAAAQIECBAgQIAAAQIECBAgQIAAAQIECBAgQIAAAQIECBAgQIAAAQIECBAgQIAAAQIECBAgQIAAAQIE9kVA8GpftIwlQIAAAQIECBAgQIAAAQLFFRC8Ku7ZlnbWHcGrNNnu3btj4cKFMWvWrNLcQ4cOjdWrV8d73vOePiAZIXjVJ47ZJnMICF7lQDKEAAECBAgQIECAQN8RELzqO2dtpwQIECBAgAABAgQIECBAgAABAgQIECBAgAABAgQIECBAgAABAgQIECBAgAABAgQIECBAgAABAgQIECBAgAABAgQIECBAgAABAgQIECDQRwUEr/rowds2AQIECBAgQIAAAQIECBCoEhC86gNXoruCV4nq+eefjwkTJkRzc3NJbu3atTFmzJg+ICl41ScO2SZzCQhe5WIyiAABAgQIECBAgEBfERC86isnbZ8ECBAgQIAAAQIECBAgQIAAAQIECBAgQIAAAQIECBAgQIAAAQIECBAgQIAAAQIECBAgQIAAAQIECBAgQIAAAQIECBAgQIAAAQIECBAg0GcFBK/67NHbOAECBAgQIECAAAECBAgQaCMgeNUHLkR3Bq9ef/31mDVrVixYsKAkN3fu3OxnfeGZN29ezJ49O9vqSSedFGvWrIkhQ4YUausrV66MyZMnl/a0cePGGDFiRKH2aDMHLiB4deCGZiBAgAABAgQIECBQIAHBqwIdpq0QIECAAAECBAgQIECAAAECBAgQIECAAAECBAgQIECAAAECBAgQIECAAAECBAgQIECAAAECBAgQIECAAAECBAgQIECAAAECBAgQIECAAIH2BASv3AsCBAgQIECAAAECBAgQIEAgCQhe9YF70J3Bq8R15513xtSpU0tyTU1NsXDhwjjkkEMKryl4VfgjtsGcAoJXOaEMI0CAAAECBAgQINA3BASv+sY52yUBAgQIECBAgAABAgQIECBAgAABAgQIECBAgAABAgQIECBAgAABAgQIECBAgAABAgQIECBAgAABAgQIECBAgAABAgQIECBAgAABAgQI9GEBwas+fPi2ToAAAQIECBAgQIAAAQIEKgQErxrwOrz44osxadKkePDBB0ur37hxY4wYMaLd3XR38GrlypUxefLk0reuvPLKuOmmm+LQQw8t/azymyeddFKsWbMmjjvuuHjqqafilltuibVr18b27dvjE5/4RJx11llx4YUXxqBBg6KdiE7s3r07mpub44EHHoi0zyeffDJ27NgRAwcOjA996EPZHGPGjImTTz45Dj744H0+0db5f/KTn8Tjjz8ef/zjH7M5hg0bFqeffnqMHz8+3v/+90e/fv0iT/Bq165dkSJgS5cuzeY544wzIpkdccQRXa5t69at2fe2bNmSjZ07d27MmjWry/fSgFdeeSW7Ez//+c/jt7/9baS50pNc0hmMGzcuTj311HjLW96y13zVd6SjD7ae5ZAhQ/Ya0tU5nXDCCTF27Nj42Mc+FgMGDMi1J4PqV0Dwqn7PxsoIECBAgAABAgQI1EBA8KoG6D5JgAABAgQIECBAgAABAgQIECBAgAABAgQIECBAgAABAgQIECBAgAABAgQIECBAgAABAgQIECBAgAABAgQIECBAgAABAgQIECBAgAABAgR6U0Dwqje1fYsAAQIECBAgQIAAAQIECNSvgOBV/Z5NhyurdfBqwYIFcc0115TW116Uqb3gVQpJzZgxIwtdVT+XXHJJfP/7328TY9qzZ09s2LAh+9bmzZu7PKkUUpo9e3acdtppWZyqq6elpSWLW82ZMyfuv//+ToenqFeKXS1evDj7Rno6ij/1dvAqeabg2JIlS9q1rdxYClV961vfivPPP7+N0YEEr5LjI488EldffXWuc0prSIaf+cxnon///l0dkz+vUwHBqzo9GMsiQIAAAQIECBAgUBsBwavauPsqAQIECBAgQIAAAQIECBAgQIAAAQIECBAgQIAAAQIECBAgQIAAAQIECBAgQIAAAQIECBAgQIAAAQIECBAgQIAAAQIECBAgQIAAAQIECBDoNQHBq16j9iECBAgQIECAAAECBAgQIFDXAoJXdX087S+ulsGrHTt2ZNGq5cuXlxa3YsWKmDRpUpvFVgevLrvssrjhhhti27Zt7W7q3nvvzSJMrc/OnTvjuuuuy/6zL8/AgQPjG9/4Rnz5y1/uNKaUIk1r1qzpMMDV3jfHjh0bhx9+eNxxxx3ZH9dD8Grr1q1x6aWXRvLO+ySjWbNmRVNTUxx88MHZa/sbvNofx9Z1pjOaP39+m8hZ3j0YV3sBwavan4EVECBAgAABAgQIEKgjAcGrOjoMSyFAgAABAgQIECBAgAABAgQIECBAgAABAgQIECBAgAABAgQIECBAgAABAgQIECBAgAABAgQIECBAgAABAgQIECBAgAABAgQIECBAgAABAj0hIHjVE6rmJECAAAECBAgQIECAAAECjScgeNV4Zxa1DF6tX78+xo0bFyl8lZ7jjz8+7r777vjABz7QRrKjgFKKRH31q1+NT37yk/Gf//wnNm/eHBs2bMgCTEceeWQ2x+7du+Omm26Kq6++us2cZ5xxRhbWOuWUU+Ktb31rvPLKK/HrX/86li1bFo8//nibsQsXLoyZM2eWgk7Vx/zYY4/F1KlT2wS4PvrRj8YXv/jFGDlyZAwYMCBeeOGFuO+++7L52wt11Tp49dxzz8WUKVOiubm5tL23v/3t2c8uuOCCOO6447KfP/PMM3HrrbfG6tWrS+NS9GrJkiUxYcKESOGi1157rXSmP/3pT+Pyyy8vjf3FL34RySY9/fr1i/RuayjrqaeeiosuuiieffbZ7M9bv3/uuedmdyONS+e5ZcuWLBRWvYa0rvS+p/EEBK8a78ysmAABAgQIECBAgEAPCghe9SCuqQkQIECAAAECBAgQIECAAAECBAgQIECAAAECBAgQIECAAAECBAgQIECAAAECBAgQIECAAAECBAgQIECAAAECBAgQIECAAAECBAgQIECAQD0ICF7VwylYAwECBAgQIECAAAECBAgQqL2A4FXtz6DHV1Adn5o+fXosWrQoizrlfVpaWmLTpk0xY8aMLF7U+nzpS1+K66+/Pvr3799mqvaCV0OHDo0f/ehHWQips+euu+7KgkutUa0UUbrxxhtj4sSJe30nzfPqq6/GihUroqmpqfROijItX748xo4du9en/vnPf8Zll10W69atK/3ZnDlz4mtf+1q85S1v2Wt8il2luVP8qvKpZfAq7fnaa6/NwmCtz+jRo+OWW26J973vfXvtYc+ePbFq1aq48sorS0YjRozI3AYPHtxm/MqVK2Py5Mmln23cuDHS2Oon3Yn58+dnsbL0DBo0KH74wx9mwbB2YkjR3hpSPO3222+Pww47LO9VNK5OBASv6uQgLIMAAQIECBAgQIBAfQgIXtXHOVgFAQIECBAgQIAAAQIECBAgQIAAAQIECBAgQIAAAQIECBAgQIAAAQIECBAgQIAAAQIECBAgQIAAAQIECBAgQIAAAQIECBAgQIAAAQIECBDoMQHBqx6jNTEBAgQIECBAgAABAgQIEGgoAcGrhjqu/Vvs/gavUqDopZdeiqeffjrWrFkTKYTUGqFKK0mBo3vuuSc+8pGP7LWw9oJX9957b5x//vmdbuKFF16Iiy++OB5++OFsXApXLVmyJCZMmNBuRKl1shRfWr16dVxxxRWlNY4ZMyZuu+22OPLII9t8c9myZTFt2rTSz1IEKkW72otdtQ76xz/+ESkUtnbt2tJ7tQxe/e53v4tzzz03kld6UpDqjjvuiGOPPbZD3927d8fChQtLgao0MMWmLr300jbv5A1evfzyy5ljugPpyRNSS6Guq666Kr773e9m77z3ve/N3j/xxBP373J7q2YCglc1o/dhAgQIECBAgAABAvUoIHhVj6diTQQIECBAgAABAgQIECBAgAABAgQIECBAgAABAgQIECBAgAABAgQIECBAgAABAgQIECBAgAABAgQIECBAgAABAgQIECBAgAABAgQIECBAoBsFBK+6EdNUBAgQIECAAAECBAgQIECggQUErxr48PIuvb34VN53OxrXVYiq+pvDhw+PVatWZZGszp5169bF2LFjS0PyRJRaB+/cuTOampqyyFXrkwJVKXzV+qRg14wZM2L58uXZj44//vi46667cgWX1q9fH+PGjSsFtWoVvEpxr/nz57cJV+WJiaX9Pv/881k8rLm5Odt/e755g1cvvvhiTJo0KR588MEO52rvrNMZL1iwIAYPHhwnnHBCXHDBBVn4ytNYAoJXjXVeVkuAAAECBAgQIECghwUEr3oY2PQECBAgQIAAAQIECBAgQIAAAQIECBAgQIAAAQIECBAgQIAAAQIECBAgQIAAAQIECBAgQIAAAQIECBAgQIAAAQIECBAgQIAAAQIECBAgQKDWAoJXtT4B3ydAgAABAgQIECBAgAABAvUhIHhVH+fQo6vo7uDVkCFD4lvf+lacf/750a9fv3bXXv3NadOmxS233BJvfvObO9zr66+/nkWcUgwpPSmqdd9998WoUaNy+zz00EMxevTo0vivf/3rMW/evDjooIOyn23dujXGjx8fW7Zsyf55X4Ja//73v2PKlCnxy1/+Mnu3VsGrl156KVvHAw88kK3j1FNPjRSpOuaYY7p02rVrV3z1q1+NZ599Nj7ykY/EsGHD4uyzz47+/fuX3s0bvKqOh6WY2eLFi+NTn/pUh/eiywUa0DACglcNc1QWSoAAAQIECBAgQKA3BASvekPZNwgQIECAAAECBAgQIECAAAECBAgQIECAAAECBAgQIECAAAECBAgQIECAAAECBAgQIECAAAECBAgQIECAAAECBAgQIECAAAECBAgQIECAQA0FBK9qiO/TBAgQIECAAAECBAgQIECgjgQEr+roMHpqKd0VvDrhhBPi8ssvjwkTJsQRRxzR6XKrvzlnzpxI/2knklOa50BCTq2TbNu2LSZOnBibNm3KfpRiTsuXL4/DDz88++fqINaSJUuy6FWepzrIVavg1V/+8pe48MIL4+mnn86WfeWVV8ZNN90Uhx56aJ5tdDkmb/CqpaUlFi1aFDNnzmwz5znnnJPdkRTiOvroo8WvuhRvzAGCV415blZNgAABAgQIECBAoIcEBK96CNa0BAgQIECAAAECBAgQIECAAAECBAgQIECAAAECBAgQIECAAAECBAgQIECAAAECBAgQIECAAAECBAgQIECAAAECBAgQIECAAAECBAgQIECgXgQEr+rlJKyDAAECBAgQIECAAAECBAjUVkDwqrb+vfL16vjUiBEj4swzz4w3velNXX7/uOOOi3e/+91x7LHHxtve9rZOg1WVk1V/8+abb46mpqZOv1cdq5oyZUosXrw4Bg4c2OU6Wwe8/PLLMW3atLjnnnuyHw0fPjxWrVoVgwYNyv75zjvvjKlTp5bmW7t2bYwZMyb3/JXv1yp4VW07d+7cmDVrVu49dDUwb/AqzfPXv/41Jk+eHGlN7T1DhgyJUaNGxVlnnZWdRWt4rKs1+PP6FxC8qv8zskICBAgQIECAAAECvSggeNWL2D5FgAABAgQIECBAgAABAgQIECBAgAABAgQIECBAgAABAgQIECBAgAABAgQIECBAgAABAgQIECBAgAABAgQIECBAgAABAgQIECBAgAABAgRqISB4VQt13yRAgAABAgQIECBAgAABAvUnIHhVf2fS7SuqDiRNnz49Fi1aFAMGDOj2b7VOWP3NFStWxKRJkzr93tatW2P8+PGxZcuWbNz+rHPXrl1ZWGvp0qXZHNVRqnnz5sXs2bNL69i4cWOkAFjeZ82aNXHRRRe1O3frHNVrOOOMMyJFpI444oguP1Nt0F7Mat26dTF27NjSXHlsu/xwxYB9CV6l137729/G5z//+dK5dfatFL/6zGc+E+ecc04WUmsnmrQvSzW2hgKCVzXE92kCBAgQIECAAAEC9ScgeFV/Z2JFBAgQIECAAAECBAgQIECAAAECBAgQIECAAAECBAgQIECAAAECBAgQIECAAAECBAgQIECAAAECBAgQIECAAAECBAgQIECAAAECBAgQIECgWwUEr7qV02QECBAgQIAAAQIECBAgQKBhBQSvGvbo8i9c8GpNDBkyJAM70OBVpWV1TKv1RHo6eFUdpKp18Crt+1//+lfcdtttceutt8a2bdu6vJwDBw7MwmEp6HX00Ud3Od6A+hMQvKq/M7EiAgQIECBAgAABAjUUELyqIb5PEyBAgAABAgQIECBAgAABAgQIECBAgAABAgQIECBAgAABAgQIECBAgAABAgQIECBAgAABAgQIECBAgAABAgQIECBAgAABAgQIECBAgACB3hAQvOoNZd8gQIAAAQIECBAgQIAAAQL1LyB4Vf9ndMArFLzqvuDVQw89FKNHj87OpFbBqzVr1mSxqNanHoJXrWuYsNa8AAAgAElEQVR57bXX4sknn4yf/exncffdd8fWrVs7vb9jx46NpUuXxlFHHXXA99wEvSsgeNW73r5GgAABAgQIECBAoM4FBK/q/IAsjwABAgQIECBAgAABAgQIECBAgAABAgQIECBAgAABAgQIECBAgAABAgQIECBAgAABAgQIECBAgAABAgQIECBAgAABAgQIECBAgAABAgQIHKiA4NWBCnqfAAECBAgQIECAAAECBAgUQ0Dwqhjn2OkuGiV4tW3btpg4cWJs2rQp28+UKVNi8eLFMXDgwNyn9NJLL2XvPfDAA9k7p556aqxcuTKOOeaY7J/vvPPOmDp1amm+tWvXxpgxY3LPn+aaPHlyNr4ngld/+MMf4tOf/nS88MIL2Tfmzp0bs2bNarO+6vNsb0zuDbUzsHKP6Y83btwYI0aM2OcpW1paYvv27ZH2lM7jwQcfbDeANXPmzJg/f370799/n7/hhdoJCF7Vzt6XCRAgQIAAAQIECNShgOBVHR6KJREgQIAAAQIECBAgQIAAAQIECBAgQIAAAQIECBAgQIAAAQIECBAgQIAAAQIECBAgQIAAAQIECBAgQIAAAQIECBAgQIAAAQIECBAgQIAAge4UELzqTk1zESBAgAABAgQIECBAgACBxhUQvGrcs8u98kYJXr388ssxbdq0uOeee7K9Vceq8my4Opo1bty4uP322+Owww7LXn/ooYdi9OjRpaluvvnmaGpqyjN1NmbBggVxzTXXZP+9J4JXeWJWTz31VKR9Pffcc9k60voXLlwYhxxySK59rFu3LtvH4MGD44QTTsgCW+n/tj7dFbyqXsyePXviz3/+c9xwww1ZeKz1GT58eKxatSoGDRqUa/0G1YeA4FV9nINVECBAgAABAgQIEKgTAcGrOjkIyyBAgAABAgQIECBAgAABAgQIECBAgAABAgQIECBAgAABAgQIECBAgAABAgQIECBAgAABAgQIECBAgAABAgQIECBAgAABAgQIECBAgAABAj0lIHjVU7LmJUCAAAECBAgQIECAAAECjSUgeNVY57Vfq22U4NXrr78es2bNymJM6Rk4cGDcd999MWrUqNz7TjGnsWPHlsZ//etfj3nz5sVBBx2U/Wzr1q0xfvz42LJlS/bPU6ZMicWLF2ff6urZsWNHzJgxI5YvX54NzRu86mhce99bunRpXHHFFaU/mjt3bmZS+fz73//O1v3LX/4y+/G+hMFaWlpi/vz5pTnf+973ZoGxE088sfSJvMGrZPjwww/H73//+/jb3/4W3/3ud+PDH/5wV4zxyiuvxBe/+MVS9CrZr1+/PoYNG9bluwbUj4DgVf2chZUQIECAAAECBAgQqAMBwas6OARLIECAAAECBAgQIECAAAECBAgQIECAAAECBAgQIECAAAECBAgQIECAAAECBAgQIECAAAECBAgQIECAAAECBAgQIECAAAECBAgQIECAAAECPSkgeNWTuuYmQIAAAQIECBAgQIAAAQKNIyB41Thntd8rbZTgVdpgdbBq+vTpsWjRohgwYECX+68OKaUX1q5dG2PGjCm9u2vXrmhqaooUlkrPO9/5zrjrrrvi4x//eJfz/+53v4tzzz03XnjhhWxsRyGr1157La6++ups3elpLyrV3sd27twZX/jCF+KOO+4o/XF7wasUBvvmN7+ZhbzSk4JRKcJVGfrqaDNp7RdffHEWqkrPuHHj4vbbb4/DDjus9Ere4FX1WaV5Lr300i4d04C09tmzZ5fWL3iVi62uBgle1dVxWAwBAgQIECBAgACBWgsIXtX6BHyfAAECBAgQIECAAAECBAgQIECAAAECBAgQIECAAAECBAgQIECAAAECBAgQIECAAAECBAgQIECAAAECBAgQIECAAAECBAgQIECAAAECBAj0sIDgVQ8Dm54AAQIECBAgQIAAAQIECDSIgOBVgxzUgSyzkYJX1UGmFHNasmRJTJgwIdoJ7JRYWlpaYvXq1XHFFVfEjh07sp+ffvrpceedd2ZRq8onxZVS6Kl1XApFpQDWUUcd1SFzezGtjoJXaZIUu/rKV75Smu873/lOfOlLX+p0D9XrSi+3F7xKP6+Ob5199tlZuOroo4/ucA/JKI25/PLLS2Pai1TlDV49//zz2bk0Nzdn8+VZQxpXbTl8+PBYtWpVDBo06ECuuXd7WUDwqpfBfY4AAQIECBAgQIBAfQsIXtX3+VgdAQIECBAgQIAAAQIECBAgQIAAAQIECBAgQIAAAQIECBAgQIAAAQIECBAgQIAAAQIECBAgQIAAAQIECBAgQIAAAQIECBAgQIAAAQIECBA4YAHBqwMmNAEBAgQIECBAgAABAgQIECiEgOBVIY6x8000UvAq7eSuu+7KokytQaq3v/3tceONN8bEiROjf//+e2321VdfjRUrVkRTU1PpnRTKuvXWW+Oiiy7aa/zOnTuzsbfddlvpz6ZMmRLXX399u8Go7du3x9VXX91mfHqxs+DVr371qzjvvPNK60kxpx//+MfxiU98Yq/17NmzJ37xi1/EjBkzYtu2bW3+vKPgVdrztddeGzfddFNpfPpeCm21F45K37j33nvja1/7WukbI0eOjOXLl8e73vWuNt+sDl4lx2nTpu0V69q9e3fMmTMnrrvuutL7l112WcyfPz/e8Y53tHsp07rTfGntrec7c+bM7J32zrYP/M+zYbcoeNWwR2fhBAgQIECAAAECBHpCQPCqJ1TNSYAAAQIECBAgQIAAAQIECBAgQIAAAQIECBAgQIAAAQIECBAgQIAAAQIECBAgQIAAAQIECBAgQIAAAQIECBAgQIAAAQIECBAgQIAAAQIE6khA8KqODsNSCBAgQIAAAQIECBAgQIBADQUEr2qIv7+ffvHFF2PSpEnx4IMPlqbYuHFjjBgxot0pGy14lUJKKeSUIlOVzxlnnJHt+5RTTom3vvWt8corr0Tadwo0VVqkdxYuXBgppHTwwQe3a/Lss8/GZz/72Whubi79+ZAhQ2L69Olx5plnxpFHHpnNv27duli2bFk8/fTTe83TWfDqpZdeyua6++67S++lcNeXv/zlOPvss2Pw4MGxa9eu2Lx5c/zwhz+M+++/PxuXglj9+vWLRx55JPvnjoJX6c9SHOuSSy6JRx99tPSNFLu69NJL46yzzsq+kSy3bNkSd9xxR6xevbrNuI4CXL/+9a/bhLlSPGz8+PFx7LHHxiGHHJL992OOOSab67nnnosUC6t2TLann356tob0JMs//OEPWfSrda/p58kwrev444/f3/85eK9GAoJXNYL3WQIECBAgQIAAAQL1KSB4VZ/nYlUECBAgQIAAAQIECBAgQIAAAQIECBAgQIAAAQIECBAgQIAAAQIECBAgQIAAAQIECBAgQIAAAQIECBAgQIAAAQIECBAgQIAAAQIECBAgQKDbBASvuo3SRAQIECBAgAABAgQIECBAoKEFBK8a8PiKHrxKR7Jz58647rrrsv/sy5PiTFdddVUWuxowYECnr6YA04wZM9rEmjp7YejQoVlU7Oabb86GdRa8Sn+eQmMpPrV169ZcW0hzf+9734ulS5dm/0lPZ8Gr9OcpOPWFL3wh1q9fn+sbaVAKby1evDgLV7UTLcpCWhMnToxNmza1O2d1XO2xxx6LqVOnZu/ty5PiXCn2NXLkyHbXsS9zGdv7AoJXvW/uiwQIECBAgAABAgTqWEDwqo4Px9IIECBAgAABAgQIECBAgAABAgQIECBAgAABAgQIECBAgAABAgQIECBAgAABAgQIECBAgAABAgQIECBAgAABAgQIECBAgAABAgQIECBAgEB3CAhedYeiOQgQIECAAAECBAgQIECAQOMLCF414Bn2heBVOpY9e/bEhg0b4pprronNmzd3eVIf+9jHYvbs2XHaaadFv379uhyfBvz973+Pa6+9NgsvdfaMHj06vv3tb8czzzwTkydPzoZ2FbxKY5588smYNWtW3H///Z3O/7nPfS7mz58fhx12WDQ1NeUOXqVJt2/fHtdff3384Ac/iB07dnT6nXPOOSe++c1vxsknn9xhZKqlpSVWr14dV1xxRbvzrVixIiZNmtTmO3n32frSeeedl8XM3ve+9+U6J4PqT0Dwqv7OxIoIECBAgAABAgQI/H/27ljlqmON4/A6IFh5DaYTvICYNAmCtaWCl+M1eAs2aURCmpBOC7URLATtbL2BNBaH9bEMhxw23549e81a738/pz171sw871RBvt+GAoJXG+LbmgABAgQIECBAgAABAgQIECBAgAABAgQIECBAgAABAgQIECBAgAABAgQIECBAgAABAgQIECBAgAABAgQIECBAgAABAgQIECBAgAABAgQIjBAQvBqhbA8CBAgQIECAAAECBAgQILB/AcGr/c/o/054KcGr7xf/9u3b9Pbt2+mPP/6YXr9+fRWRmsNOt27dmn788cfp119/neaA0t27d48OXf0v6hx4+vz58/Ty5cvpzz//nN69e3f1/Tt37kw///zz9OTJk+mXX36Zbt68OT1//rwpeDXv8/38v/322/Tq1avp/fv3V9v/9NNP04MHD6bHjx//c/a///67OXj1/S5fv36dfv/99+mvv/662uPTp09X/9cct5pjYI8ePZru3bs33bhx49pXP5t8+PBhevbs2dWZv39rXvj06dOriNe//zcHyj5+/Di9ePFievPmzVUc7MuXL1c/u3379lUg7P79+9PDhw+nH3744aRZXXtwPxgmIHg1jNpGBAgQIECAAAECBCoICF5VmJIzEiBAgAABAgQIECBAgAABAgQIECBAgAABAgQIECBAgAABAgQIECBAgAABAgQIECBAgAABAgQIECBAgAABAgQIECBAgAABAgQIECBAgACBDgHBqw48SwkQIECAAAECBAgQIECAQJCA4FXQMF2FAAECowQEr0ZJ24cAAQIECBAgQIBACQHBqxJjckgCBAgQIECAAAECBAgQIECAAAECBAgQIECAAAECBAgQIECAAAECBAgQIECAAAECBAgQIECAAAECBAgQIECAAAECBAgQIECAAAECBAgQIHC6gODV6XZWEiBAgAABAgQIECBAgACBJAHBq6RpugsBAgQGCQheDYK2DQECBAgQIECAAIEaAoJXNebklAQIECBAgAABAgQIECBAgAABAgQIECBAgAABAgQIECBAgAABAgQIECBAgAABAgQIECBAgAABAgQIECBAgAABAgQIECBAgAABAgQIECBA4GQBwauT6SwkQIAAAQIECBAgQIAAAQJRAoJXUeN0GQIECIwRELwa42wXAgQIECBAgAABAkUEBK+KDMoxCRAgQIAAAQIECBAgQIAAAQIECBAgQIAAAQIECBAgQIAAAQIECBAgQIAAAQIECBAgQIAAAQIECBAgQIAAAQIECBAgQIAAAQIECBAgQIDAqQKCV6fKWUeAAAECBAgQIECAAAECBLIEBK+y5uk2BAgQGCIgeDWE2SYECBAgQIAAAQIEqggIXlWZlHMSIECAAAECBAgQIECAAAECBAgQIECAAAECBAgQIECAAAECBAgQIECAAAECBAgQIECAAAECBAgQIECAAAECBAgQIECAAAECBAgQIECAAIETBQSvToSzjAABAgQIECBAgAABAgQIhAkIXoUN1HUIECAwQkDwaoSyPQgQIECAAAECBAiUERC8KjMqByVAgAABAgQIECBAgAABAgQIECBAgAABAgQIECBAgAABAgQIECBAgAABAgQIECBAgAABAgQIECBAgAABAgQIECBAgAABAgQIECBAgAABAqcJCF6d5mYVAQIECBAgQIAAAQIECBBIExC8Spuo+xAgQGCAgODVAGRbECBAgAABAgQIEKgjIHhVZ1ZOSoAAAQIECBAgQIAAAQIECBAgQIAAAQIECBAgQIAAAQIECBAgQIAAAQIECBAgQIAAAQIECBAgQIAAAQIECBAgQIAAAQIECBAgQIAAAQIEThIQvDqJzSICBAgQIECAAAECBAgQIBAnIHgVN1IXIkCAwPoCglfrG9uBAAECBAgQIECAQCEBwatCw3JUAgQIECBAgAABAgQIECBAgAABAgQIECBAgAABAgQIECBAgAABAgQIECBAgAABAgQIECBAgAABAgQIECBAgAABAgQIECBAgAABAgQIECBwioDg1Slq1hAgQIAAAQIECBAgQIAAgTwBwau8mboRAQIEVhcQvFqd2AYECBAgQIAAAQIEKgkIXlWalrMSIECAAAECBAgQIECAAAECBAgQIECAAAECBAgQIECAAAECBAgQIECAAAECBAgQIECAAAECBAgQIECAAAECBAgQIECAAAECBAgQIECAAIETBASvTkCzhAABAgQIECBAgAABAgQIBAoIXgUO1ZUIECCwtoDg1drCvk+AAAECBAgQIECglIDgValxOSwBAgQIECBAgAABAgQIECBAgAABAgQIECBAgAABAgQIECBAgAABAgQIECBAgAABAgQIECBAgAABAgQIECBAgAABAgQIECBAgAABAgQIEGgXELxqN7OCAAECBAgQIECAAAECBAgkCgheJU7VnQgQILCygODVysA+T4AAAQIECBAgQKCWgOBVrXk5LQECBAgQIECAAAECBAgQIECAAAECBAgQIECAAAECBAgQIECAAAECBAgQIECAAAECBAgQIECAAAECBAgQIECAAAECBAgQIECAAAECBAgQaBYQvGoms4AAAQIECBAgQIAAAQIECEQKCF5FjtWlCBAgsK6A4NW6vr5OgAABAgQIECBAoJiA4FWxgTkuAQIECBAgQIAAAQIECBAgQIAAAQIECBAgQIAAAQIECBAgQIAAAQIECBAgQIAAAQIECBAgQIAAAQIECBAgQIAAAQIECBAgQIAAAQIECBBoFRC8ahXzewIECBAgQIAAAQIECBAgkCkgeJU5V7ciQIDAqgKCV6vy+jgBAgQIECBAgACBagKCV9Um5rwECBAgQIAAAQIECBAgQIAAAQIECBAgQIAAAQIECBAgQIAAAQIECBAgQIAAAQIECBAgQIAAAQIECBAgQIAAAQIECBAgQIAAAQIECBAgQKBRQPCqEczPCRAgQIAAAQIECBAgQIBAqIDgVehgXYsAAQJrCgheranr2wQIECBAgAABAgTKCQhelRuZAxMgQIAAAQIECBAgQIAAAQIECBAgQIAAAQIECBAgQIAAAQIECBAgQIAAAQIECBAgQIAAAQIECBAgQIAAAQIECBAgQIAAAQIECBAgQIAAgTYBwas2L78mQIAAAQIECBAgQIAAAQKpAoJXqZN1LwIECKwoIHi1Iq5PEyBAgAABAgQIEKgnIHhVb2ZOTIAAAQIECBAgQIAAAQIECBAgQIAAAQIECBAgQIAAAQIECBAgQIAAAQIECBAgQIAAAQIECBAgQIAAAQIECBAgQIAAAQIECBAgQIAAAQIEmgQEr5q4/JgAAQIECBAgQIAAAQIECMQKCF7FjtbFCBAgsJ6A4NV6tr5MgAABAgQIECBAoKCA4FXBoTkyAQIECBAgQIAAAQIECBAgQIAAAQIECBAgQIAAAQIECBAgQIAAAQIECBAgQIAAAQIECBAgQIAAAQIECBAgQIAAAQIECBAgQIAAAQIECBBoERC8atHyWwIECBAgQIAAAQIECBAgkCsgeJU7WzcjQIDAagKCV6vR+jABAgQIECBAgACBigKCVxWn5swECBAgQIAAAQIECBAgQIAAAQIECBAgQIAAAQIECBAgQIAAAQIECBAgQIAAAQIECBAgQIAAAQIECBAgQIAAAQIECBAgQIAAAQIECBAgQKBBQPCqActPCRAgQIAAAQIECBAgQIBAsIDgVfBwXY0AAQJrCQherSXruwQIECBAgAABAgRKCghelRybQxMgQIAAAQIECBAgQIAAAQIECBAgQIAAAQIECBAgQIAAAQIECBAgQIAAAQIECBAgQIAAAQIECBAgQIAAAQIECBAgQIAAAQIECBAgQIAAgeMFBK+Ot/JLAgQIECBAgAABAgQIECCQLCB4lTxddyNAgMBKAoJXK8H6LAECBAgQIECAAIGaAoJXNefm1AQIECBAgAABAgQIECBAgAABAgQIECBAgAABAgQIECBAgAABAgQIECBAgAABAgQIECBAgAABAgQIECBAgAABAgQIECBAgAABAgQIECBA4GgBwaujqfyQAAECBAgQIECAAAECBAhECwheRY/X5QgQILCOgODVOq6+SoAAAQIECBAgQKCogOBV0cE5NgECBAgQIECAAAECBAgQIECAAAECBAgQIECAAAECBAgQIECAAAECBAgQIECAAAECBAgQIECAAAECBAgQIECAAAECBAgQIECAAAECBAgQOFZA8OpYKb8jQIAAAQIECBAgQIAAAQLZAoJX2fN1OwIECKwiIHi1CquPEiBAgAABAgQIEKgqIHhVdXLOTYAAAQIECBAgQIAAAQIECBAgQIAAAQIECBAgQIAAAQIECBAgQIAAAQIECBAgQIAAAQIECBAgQIAAAQIECBAgQIAAAQIECBAgQIAAAQIEjhQQvDoSys8IECBAgAABAgQIECBAgEC4gOBV+IBdjwABAmsICF6toeqbBAgQIECAAAECBMoKCF6VHZ2DEyBAgAABAgQIECBAgAABAgQIECBAgAABAgQIECBAgAABAgQIECBAgAABAgQIECBAgAABAgQIECBAgAABAgQIECBAgAABAgQIECBAgACB4wQEr45z8isCBAgQIECAAAECBAgQIJAuIHiVPmH3I0CAwAoCglcroPokAQIECBAgQIAAgboCgld1Z+fkBAgQIECAAAECBAgQIECAAAECBAgQIECAAAECBAgQIECAAAECBAgQIECAAAECBAgQIECAAAECBAgQIECAAAECBAgQIECAAAECBAgQIEDgKAHBq6OY/IgAAQIECBAgQIAAAQIECMQLCF7Fj9gFCRAgcH4Bwavzm/oiAQIECBAgQIAAgcICgleFh+foBAgQIECAAAECBAgQIECAAAECBAgQIECAAAECBAgQIECAAAECBAgQIECAAAECBAgQIECAAAECBAgQIECAAAECBAgQIECAAAECBAgQIEDgGAHBq2OU/IYAAQIECBAgQIAAAQIECOQLCF7lz9gNCRAgcHYBwauzk/ogAQIECBAgQIAAgcoCgleVp+fsBAgQIECAAAECBAgQIECAAAECBAgQIECAAAECBAgQIECAAAECBAgQIECAAAECBAgQIECAAAECBAgQIECAAAECBAgQIECAAAECBAgQIEDgCAHBqyOQ/IQAAQIECBAgQIAAAQIECFyAgODVBQzZFQkQIHBuAcGrc4v6HgECBAgQIECAAIHSAoJXpcfn8AQIECBAgAABAgQIECBAgAABAgQIECBAgAABAgQIECBAgAABAgQIECBAgAABAgQIECBAgAABAgQIECBAgAABAgQIECBAgAABAgQIECBA4HoBwavrjfyCAAECBAgQIECAAAECBAhcgoDg1SVM2R0JECBwZgHBqzOD+hwBAgQIECBAgACB2gKCV7Xn5/QECBAgQIAAAQIECBAgQIAAAQIECBAgQIAAAQIECBAgQIAAAQIECBAgQIAAAQIECBAgQIAAAQIECBAgQIAAAQIECBAgQIAAAQIECBAgQOBaAcGra4n8gAABAgQIECBAgAABAgQIXISA4NVFjNklCRAgcF4BwavzevoaAQIECBAgQIAAgeICglfFB+j4BAgQIECAAAECBAgQIECAAAECBAgQIECAAAECBAgQIECAAAECBAgQIECAAAECBAgQIECAAAECBAgQIECAAAECBAgQIECAAAECBAgQIEDgOgHBq+uE/P8ECBAgQIAAAQIECBAgQOAyBASvLmPObkmAAIGzCghenZXTxwgQIECAAAECBAhUFxC8qj5B5ydAgAABAgQIECBAgAABAgQIECBAgAABAgQIECBAgAABAgQIECBAgAABAgQIECBAgAABAgQIECBAgAABAgQIECBAgAABAgQIECBAgAABAtcICF55IgQIECBAgAABAgQIECBAgMAsIHjlHRAgQIBAs4DgVTOZBQQIECBAgAABAgSSBQSvkqfrbgQIECBAgAABAgQIECBAgAABAgQIECBAgAABAgQIECBAgAABAgQIECBAgAABAgQIECBAgAABAgQIECBAgAABAgQIECBAgAABAgQIECBAYJomwSvPgAABAgQIECBAgAABAgQIEJgFBK+8AwIECBBoFhC8aiazgAABAgQIECBAgECygOBV8nTdjQABAgQIECBAgAABAgQIECBAgAABAgQIECBAgAABAgQIECBAgAABAgQIECBAgAABAgQIECBAgAABAgQIECBAgAABAgQIECBAgAABAgQICF55AwQIECBAgAABAgQIECBAgMAiIHjlKRAgQIBAs4DgVTOZBQQIECBAgAABAgSSBQSvkqfrbgQIECBAgAABAgQIECBAgAABAgQIECBAgAABAgQIECBAgAABAgQIECBAgAABAgQIECBAgAABAgQIECBAgAABAgQIECBAgAABAgQIECBAQPDKGyBAgAABAgQIECBAgAABAgQWAcErT4EAAQIEmgUEr5rJLCBAgAABAgQIECCQLCB4lTxddyNAgAABAgQIECBAgAABAgQIECBAgAABAgQIECBAgAABAgQIECBAgAABAgQIECBAgAABAgQIECBAgAABAgQIECBAgAABAgQIECBAgAABAoJX3gABAgQIECBAgAABAgQIECCwCAheeQoECBAg0CwgeNVMZgEBAgQIECBAgACBZAHBq+TpuhsBAgQIECBAgAABAgQIECBAgAABAgQIECBAgAABAgQIECBAgAABAgQIECBAgAABAgQIECBAgAABAgQIECBAgAABAgQIECBAgAABAgQIEBC88gYIECBAgAABAgQIECBAgACBRUDwyjSDvK0AACAASURBVFMgQIAAgWYBwatmMgsIECBAgAABAgQIJAsIXiVP190IECBAgAABAgQIECBAgAABAgQIECBAgAABAgQIECBAgAABAgQIECBAgAABAgQIECBAgAABAgQIECBAgAABAgQIECBAgAABAgQIECBAgIDglTdAgAABAgQIECBAgAABAgQILAKCV54CAQIECDQLCF41k1lAgAABAgQIECBAIFlA8Cp5uu5GgAABAgQIECBAgAABAgQIECBAgAABAgQIECBAgAABAgQIECBAgAABAgQIECBAgAABAgQIECBAgAABAgQIECBAgAABAgQIECBAgAABAgQEr7wBAgQIECBAgAABAgQIECBAYBEQvPIUCBAgQKBZQPCqmcwCAgQIECBAgAABAskCglfJ03U3AgQIECBAgAABAgQIECBAgAABAgQIECBAgAABAgQIECBAgAABAgQIECBAgAABAgQIECBAgAABAgQIECBAgAABAgQIECBAgAABAgQIECAgeOUNECBAgAABAgQIECBAgAABAouA4JWnQIAAAQLNAoJXzWQWECBAgAABAgQIEEgWELxKnq67ESBAgAABAgQIECBAgAABAgQIECBAgAABAgQIECBAgAABAgQIECBAgAABAgQIECBAgAABAgQIECBAgAABAgQIECBAgAABAgQIECBAgAABwStvgAABAgQIECBAgAABAgQIEFgEBK88BQIECBBoFhC8aiazgAABAgQIECBAgECygOBV8nTdjQABAgQIECBAgAABAgQIECBAgAABAgQIECBAgAABAgQIECBAgAABAgQIECBAgAABAgQIECBAgAABAgQIECBAgAABAgQIECBAgAABAgQICF55AwQIECBAgAABAgQIECBAgMAiIHjlKRAgQIBAs4DgVTOZBQQIECBAgAABAgSSBQSvkqfrbgQIECBAgAABAgQIECBAgAABAgQIECBAgAABAgQIECBAgAABAgQIECBAgAABAgQIECBAgAABAgQIECBAgAABAgQIECBAgAABAgQIECBAQPDKGyBAgAABAgQIECBAgAABAgQWAcErT4EAAQIEmgUEr5rJLCBAgAABAgQIECCQLCB4lTxddyNAgAABAgQIECBAgAABAgQIECBAgAABAgQIECBAgAABAgQIECBAgAABAgQIECBAgAABAgQIECBAgAABAgQIECBAgAABAgQIECBAgAABAoJX3gABAgQIECBAgAABAgQIECCwCAheeQoECBAg0CwgeNVMZgEBAgQIECBAgACBZAHBq+TpuhsBAgQIECBAgAABAgQIECBAgAABAgQIECBAgAABAgQIECBAgAABAgQIECBAgAABAgQIECBAgAABAgQIECBAgAABAgQIECBAgAABAgQIEBC88gYIECBAgAABAgQIECBAgACBRUDwylMgQIAAgWYBwatmMgsIECBAgAABAgQIJAsIXiVP190IECBAgAABAgQIECBAgAABAgQIECBAgAABAgQIECBAgAABAgQIECBAgAABAgQIECBAgAABAgQIECBAgAABAgQIECBAgAABAgQIECBAgIDglTdAgAABAgQIECBAgAABAgQILAKCV54CAQIECDQLCF41k1lAgAABAgQIECBAIFlA8Cp5uu5GgAABAgQIECBAgAABAgQIECBAgAABAgQIECBAgAABAgQIECBAgAABAgQIECBAgAABAgQIECBAgAABAgQIECBAgAABAgQIECBAgAABAgQEr7wBAgQIECBAgAABAgQIECBAYBEQvPIUCBAgQKBZQPCqmcwCAgQIECBAgAABAskCglfJ03U3AgQIECBAgAABAgQIECBAgAABAgQIECBAgAABAgQIECBAgAABAgQIECBAgAABAgQIECBAgAABAgQIECBAgAABAgQIECBAgAABAgQIECAgeOUNECBAgAABAgQIECBAgAABAouA4JWnQIAAAQLNAoJXzWQWECBAgAABAgQIEEgWELxKnq67ESBAgAABAgQIECBAgAABAgQIECBAgAABAgQIECBAgAABAgQIECBAgAABAgQIECBAgAABAgQIECBAgAABAgQIECBAgAABAgQIECBAgAABwStvgAABAgQIECBAgAABAgQIEFgEBK88BQIECBBoFhC8aiazgAABAgQIECBAgECygOBV8nTdjQABAgQIECBAgAABAgQIECBAgAABAgQIECBAgAABAgQIECBAgAABAgQIECBAgAABAgQIECBAgAABAgQIECBAgAABAgQIECBAgAABAgQICF55AwQIECBAgAABAgQIECBAgMAiIHjlKRAgQIBAs4DgVTOZBQQIECBAgAABAgSSBQSvkqfrbgQIECBAgAABAgQIECBAgAABAgQIECBAgAABAgQIECBAgAABAgQIECBAgAABAgQIECBAgAABAgQIECBAgAABAgQIECBAgAABAgQIECBAQPDKGyBAgAABAgQIECBAgAABAgQWAcErT4EAAQIEmgUEr5rJLCBAgAABAgQIECCQLCB4lTxddyNAgAABAgQIECBAgAABAgQIECBAgAABAgQIECBAgAABAgQIECBAgAABAgQIECBAgAABAgQIECBAgAABAgQIECBAgAABAgQIECBAgAABAoJX3gABAgQIECBAgAABAgQIECCwCAheeQoECBAg0CwgeNVMZgEBAgQIECBAgACBZAHBq+TpuhsBAgQIECBAgAABAgQIECBAgAABAgQIECBAgAABAgQIECBAgAABAgQIECBAgAABAgQIECBAgAABAgQIECBAgAABAgQIECBAgAABAgQIEBC88gYIECBAgAABAgQIECBAgACBRUDwylMgQIAAgWYBwatmMgsIECBAgAABAgQIJAsIXiVP190IECBAgAABAgQIECBAgAABAgQIECBAgAABAgQIECBAgAABAgQIECBAgAABAgQIECBAgAABAgQIECBAgAABAgQIECBAgAABAgQIECBAgIDglTdAgAABAgQIECBAgAABAgQILAKCV54CAQIECDQLCF41k1lAgAABAgQIECBAIFlA8Cp5uu5GgAABAgQIECBAgAABAgQIECBAgAABAgQIECBAgAABAgQIECBAgAABAgQIECBAgAABAgQIECBAgAABAgQIECBAgAABAgQIECBAgAABAgQEr7wBAgQIECBAgAABAgQIECBAYBEQvPIUCBAgQKBZQPCqmcwCAgQIECBAgAABAskCglfJ03U3AgQIECBAgAABAgQIECBAgAABAgQIECBAgAABAgQIECBAgAABAgQIECBAgAABAgQIECBAgAABAgQIECBAgAABAgQIECBAgAABAgQIECAgeOUNECBAgAABAgQIECBAgAABAouA4JWnQIAAAQLNAoJXzWQWECBAgAABAgQIEEgWELxKnq67ESBAgAABAgQIECBAgAABAgQIECBAgAABAgQIECBAgAABAgQIECBAgAABAgQIECBAgAABAgQIECBAgAABAgQIECBAgAABAgQIECBAgAABwStvgAABAgQIECBAgAABAgQIEFgEBK88BQIECBBoFhC8aiazgAABAgQIECBAgECygOBV8nTdjQABAgQIECBAgAABAgQIECBAgAABAgQIECBAgAABAgQIECBAgAABAgQIECBAgAABAgQIECBAgAABAgQIECBAgAABAgQIECBAgAABAgQICF55AwQIECBAgAABAgQIECBAgMAiIHjlKRAgQIBAs4DgVTOZBQQIECBAgAABAgSSBQSvkqfrbgQIECBAgAABAgQIECBAgAABAgQIECBAgAABAgQIECBAgAABAgQIECBAgAABAgQIECBAgAABAgQIECBAgAABAgQIECBAgAABAgQIECBAQPDKGyBAgAABAgQIECBAgAABAgQWAcErT4EAAQIEmgUEr5rJLCBAgAABAgQIECCQLCB4lTxddyNAgAABAgQIECBAgAABAgQIECBAgAABAgQIECBAgAABAgQIECBAgAABAgQIECBAgAABAgQIECBAgAABAgQIECBAgAABAgQIECBAgAABAoJX3gABAgQIECBAgAABAgQIECCwCAheeQoECBAg0CwgeNVMZgEBAgQIECBAgACBZAHBq+TpuhsBAgQIECBAgAABAgQIECBAgAABAgQIECBAgAABAgQIECBAgAABAgQIECBAgAABAgQIECBAgAABAgQIECBAgAABAgQIECBAgAABAgQIEBC88gYIECBAgAABAgQIECBAgACBRUDwylMgQIAAgWYBwatmMgsIECBAgAABAgQIJAsIXiVP190IECBAgAABAgQIECBAgAABAgQIECBAgAABAgQIECBAgAABAgQIECBAgAABAgQIECBAgAABAgQIECBAgAABAgQIECBAgAABAgQIECBAgIDglTdAgAABAgQIECBAgAABAgQILAKCV54CAQIECDQLCF41k1lAgAABAgQIECBAIFlA8Cp5uu5GgAABAgQIECBAgAABAgQIECBAgAABAgQIECBAgAABAgQIECBAgAABAgQIECBAgAABAgQIECBAgAABAgQIECBAgAABAgQIECBAgAABAgQEr7wBAgQIECBAgAABAgQIECBAYBEQvPIUCBAgQKBZQPCqmcwCAgQIECBAgAABAskCglfJ03U3AgQIECBAgAABAgQIECBAgAABAgQIECBAgAABAgQIECBAgAABAgQIECBAgAABAgQIECBAgAABAgQIECBAgAABAgQIECBAgAABAgQIECAgeOUNECBAgAABAgQIECBAgAABAovAv/8gMRgCBAgQIHCKwH9OWWQNAQIECBAgQIAAAQIRAoJXEWN0CQIECBAgQIAAAQIECBAgQIAAAQIECBAgQIAAAQIECBAgQIAAAQIECBAgQIAAAQIECBAgQIAAAQIECBAgQIAAAQIECBAgQIAAAQIECBAgcFigwh8f9QeRvGACBAgQIECAAAECBAgQILC+gODV+sZ2IECAwCUIVPhvzpcwB3ckQIAAAQIECBAgsIWAf9+xhbo9CRAgQIAAAQIECBAgQIAAAQIECBAgQIAAAQIECBAgQIAAAQIECBAgQIAAAQIECBAgQIAAAQIECBAgQIAAAQIECBAgQIAAAQIECBAgQIDAQIEKf3zUH0Qa+CBsRYAAAQIECBAgQIAAAQIXKyB4dbGjd3ECBAicVaDCf3M+64V9jAABAgQIECBAgACBfwT8+w6PgQABAgQIECBAgAABAgQIECBAgAABAgQIECBAgAABAgQIECBAgAABAgQIECBAgAABAgQIECBAgAABAgQIECBAgAABAgQIECBAgAABAgQIhAtU+OOj/iBS+CN0PQIECBAgQIAAAQIECBDYhYDg1S7G4BAECBAoL1DhvzmXR3YBAgQIECBAgAABAjsV8O87djoYxyJAgAABAgQIECBAgAABAgQIECBAgAABAgQIECBAgAABAgQIECBAgAABAgQIECBAgAABAgQIECBAgAABAgQIECBAgAABAgQIECBAgAABAucSqPDHR/1BpHNN23cIECBAgAABAgQIECBAgAABAgQIECBAgAABAgQIECBAgAABAusI+Pcd67j6KgECBAgQIECAAAECBAgQIECAAAECBAgQIECAAAECBAgQIECAAAECBAgQIECAAAECBAgQIECAAAECBAgQIECAAAECBAgQIECAAAECBAgQ2I2A4NVuRuEgBAgQIECAAAECBAgQIECAAAECBAgQIECAAAECBAgQIECAAIGyAoJXZUfn4AQIECBAgAABAgQIECBAgAABAgQIECBAgAABAgQIECBAgAABAgQIECBAgAABAgQIECBAgAABAgQIECBAgAABAgQIECBAgAABAgQIECBA4DgBwavjnPyKAAECBAgQIECAAAECBAgQIECAAAECBAgQIECAAAECBAgQIEDgsIDglddBgAABAgQIECBAgAABAgQIECBAgAABAgQIECBAgAABAgQIECBAgAABAgQIECBAgAABAgQIECBAgAABAgQIECBAgAABAgQIECBAgAABAgTCBQSvwgfsegQIECBAgAABAgQIECBAgAABAgQIECBAgAABAgQIECBAgACBAQKCVwOQbUGAAAECBAgQIECAAAECBAgQIECAAAECBAgQIECAAAECBAgQIECAAAECBAgQIECAAAECBAgQIECAAAECBAgQIECAAAECBAgQIECAAAECBLYUELzaUt/eBAgQIECAAAECBAgQIECAAAECBAgQIECAAAECBAgQIECAAIEMAcGrjDm6BQECBAgQIECAAAECBAgQIECAAAECBAgQIECAAAECBAgQIECAAAECBAgQIECAAAECBAgQIECAAAECBAgQIECAAAECBAgQIECAAAECBAgQOCggeOVxECBAgAABAgQIECBAgAABAgQIECBAgAABAgQIECBAgAABAgQI9AoIXvUKWk+AAAECBAgQIECAAAECBAgQIECAAAECBAgQIECAAAECBAgQIECAAAECBAgQIECAAAECBAgQIECAAAECBAgQIECAAAECBAgQIECAAAECBHYuIHi18wE5HgECBAgQIECAAAECBAgQIECAAAECBAgQIECAAAECBAgQIECggIDgVYEhOSIBAgQIECBAgAABAgQIECBAgAABAgQIECBAgAABAgQIECBAgAABAgQIECBAgAABAgQIECBAgAABAgQIECBAgAABAgQIECBAgAABAgQIEOgRELzq0bOWAAECBAgQIECAAAECBAgQIECAAAECBAgQIECAAAECBAgQIEBgFhC88g4IECBAgAABAgQIECBAgAABAgQIECBAgAABAgQIECBAgAABAgQIECBAgAABAgQIECBAgAABAgQIECBAgAABAgQIECBAgAABAgQIECBAgEC4gOBV+IBdjwABAgQIECBAgAABAgQIECBAgAABAgQIECBAgAABAgQIECAwQEDwagCyLQgQIECAAAECBAgQIECAAAECBAgQIECAAAECBAgQIECAAAECBAgQIECAAAECBAgQIECAAAECBAgQIECAAAECBAgQIECAAAECBAgQIECAwJYCgldb6tubAAECBAgQIECAAAECBAgQIECAAAECBAgQIECAAAECBAgQIJAhIHiVMUe3IECAAAECBAgQIECAAAECBAgQIECAAAECBAgQIECAAAECBAgQIECAAAECBAgQIECAAAECBAgQIECAAAECBAgQIECAAAECBAgQIECAAAECBwUErzwOAgQIECBAgAABAgQIECBAgAABAgQIECBAgAABAgQIECBAgACBXgHBq15B6wkQIECAAAECBAgQIECAAAECBAgQIECAAAECBAgQIECAAAECBAgQIECAAAECBAgQIECAAAECBAgQIECAAAECBAgQIECAAAECBAgQIECAwM4FBK92PiDHI0CAAAECBAgQIECAAAECBAgQIECAAAECBAgQIECAAAECBAgUEBC8KjAkRyRAgAABAgQIECBAgAABAgQIECBAgAABAgQIECBAgAABAgQIECBAgAABAgQIECBAgAABAgQIECBAgAABAgQIECBAgAABAgQIECBAgAABAj0Cglc9etYSIECAAAECBAgQIECAAAECBAgQIECAAAECBAgQIECAAAECBAjMAoJX3gEBAgQIECBAgAABAgQIECBAgAABAgQIECBAgAABAgQIECBAgAABAgQIECBAgAABAgQIECBAgAABAgQIECBAgAABAgQIECBAgAABAgQIEAgXELwKH7DrESBAgAABAgQIECBAgAABAgQIECBAgAABAgQIECBAgAABAgQGCAheDUC2BQECBAgQIECAAAECBAgQIECAAAECBAgQIECAAAECBAgQIECAAAECBAgQIECAAAECBAgQIECAAAECBAgQIECAAAECBAgQIECAAAECBAgQ2FJA8GpLfXsTIECAAAECBAgQIECAAAECBAgQIECAAAECBAgQIECAAAECBDIEBK8y5ugWBAgQIECAAAECBAgQIECAAAECBAgQIECAAAECBAgQIECAAAECBAgQIECAAAECBAgQIECAAAECBAgQIECAAAECBAgQIECAAAECBAgQIEDgoIDglcdBgAABAgQIECBAgAABAgQIECBAgAABAgQIECBAgAABAgQIECDQKyB41StoPQECBAgQIECAAAECBAgQIECAAAECBAgQIECAAAECBAgQIECAAAECBAgQIECAAAECBAgQIECAAAECBAgQIECAAAECBAgQIECAAAECBAgQ2LmA4NXOB+R4BAgQIECAAAECBAgQIECAAAECBAgQIECAAAECBAgQIECAAIECAoJXBYbkiAQIECBAgAABAgQIECBAgAABAgQIECBAgAABAgQIECBAgAABAgQIECBAgAABAgQIECBAgAABAgQIECBAgAABAgQIECBAgAABAgQIECBAoEdA8KpHz1oCBAgQIECAAAECBAgQIECAAAECBAgQIECAAAECBAgQIECAAIFZQPDKOyBAgAABAgQIECBAgAABAgQIECBAgAABAgQIECBAgAABAgQIECBAgAABAgQIECBAgAABAgQIECBAgAABAgQIECBAgAABAgQIECBAgAABAuECglfhA3Y9AgQIECBAgAABAgQIECBAgAABAgQIECBAgAABAgQIECBAgMAAAcGrAci2IECAAAECBAgQIECAAAECBAgQIECAAAECBAgQIECAAAECBAgQIECAAAECBAgQIECAAAECBAgQIECAAAECBAgQIECAAAECBAgQIECAAAECWwoIXm2pb28CBAgQIECAAAECBAgQIECAAAECBAgQIECAAAECBAgQIECAQIaA4FXGHN2CAAECBAgQIECAAAECBAgQIECAAAECBAgQIECAAAECBAgQIECAAAECBAgQIECAAAECBAgQIECAAAECBAgQIECAAAECBAgQIECAAAECBAgcFBC88jgIECBAgAABAgQIECBAgAABAgQIECBAgAABAgQIECBAgAABAgR6BQSvegWtJ0CAAAECBAgQIECAAAECBAgQIECAAAECBAgQIECAAAECBAgQIECAAAECBAgQIECAAAECBAgQIECAAAECBAgQIECAAAECBAgQIECAAAECOxcQvNr5gByPAAECBAgQIECAAAECBAgQIECAAAECBAgQIECAAAECBAgQIFBAQPCqwJAckQABAgQIECBAgAABAgQIECBAgAABAgQIECBAgAABAgQIECBAgAABAgQIECBAgAABAgQIECBAgAABAgQIECBAgAABAgQIECBAgAABAgQI9AgIXvXoWUuAAAECBAgQIECAAAECBAgQIECAAAECBAgQIECAAAECBAgQIDALCF55BwQIECBAgAABAgQIECBAgAABAgQIECBAgAABAgQIECBAgAABAgQIECBAgAABAgQIECBAgAABAgQIECBAgAABAgQIECBAgAABAgQIECBAIFxA8Cp8wK5HgAABAgQIECBAgAABAgQIECBAgAABAgQIECBAgAABAgQIEBggIHg1ANkWBAgQIECAAAECBAgQIECAAAECBAgQIECAAAECBAgQIECAAAECBAgQIECAAAECBAgQIECAAAECBAgQIECAAAECBAgQIECAAAECBAgQIEBgSwHBqy317U2AAAECBAgQIECAAAECBAgQIECAAAECBAgQIECAAAECBAgQyBAQvMqYo1sQIECAAAECBAgQIECAAAECBAgQIECAAAECBAgQIECAAAECBAgQIECAAAECBAgQIECAAAECBAgQIECAAAECBAgQIECAAAECBAgQIECAAIGDAoJXHgcBAgQIECBAgAABAgQIECBAgAABAgQIECBAgAABAgQIECBAgECvgOBVr6D1BAgQIECAAAECBAgQIECAAAECBAgQIECAAAECBAgQIECAAAECBAgQIECAAAECBAgQIECAAAECBAgQIECAAAECBAgQIECAAAECBAgQIEBg5wKCVzsfkOMRIECAAAECBAgQIECAAAECBAgQIECAAAECBAgQIECAAAECBAoICF4VGJIjEiBAgAABAgQIECBAgAABAgQIECBAgAABAgQIECBAgAABAgQIECBAgAABAgQIECBAgAABAgQIECBAgAABAgQIECBAgAABAgQIECBAgACBHgHBqx49awkQIECAAAECBAgQIECAAAECBAgQIECAAAECBAgQIECAAAECBGYBwSvvgAABAgQIECBAgAABAgQIECBAgAABAgQIECBAgAABAgQIECBAgAABAgQIECBAgAABAgQIECBAgAABAgQIECBAgAABAgQIECBAgAABAgQIhAsIXoUP2PUIECBAgAABAgQIECBAgAABAgQIECBAgAABAgQIECBAgAABAgMEBK8GINuCAAECBAgQIECAAAECBAgQIECAAAECBAgQIECAAAECBAgQIECAAAECBAgQIECAAAECBAgQIECAAAECBAgQIECAAAECBAgQIECAAAECBAhsKSB4taW+vQkQIECAAAECBAgQIECAAAECBAgQIECAAAECBAgQIECAAAECGQKCVxlzdAsCBAgQIECAAAECBAgQIECAAAECBAgQIECAAAECBAgQIECAAAECBAgQIECAAAECBAgQIECAAAECBAgQIECAAAECBAgQIECAAAECBAgQIHBQQPDK4yBAgAABAgQIECBAgAABAgQIECBAgAABAgQIECBAgAABAgQIEOgVELzqFbSeAAECBAgQIECAAAECBAgQIECAAAECBAgQIECAAAECBAgQIECAAAECBAgQIECAAAECBAgQIECAAAECBAgQIECAAAECBAgQIECAAAECBAjsXEDwaucDcjwCBAgQIECAAAECBAgQIECAAAECBAgQIECAAAECBAgQIECAQAEBwasCQ3JEAgQIECBAgAABAgQIECBAgAABAgQIECBAgAABAgQIECBAgAABAgQIECBAgAABAgQIECBAgAABn87VzQAAIABJREFUAgQIECBAgAABAgQIECBAgAABAgQIECDQIyB41aNnLQECBAgQIECAAAECBAgQIECAAAECBAgQIECAAAECBAgQIECAwCwgeOUdECBAgAABAgQIECBAgAABAgQIECBAgAABAgQIECBAgAABAgQIECBAgAABAgQIECBAgAABAgQIECBAgAABAgQIECBAgAABAgQIECBAgACBcAHBq/ABux4BAgQIECBAgAABAgQIECBAgAABAgQIECBAgAABAgQIECBAYICA4NUAZFsQIECAAAECBAgQIECAAAECBAgQIECAAAECBAgQIECAAAECBAgQIECAAAECBAgQIECAAAECBAgQIECAAAECBAgQIECAAAECBAgQIECAAIEtBQSvttS3NwECBAgQIECAAAECBAgQIECAAAECBAgQIECAAAECBAgQIEAgQ0DwKmOObkGAAAECBAgQIECAAAECBAgQIECAAAECBAgQIECAAAECBAgQIECAAAECBAgQIECAAAECBAgQIECAAAECBAgQIECAAAECBAgQIECAAAECBA4KCF55HAQIECBAgAABAgQIECBAgAABAgQIECBAgAABAgQIECBAgAABAr0Cgle9gtYTIECAAAECBAgQIECAAAECBAgQIECAAAECBAgQIECAAAECBAgQIECAAAECBAgQIECAAAECBAgQIECAAAECBAgQIECAAAECBAgQIECAAIGdCwhe7XxAjkeAAAECBAgQIECAAAECBAgQIECAAAECBAgQIECAAAECBAgQKCAgeFVgSI5IgAABAgQIECBAgAABAgQIECBAgAABAgQIECBAgAABAgQIECBAgAABAgQIECBAgAABAgQIECBAgAABAgQIECBAgAABAgQIECBAgAABAgR6BASvevSsJUCAAAECBAgQIECAAAECBAgQIECAAAECBAgQIECAAAECBAgQmAUEr7wDAgQIECBAgAABAgQIECBAgAABAgQIECBAgAABAgQIECBAgAABAgQIECBAgAABAgQIECBAgAABAgQIECBAgAABAgQIECBAgAABAgQIECAQLiB4FT5g1yNAgAABAgQIECBAgAABAgQIECBAgAABAgQIECBAgAABAgQIDBAQvBqAbAsCBAgQIECAAAECBAgQIECAAAECBAgQIECAAAECBAgQIECAAAECBAgQIECAAAECBAgQIECAAAECBAgQIECAAAECBAgQIECAAAECBAgQILClgODVlvr2JkCAAAECBAgQIECAAAECBAgQIECAAAECBAgQIECAAAECBAhkCAheZczRLQgQIECAAAECBAgQIECAAAECBAgQIECAAAECBAgQIECAAAECBAgQIECAAAECBAgQIECAAAECBAgQIECAAAECBAgQIECAAAECBAgQIECAwEEBwSuPgwABAgQIECBAgAABAgQIECBAgAABAgQIECBAgAABAgQIECBAoFdA8KpX0HoCBAgQIECAAAECBAgQIECAAAECBAgQIECAAAECBAgQIECAAAECBAgQIECAAAECBAgQIECAAAECBAgQIECAAAECBAgQIECAAAECBAgQILBzAcGrnQ/I8QgQIECAAAECBAgQIECAAAECBAgQIECAAAECBAgQIECAAAECBQQErwoMyREJECBAgAABAgQIECBAgAABAgQIECBAgAABAgQIECBAgAABAgQIECBAgAABAgQIECBAgAABAgQIECBAgAABAgQIECBAgAABAgQIECBAgECPgOBVj561BAgQIECAAAECBAgQIECAAAECBAgQIECAAAECBAgQIECAAAECs4DglXdAgAABAgQIECBAgAABAgQIECBAgAABAgQIECBAgAABAgQIECBAgAABAgQIECBAgAABAgQIECBAgAABAgQIECBAgAABAgQIECBAgAABAgTCBQSvwgfsegQIECBAgAABAgQIECBAgAABAgQIECBAgAABAgQIECBAgACBAQKCVwOQbUGAAAECBAgQIECAAAECBAgQIECAAAECBAgQIECAAAECBAgQIECAAAECBAgQIECAAAECBAgQIECAAAECBAgQIECAAAECBAgQIECAAAECBLYUELzaUt/eBAgQIECAAAECBAgQIECAAAECBAgQIECAAAECBAgQIECAAIEMAcGrjDm6BQECBAgQIECAAAECBAgQIECAAAECBAgQIECAAAECBAgQIECAAAECBAgQIECAAAECBAgQIECAAAECBAgQIECAAAECBAgQIECAAAECBAgQOCggeOVxECBAgAABAgQIECBAgAABAgQIECBAgAABAgQIECBAgAABAgQI9AoIXvUKWk+AAAECBAgQIECAAAECBAgQIECAAAECBAgQIECAAAECBAgQIECAAAECBAgQIECAAAECBAgQIECAAAECBAgQIECAAAECBAgQIECAAAECBHYuIHi18wE5HgECBAgQIECAAAECBAgQIECAAAECBAgQIECAAAECBAgQIECggIDgVYEhOSIBAgQIECBAgAABAgQIECBAgAABAgQIECBAgAABAgQIECBAgAABAgQIECBAgAABAgQIECBAgAABAgQIECBAgAABAgQIECBAgAABAgQIEOgRELzq0bOWAAECBAgQIECAAAECBAgQIECAAAECBAgQIECAAAECBAgQIEBgFhC88g4IECBAgAABAgQIECBAgAABAgQIECBAgAABAgQIECBAgAABAgQIECBAgAABAgQIECBAgAABAgQIECBAgAABAgQIECBAgAABAgQIECBAgEC4gOBV+IBdjwABAgQIECBAgAABAgQIECBAgAABAgQIECBAgAABAgQIECAwQEDwagCyLQgQIECAAAECBAgQIECAAAECBAgQIECAAAECBAgQIECAAAECBAgQIECAAAECBAgQIECAAAECBAgQIECAAAECBAgQIECAAAECBAgQIECAwJYCgldb6tubAAECBAgQIECAAAECBAgQIECAAAECBAgQIECAAAECBAgQIJAhIHiVMUe3IECAAAECBAgQIECAAAECBAgQIECAAAECBAgQIECAAAECBAgQIECAAAECBAgQIECAAAECBAgQIECAAAECBAgQIECAAAECBAgQIECAAAECBwUErzwOAgQIECBAgAABAgQIECBAgAABAgQIECBAgAABAgQIECBAgACBXgHBq15B6wkQIECAAAECBAgQIECAAAECBAgQIECAAAECBAgQIECAAAECBAgQIECAAAECBAgQIECAAAECBAgQIECAAAECBAgQIECAAAECBAgQIECAwM4FBK92PiDHI0CAAAECBAgQIECAAAECBAgQIECAAAECBAgQIECAAAECBAgUEBC8KjAkRyRAgAABAgQIECBAgAABAgQIECBAgAABAgQIECBAgAABAgQIECBAgAABAgQIECBAgAABAgQIECBAgAABAgQIECBAgAABAgQIECBAgAABAj0Cglc9etYSIECAAAECBAgQIECAAAECBAgQIECAAAECBAgQIECAAAECBAjMAoJX3gEBAgQIECBAgAABAgQIECBAgAABAgQIECBAgAABAgQIECBAgAABAgQIECBAgAABAgQIECBAgAABAgQIECBAgAABAgQIECBAgAABAgQIEAgXELwKH7DrESBAgAABAgQIECBAgAABAgQIECBAgAABAgQIECBAgAABAgQGCAheDUC2BQECBAgQIECAAAECBAgQIECAAAECBAgQIECAAAECBAgQIECAAAECBAgQIECAAAECBAgQIECAAAECBAgQIECAAAECBAgQIECAAAECBAgQ2FJA8GpLfXsTIECAAAECBAgQIECAAAECBAgQIECAAAECBAgQIECAAAECBDIEBK8y5ugWBAgQIECAAAECBAgQIECAAAECBAgQIECAAAECBAgQIECAAAECBAgQIECAAAECBAgQIECAAAECBAgQIECAAAECBAgQIECAAAECBAgQIEDgoIDglcdBgAABAgQIECBAgAABAgQIECBAgAABAgQIECBAgAABAgQIECDQKyB41StoPQECBAgQIECAAAECBAgQIECAAAECBAgQIECAAAECBAgQIECAAAECBAgQIECAAAECBAgQIECAAAECBAgQIECAAAECBAgQIECAAAECBAgQ2LmA4NXOB+R4BAgQIECAAAECBAgQIECAAAECBAgQIECAAAECBAgQIECAAIECAoJXBYbkiAQIECBAgAABAgQIECBAgAABAgQIECBAgAABAgQIECBAgAABAgQIECBAgAABAgQIECBAgAABAgQIECBAgAABAgQIECBAgAABAgQIECBAoEdA8KpHz1oCBAgQIECAAAECBAgQIECAAAECBAgQIECAAAECBAgQIECAAIFZQPDKOyBAgAABAgQIECBAgAABAgQIECBAgAABAgQIECBAgAABAgQIECBAgAABAgQIECBAgAABAgQIECBAgAABAgQIECBAgAABAgQIECBAgAABAuECglfhA3Y9AgQIECBAgAABAgQIECBAgAABAgQIECBAgAABAgQIECBAgMAAAcGrAci2IECAAAECBAgQIECAAAECBAgQIECAAAECBAgQIECAAAECBAgQIECAAAECBAgQIECAAAECBAgQIECAAAECBAgQIECAAAECBAgQIECAAAECWwoIXm2pb28CBAgQIECAAAECBAgQIECAAAECBAgQIECAAAECBAgQIECAQIaA4FXGHN2CAAECBAgQIECAAAECBAgQIECAAAECBAgQIECAAAECBAgQIECAAAECBAgQIECAAAECBAgQIECAAAECBAgQIECAAAECBAgQIECAAAECBAgcFBC88jgIECBAgAABAgQIECBAgAABAgQIECBAgAABAgQIECBAgAABAgR6BQSvegWtJ0CAAAECBAgQIECAAAECBAgQIECAAAECBAgQIECAAAECBAgQIECAAAECBAgQIECAAAECBAgQIECAAAECBAgQIECAAAECBAgQIECAAAECOxcQvNr5gByPAAECBAgQIECAAAECBAgQIECAAAECBAgQIECAAAECBAgQIFBAQPCqwJAckQABAgQIECBAgAABAgQIECBAgAABAgQIECBAgAABAgQIECBAgAABAgQIECBAgAABAgQIECBAgAABAgQIECBAgAABAgQIECBAgAABAgQI9AgIXvXoWUuAAAECBAgQIECAAAECBAgQIECAAAECBAgQIECAAAECBAgQIDALCF55BwQIECBAgAABAgQIECBAgAABAgQIECBAgAABAgQIECBAgAABAgQIECBAgAABAgQIECBAgAABAgQIECBAgAABAgQIECBAgAABAgQIECBAIFxA8Cp8wK5HgAABAgQIECBAgAABAgQIECBAgAABAgQIECBAgAABAgQIEBggIHg1ANkWBAgQIECAAAECBAgQIECAAAECBAgQIECAAAECBAgQIECAAAECBAgQIECAAAECBAgQIECAAAECBAgQIECAAAECBAgQIECAAAECBAgQIEBgSwHBqy317U2AAAECBAgQIECAAAECBAgQIECAAAECBAgQIECAAAECBAgQyBAQvMqYo1sQIECAAAECBAgQIECAAAECBAgQIECAAAECBAgQIECAAAECBAgQIECAAAECBAgQIECAAAECBAgQIECAAAECBAgQIECAAAECBAgQIECAAIGDAoJXHgcBAgQIECBAgAABAgQIECBAgAABAgQIECBAgAABAgQIECBAgECvgOBVr6D1BAgQIECAAAECBAgQIECAAAECBAgQIECAAAECBAgQIECAAAECBAgQIECAAAECBAgQIECAAAECBAgQIECAAAECBAgQIECAAAECBAgQIEBg5wKCVzsfkOMRIECAAAECBAgQIECAAAECBAgQIECAAAECBAgQIECAAAECBAoICF4VGJIjEiBAgAABAgQIECBAgAABAgQIECBAgAABAgQIECBAgAABAgQIECBAgAABAgQIECBAgAABAgQIECBAgAABAgQIECBAgAABAgQIECBAgACBHgHBqx49awkQIECAAAECBAgQIECAAAECBAgQIECAAAECBAgQIECAAAECBGYBwSvvgAABAgQIECBAgAABAgQIECBAgAABAgQIECBAgAABAgQIECBAgAABAgQIECBAgAABAgQIECBAgAABAgQIECBAgAABAgQIECBAgAABAgQIhAsIXoUP2PUIECBAgAABAgQIECBAgAABAgQIECBAgAABAgQIECBAgAABAgMEBK8GINuCAAECBAgQIECAAAECBAgQIECAAAECBAgQIECAAAECBAgQIECAAAECBAgQIECAAAECBAgQIECAAAECBAgQIECAAAECBAgQIECAAAECBAhsKSB4taW+vQkQIECAAAECBAgQIECAAAECBAgQIECAAAECBAgQIECAAAECGQKCVxlzdAsCBAgQIECAAAECBAgQIECAAAECBAgQIECAAAECBAgQIECAAAECBAgQIECAAAECBAgQIECAAAECBAgQIECAAAECBAgQIECAAAECBAgQIHBQQPDK4yBAgAABAgQIECBAgAABAgQIECBAgAABAgQIECBAgAABAgQIEOgVELzqFbSeAAECBAgQIECAAAECBAgQIECAAAECBAgQIECAAAECBAgQIECAAAECBAgQIECAAAECBAgQIECAAAECBAgQIECAAAECBAgQIECAAAECBAjsXEDwaucDcjwCBAgQIECAAAECBAgQIECAAAECBAgQIECAAAECBAgQIECAQAEBwasCQ3JEAgQIECBAgAABAgQIECBAgAABAgQIECBAgAABAgQIECBAgAABAgQIECBAgAABAgQIECBAgAABAgQIECBAgAABAgQIECBAgAABAgQIECDQIyB41aNnLQECBAgQIECAAAECBAgQIECAAAECBAgQIECAAAECBAgQIECAwCwgeOUdECBAgAABAgQIECBAgAABAgQIECBAgAABAgQIECBAgAABAgQIECBAgAABAgQIECBAgAABAgQIECBAgAABAgQIECBAgAABAgQIECBAgACBcAHBq/ABux4BAgQIECBAgAABAgQIECBAgAABAgQIECBAgAABAgQIECBAYICA4NUAZFsQIECAAAECBAgQIECAAAECBAgQIECAAAECBAgQIECAAAECBAgQIECAAAECBAgQIECAAAECBAgQIECAAAECBAgQIECAAAECBAgQIECAAIEtBQSvttS3NwECBAgQIECAAAECBAgQIECAAAECBAgQIECAAAECBAgQIEAgQ0DwKmOObkGAAAECBAgQIECAAAECBAgQIECAAAECBAgQIECAAAECBAgQIECAAAECBAgQIECAAAECBAgQIECAAAECBAgQIECAAAECBAgQIECAAAECBA4KCF55HAQIECBAgAABAgQIECBAgAABAgQIECBAgAABAgQIECBAgAABAr0Cgle9gtYTIECAAAECBAgQIECAAAECBAgQIECAAAECBAgQIECAAAECBAgQIECAAAECBAgQIECAAAECBAgQIECAAAECBAgQIECAAAECBAgQIECAAIGdCwhe7XxAjkeAAAECBAgQIECAAAECBAgQIECAAAECBAgQIECAAAECBAgQKCAgeFVgSI5IgAABAgQIECBAgAABAgQIECBAgAABAgQIECBAgAABAgQIECBAgAABAgQIECBAgAABAgQIECBAgAABAgQIECBAgAABAgQIECBAgAABAgR6BASvevSsJUCAAAECBAgQIECAAAECBAgQIECAAAECBAgQIECAAAECBAgQmAUEr7wDAgQIECBAgAABAgQIECBAgAABAgQIECBAgAABAgQIECBAgAABAgQIECBAgAABAgQIECBAgAABAgQIECBAgAABAgQIECBAgAABAgQIECAQLiB4FT5g1yNAgAABAgQIECBAgAABAgQIECBAgAABAgQIECBAgAABAgQIDBAQvBqAbAsCBAgQIECAAAECBAgQIECAAAECBAgQIECAAAECBAgQIECAAAECBAgQIECAAAECBAgQIECAAAECBAgQIECAAAECBAgQIECAAAECBAgQILClgODVlvr2JkCAAAECBAgQIECAAAECBAgQIECAAAECBAgQIECAAAECBAhkCAheZczRLQgQIECAAAECBAgQIECAAAECBAgQIECAAAECBAgQIECAAAECBAgQIECAAAECBAgQIECAAAECBAgQIECAAAECBAgQIECAAAECBAgQIECAwEEBwSuPgwABAgQIECBAgAABAgQIECBAgAABAgQIECBAgAABAgQIECBAoFdA8KpX0HoCBAgQIECAAAECBAgQIECAAAECBAgQIECAAAECBAgQIECAAAECBAgQIECAAAECBAgQIECAAAECBAgQIECAAAECBAgQIECAAAECBAgQILBzAcGrnQ/I8QgQIECAAAECBAgQIECAAAECBAgQIECAAAECBAgQIECAAAECBQQErwoMyREJECBAgAABAgQIECBAgAABAgQIECBAgAABAgQIECBAgAABAgQIECBAgAABAgQIECBAgAABAgQIECBAgAABAgQIECBAgAABAgQIECBAgECPgOBVj561BAgQIECAAAECBAgQIECAAAECBAgQIECAAAECBAgQIECAAAECs4DglXdAgAABAgQIECBAgAABAgQIECBAgAABAgQIECBAgAABAgQIECBAgAABAgQIECBAgAABAgQIECBAgAABAgQIECBAgAABAgQIECBAgAABAgTCBQSvwgfsegQIECBAgAABAgQIECBAgAABAgQIECBAgAABAgQIECBAgACB/7Z3B6mSw0AQBe9/6hn6AP6QCCSVMvYyVkV52fTbICB4tQHZKwgQIECAAAECBAgQIECAAAECBAgQIECAAAECBAgQIECAAAECBAgQIECAAAECBAgQIECAAAECBAgQIECAAAECBAgQIECAAAECBAgQIECAwEkBwauT+t5NgAABAgQIECBAgAABAgQIECBAgAABAgQIECBAgAABAgQIEHhDQPDqjT2aggABAgQIECBAgAABAgQIECBAgAABAgQIECBAgAABAgQIECBAgAABAgQIECBAgAABAgQIECBAgAABAgQIECBAgAABAgQIECBAgAABAgQIfAoIXvk4CBAgQIAAAQIECBAgQIAAAQIECBAgQIAAAQIECBAgQIAAAQIEVgUEr1YFPU+AAAECBAgQIECAAAECBAgQIECAAAECBAgQIECAAAECBAgQIECAAAECBAgQIECAAAECBAgQIECAAAECBAgQIECAAAECBAgQIECAAAECBC4XELy6fEGuR4AAAQIECBAgQIAAAQIECBAgQIAAAQIECBAgQIAAAQIECBAYICB4NWBJrkiAAAECBAgQIECAAAECBAgQIECAAAECBAgQIECAAAECBAgQIECAAAECBAgQIECAAAECBAgQIECAAAECBAgQIECAAAECBAgQIECAAAECBFYEBK9W9DxLgAABAgQIECBAgAABAgQIECBAgAABAgQIECBAgAABAgQIECDwExC88h0QIECAAAECBAgQIECAAAECBAgQIECAAAECBAgQIECAAAECBAgQIECAAAECBAgQIECAAAECBAgQIECAAAECBAgQIECAAAECBAgQIECAAIHHBQSvHl+w8QgQIECAAAECBAgQIECAAAECBAgQIECAAAECBAgQIECAAAECGwQErzYgewUBAgQIECBAgAABAgQIECBAgAABAgQIECBAgAABAgQIECBAgAABAgQIECBAgAABAgQIECBAgAABAgQIECBAgAABAgQIECBAgAABAgQIEDgpIHh1Ut+7CRAgQIAAAQIECBAgQIAAAQIECBAgQIAAAQIECBAgQIAAAQJvCAhevbFHUxAgQIAAAQIECBAgQIAAAQIECBAgQIAAAQIECBAgQIAAAQIECBAgQIAAAQIECBAgQIAAAQIECBAgQIAAAQIECBAgQIAAAQIECBAgQIAAgU8BwSsfBwECBAgQIECAAAECBAgQIECAAAECBAgQIECAAAECBAgQIECAwKqA4NWqoOcJECBAgAABAgQIECBAgAABAgQIECBAgAABAgQIECBAgAABAgQIECBAgAABAgQIECBAgAABAgQIECBAgAABAgQIECBAgAABAgQIECBAgMDlAoJXly/I9QgQIECAAAECBAgQIECAAAECBAgQIECAAAECBAgQIECAAAECAwQErwYsyRUJECBAgAABAgQIECBAgAABAgQIECBAgAABAgQIECBAgAABAgQIECBAgAABAgQIECBAgAABAgQIECBAgAABAgQIECBAgAABAgQIECBAgMCKgODVip5nCRAgQIAAAQIECBAgQIAAAQIECBAgQIAAAQIECBAgQIAAAQIEfgKCV74DAgQIECBAgAABAgQIECBAgAABAgQIECBAgAABAgQIECBAgAABAgQIECBAgAABAgQIECBAgAABAgQIECBAgAABAgQIECBAgAABAgQIECDwuIDg1eMLNh4BAgQIECBAgAABAgQIECBAgAABAgQIECBAgAABAgQIECBAYIOA4NUGZK8gQIAAAQIECBAgQIAAAQIECBAgQIAAAQIECBAgQIAAAQIECBAgQIAAAQIECBAgQIAAAQIECBAgQIAAAQIECBAgQIAAAQIECBAgQIAAAQInBQSvTup7NwECBAgQIECAAAECBAgQIECAAAECBAgQIECAAAECBAgQIEDgDQHBqzf2aAoCBAgQIECAAAECBAgQIECAAAECBAgQIECAAAECBAgQIECAAAECBAgQIECAAAECBAgQIECAAAECBAgQIECAAAECBAgQIECAAAECBAgQIPApIHjl4yBAgAABAgQIECBAgAABAgQIECBAgAABAgQIECBAgAABAgQIEFgVELxaFfQ8AQIECBAgQIAAAQIECBAgQIAAAQIECBAgQIAAAQIECBAgQIAAAQIECBCDfGJUAAAXeklEQVQgQIAAAQIECBAgQIAAAQIECBAgQIAAAQIECBAgQIAAAQIECBC4XEDw6vIFuR4BAgQIECBAgAABAgQIECBAgAABAgQIECBAgAABAgQIECBAYICA4NWAJbkiAQIECBAgQIAAAQIECBAgQIAAAQIECBAgQIAAAQIECBAgQIAAAQIECBAgQIAAAQIECBAgQIAAAQIECBAgQIAAAQIECBAgQIAAAQIECBBYERC8WtHzLAECBAgQIECAAAECBAgQIECAAAECBAgQIECAAAECBAgQIECAwE9A8Mp3QIAAAQIECBAgQIAAAQIECBAgQIAAAQIECBAgQIAAAQIECBAgQIAAAQIECBAgQIAAAQIECBAgQIAAAQIECBAgQIAAAQIECBAgQIAAAQIEHhcQvHp8wcYjQIAAAQIECBAgQIAAAQIECBAgQIAAAQIECBAgQIAAAQIECGwQELzagOwVBAgQIECAAAECBAgQIECAAAECBAgQIECAAAECBAgQIECAAAECBAgQIECAAAECBAgQIECAAAECBAgQIECAAAECBAgQIECAAAECBAgQIEDgpIDg1Ul97yZAgAABAgQIECBAgAABAgQIECBAgAABAgQIECBAgAABAgQIvCEgePXGHk1BgAABAgQIECBAgAABAgQIECBAgAABAgQIECBAgAABAgQIECBAgAABAgQIECBAgAABAgQIECBAgAABAgQIECBAgAABAgQIECBAgAABAgQ+BSYGr6yTAAECBAgQIECAAAECBAgQIECAAAECBAgQIECAAAECBAgQIEDgboEJv0m5W9DtCBAgQIAAAQIECBAgQIAAAQIECBAgQIAAAQIECBAgQIAAAQIECBAgQIAAAQIECBAgQIAAAQIECBAgQIAAAQIECBAgQIAAAQIECBAgQIDAZQIT/lzo32VmrkOAAAECBAgQIECAAAECBAgQIECAAAECBAgQIECAAAECBAgQIPC3wITfpNghAQIECBAgQIAAAQIECBAgQIAAAQIECBAgQIAAAQIECBAgQIAAAQIECBAgQIAAAQIECBAgQIAAAQIECBAgQIAAAQIECBAgQIAAAQIECBAgEAhM+HMhwatgoY4SIECAAAECBAgQIECAAAECBAgQIECAAAECBAgQIECAAAECBC4QmPCblAuYXIEAAQIECBAgQIAAAQIECBAgQIAAAQIECBAgQIAAAQIECBAgQIAAAQIECBAgQIAAAQIECBAgQIAAAQIECBAgQIAAAQIECBAgQIAAAQIECMwRmPDnQoJXc74nNyVAgAABAgQIECBAgAABAgQIECBAgAABAgQIECBAgAABAgQI/AQm/CbFpggQIECAAAECBAgQIECAAAECBAgQIECAAAECBAgQIECAAAECBAgQIECAAAECBAgQIECAAAECBAgQIECAAAECBAgQIECAAAECBAgQIECAAIFAwJ8LBViOEiBAgAABAgQIECBAgAABAgQIECBAgAABAgQIECBAgAABAgQIECBAgAABAgQIECBAgAABAgQIECBAgAABAgQIECBAgAABAgQIECBAgAABAgQIECBAgAABAgQIECBAgAABAgQIECBAgAABAgQIECBAgAABAgQaBQSvGrduZgIECBAgQIAAAQIECBAgQIAAAQIECBAgQIAAAQIECBAgQIAAAQIECBAgQIAAAQIECBAgQIAAAQIECBAgQIAAAQIECBAgQIAAAQIECBAgQIAAAQIECBAgQIAAAQIECBAgQIAAAQIECBAgQIAAAQIECBAgQIBAICB4FWA5SoAAAQIECBAgQIAAAQIECBAgQIAAAQIECBAgQIAAAQIECBAgQIAAAQIECBAgQIAAAQIECBAgQIAAAQIECBAgQIAAAQIECBAgQIAAAQIECBAgQIAAAQIECBAgQIAAAQIECBAgQIAAAQIECBAgQIAAAQIECBBoFBC8aty6mQkQIECAAAECBAgQIECAAAECBAgQIECAAAECBAgQIECAAAECBAgQIECAAAECBAgQIECAAAECBAgQIECAAAECBAgQIECAAAECBAgQIECAAAECBAgQIECAAAECBAgQIECAAAECBAgQIECAAAECBAgQIECAAAECgYDgVYDlKAECBAgQIECAAAECBAgQIECAAAECBAgQIECAAAECBAgQIECAAAECBAgQIECAAAECBAgQIECAAAECBAgQIECAAAECBAgQIECAAAECBAgQIECAAAECBAgQIECAAAECBAgQIECAAAECBAgQIECAAAECBAgQIECgUUDwqnHrZiZAgAABAgQIECBAgAABAgQIECBAgAABAgQIECBAgAABAgQIECBAgAABAgQIECBAgAABAgQIECBAgAABAgQIECBAgAABAgQIECBAgAABAgQIECBAgAABAgQIECBAgAABAgQIECBAgAABAgQIECBAgAABAgQIBAKCVwGWowQIECBAgAABAgQIECBAgAABAgQIECBAgAABAgQIECBAgAABAgQIECBAgAABAgQIECBAgAABAgQIECBAgAABAgQIECBAgAABAgQIECBAgAABAgQIECBAgAABAgQIECBAgAABAgQIECBAgAABAgQIECBAgACBRgHBq8atm5kAAQIECBAgQIAAAQIECBAgQIAAAQIECBAgQIAAAQIECBAgQIAAAQIECBAgQIAAAQIECBAgQIAAAQIECBAgQIAAAQIECBAgQIAAAQIECBAgQIAAAQIECBAgQIAAAQIECBAgQIAAAQIECBAgQIAAAQIECBAgEAgIXgVYjhIgQIAAAQIECBAgQIAAAQIECBAgQIAAAQIECBAgQIAAAQIECBAgQIAAAQIECBAgQIAAAQIECBAgQIAAAQIECBAgQIAAAQIECBAgQIAAAQIECBAgQIAAAQIECBAgQIAAAQIECBAgQIAAAQIECBAgQIAAAQIEGgUErxq3bmYCBAgQIECAAAECBAgQIECAAAECBAgQIECAAAECBAgQIECAAAECBAgQIECAAAECBAgQIECAAAECBAgQIECAAAECBAgQIECAAAECBAgQIECAAAECBAgQIECAAAECBAgQIECAAAECBAgQIECAAAECBAgQIECAQCAgeBVgOUqAAAECBAgQIECAAAECBAgQIECAAAECBAgQIECAAAECBAgQIECAAAECBAgQIECAAAECBAgQIECAAAECBAgQIECAAAECBAgQIECAAAECBAgQIECAAAECBAgQIECAAAECBAgQIECAAAECBAgQIECAAAECBAgQaBQQvGrcupkJECBAgAABAgQIECBAgAABAgQIECBAgAABAgQIECBAgAABAgQIECBAgAABAgQIECBAgAABAgQIECBAgAABAgQIECBAgAABAgQIECBAgAABAgQIECBAgAABAgQIECBAgAABAgQIECBAgAABAgQIECBAgAABAoGA4FWA5SgBAgQIECBAgAABAgQIECBAgAABAgQIECBAgAABAgQIECBAgAABAgQIECBAgAABAgQIECBAgAABAgQIECBAgAABAgQIECBAgAABAgQIECBAgAABAgQIECBAgAABAgQIECBAgAABAgQIECBAgAABAgQIECBAoFFA8Kpx62YmQIAAAQIECBAgQIAAAQIECBAgQIAAAQIECBAgQIAAAQIECBAgQIAAAQIECBAgQIAAAQIECBAgQIAAAQIECBAgQIAAAQIECBAgQIAAAQIECBAgQIAAAQIECBAgQIAAAQIECBAgQIAAAQIECBAgQIAAAQIECAQCglcBlqMECBAgQIAAAQIECBAgQIAAAQIECBAgQIAAAQIECBAgQIAAAQIECBAgQIAAAQIECBAgQIAAAQIECBAgQIAAAQIECBAgQIAAAQIECBAgQIAAAQIECBAgQIAAAQIECBAgQIAAAQIECBAgQIAAAQIECBAgQIAAgUYBwavGrZuZAAECBAgQIECAAAECBAgQIECAAAECBAgQIECAAAECBAgQIECAAAECBAgQIECAAAECBAgQIECAAAECBAgQIECAAAECBAgQIECAAAECBAgQIECAAAECBAgQIECAAAECBAgQIECAAAECBAgQIECAAAECBAgQIBAICF4FWI4SIECAAAECBAgQIECAAAECBAgQIECAAAECBAgQIECAAAECBAgQIECAAAECBAgQIECAAAECBAgQIECAAAECBAgQIECAAAECBAgQIECAAAECBAgQIECAAAECBAgQIECAAAECBAgQIECAAAECBAgQIECAAAECBBoFBK8at25mAgQIECBAgAABAgQIECBAgAABAgQIECBAgAABAgQIECBAgAABAgQIECBAgAABAgQIECBAgAABAgQIECBAgAABAgQIECBAgAABAgQIECBAgAABAgQIECBAgAABAgQIECBAgAABAgQIECBAgAABAgQIECBAgEAgIHgVYDlKgAABAgQIECBAgAABAgQIECBAgAABAgQIECBAgAABAgQIECBAgAABAgQIECBAgAABAgQIECBAgAABAgQIECBAgAABAgQIECBAgAABAgQIECBAgAABAgQIECBAgAABAgQIECBAgAABAgQIECBAgAABAgQIEGgUELxq3LqZCRAgQIAAAQIECBAgQIAAAQIECBAgQIAAAQIECBAgQIAAAQIECBAgQIAAAQIECBAgQIAAAQIECBAgQIAAAQIECBAgQIAAAQIECBAgQIAAAQIECBAgQIAAAQIECBAgQIAAAQIECBAgQIAAAQIECBAgQIAAAQKBgOBVgOUoAQIECBAgQIAAAQIECBAgQIAAAQIECBAgQIAAAQIECBAgQIAAAQIECBAgQIAAAQIECBAgQIAAAQIECBAgQIAAAQIECBAgQIAAAQIECBAgQIAAAQIECBAgQIAAAQIECBAgQIAAAQIECBAgQIAAAQIECBAgQKBRQPCqcetmJkCAAAECBAgQIECAAAECBAgQIECAAAECBAgQIECAAAECBAgQIECAAAECBAgQIECAAAECBAgQIECAAAECBAgQIECAAAECBAgQIECAAAECBAgQIECAAAECBAgQIECAAAECBAgQIECAAAECBAgQIECAAAECBAgEAoJXAZajBAgQIECAAAECBAgQIECAAAECBAgQIECAAAECBAgQIECAAAECBAgQIECAAAECBAgQIECAAAECBAgQIECAAAECBAgQIECAAAECBAgQIECAAAECBAgQIECAAAECBAgQIECAAAECBAgQIECAAAECBAgQIECAAIFGAcGrxq2bmQABAgQIECBAgAABAgQIECBAgAABAgQIECBAgAABAgQIECBAgAABAgQIECBAgAABAgQIECBAgAABAgQIECBAgAABAgQIECBAgAABAgQIECBAgAABAgQIECBAgAABAgQIECBAgAABAgQIECBAgAABAgQIECAQCAheBViOEiBAgAABAgQIECBAgAABAgQIECBAgAABAgQIECBAgAABAgQIECBAgAABAgQIECBAgAABAgQIECBAgAABAgQIECBAgAABAgQIECBAgAABAgQIECBAgAABAgQIECBAgAABAgQIECBAgAABAgQIECBAgAABAgQaBQSvGrduZgIECBAgQIAAAQIECBAgQIAAAQIECBAgQIAAAQIECBAgQIAAAQIECBAgQIAAAQIECBAgQIAAAQIECBAgQIAAAQIECBAgQIAAAQIECBAgQIAAAQIECBAgQIAAAQIECBAgQIAAAQIECBAgQIAAAQIECBAgQIBAICB4FWA5SoAAAQIECBAgQIAAAQIECBAgQIAAAQIECBAgQIAAAQIECBAgQIAAAQIECBAgQIAAAQIECBAgQIAAAQIECBAgQIAAAQIECBAgQIAAAQIECBAgQIAAAQIECBAgQIAAAQIECBAgQIAAAQIECBAgQIAAAQIECBBoFBC8aty6mQkQIECAAAECBAgQIECAAAECBAgQIECAAAECBAgQIECAAAECBAgQIECAAAECBAgQIECAAAECBAgQIECAAAECBAgQIECAAAECBAgQIECAAAECBAgQIECAAAECBAgQIECAAAECBAgQIECAAAECBAgQIECAAAECgYDgVYDlKAECBAgQIECAAAECBAgQIECAAAECBAgQIECAAAECBAgQIECAAAECBAgQIECAAAECBAgQIECAAAECBAgQIECAAAECBAgQIECAAAECBAgQIECAAAECBAgQIECAAAECBAgQIECAAAECBAgQIECAAAECBAgQIECgUUDwqnHrZiZAgAABAgQIECBAgAABAgQIECBAgAABAgQIECBAgAABAgQIECBAgAABAgQIECBAgAABAgQIECBAgAABAgQIECBAgAABAgQIECBAgAABAgQIECBAgAABAgQIECBAgAABAgQIECBAgAABAgQIECBAgAABAgQIBAKCVwGWowQIECBAgAABAgQIECBAgAABAgQIECBAgAABAgQIECBAgAABAgQIECBAgAABAgQIECBAgAABAgQIECBAgAABAgQIECBAgAABAgQIECBAgAABAgQIECBAgAABAgQIECBAgAABAgQIECBAgAABAgQIECBAgACBRgHBq8atm5kAAQIECBAgQIAAAQIECBAgQIAAAQIECBAgQIAAAQIECBAgQIAAAQIECBAgQIAAAQIECBAgQIAAAQIECBAgQIAAAQIECBAgQIAAAQIECBAgQIAAAQIECBAgQIAAAQIECBAgQIAAAQIECBAgQIAAAQIECBAgEAgIXgVYjhIgQIAAAQIECBAgQIAAAQIECBAgQIAAAQIECBAgQIAAAQIECBAgQIAAAQIECBAgQIAAAQIECBAgQIAAAQIECBAgQIAAAQIECBAgQIAAAQIECBAgQIAAAQIECBAgQIAAAQIECBAgQIAAAQIECBAgQIAAAQIEGgUErxq3bmYCBAgQIECAAAECBAgQIECAAAECBAgQIECAAAECBAgQIECAAAECBAgQIECAAAECBAgQIECAAAECBAgQIECAAAECBAgQIECAAAECBAgQIECAAAECBAgQIECAAAECBAgQIECAAAECBAgQIECAAAECBAgQIECAQCAgeBVgOUqAAAECBAgQIECAAAECBAgQIECAAAECBAgQIECAAAECBAgQIECAAAECBAgQIECAAAECBAgQIECAAAECBAgQIECAAAECBAgQIECAAAECBAgQIECAAAECBAgQIECAAAECBAgQIECAAAECBAgQIECAAAECBAgQaBQQvGrcupkJECBAgAABAgQIECBAgAABAgQIECBAgAABAgQIECBAgAABAgQIECBAgAABAgQIECBAgAABAgQIECBAgAABAgQIECBAgAABAgQIECBAgAABAgQIECBAgAABAgQIECBAgAABAgQIECBAgAABAgQIECBAgAABAoGA4FWA5SgBAgQIECBAgAABAgQIECBAgAABAgQIECBAgAABAgQIECBAgAABAgQIECBAgAABAgQIECBAgAABAgQIECBAgAABAgQIECBAgAABAgQIECBAgAABAgQIECBAgAABAgQIECBAgAABAgQIECBAgAABAgQIECBAoFFA8Kpx62YmQIAAAQIECBAgQIAAAQIECBAgQIAAAQIECBAgQIAAAQIECBAgQIAAAQIECBAgQIAAAQIECBAgQIAAAQIECBAgQIAAAQIECBAgQIAAAQIECBAgQIAAAQIECBAgQIAAAQIECBAgQIAAAQIECBAgQIAAAQIECAQCglcBlqMECBAgQIAAAQIECBAgQIAAAQIECBAgQIAAAQIECBAgQIAAAQIECBAgQIAAAQIECBAgQIAAAQIECBAgQIAAAQIECBAgQIAAAQIECBAgQIAAAQIECBAgQIAAAQIECBAgQIAAAQIECBAgQIAAAQIECBAgQIAAgUYBwavGrZuZAAECBAgQIECAAAECBAgQIECAAAECBAgQIECAAAECBAgQIECAAAECBAgQIECAAAECBAgQIECAAAECBAgQIECAAAECBAgQIECAAAECBAgQIECAAAECBAgQIECAAAECBAgQIECAAAECBAgQIECAAAECBAgQIBAI/Aezp/6TH4YZTQAAAABJRU5ErkJggg=="/>
          <p:cNvSpPr>
            <a:spLocks noChangeAspect="1" noChangeArrowheads="1"/>
          </p:cNvSpPr>
          <p:nvPr/>
        </p:nvSpPr>
        <p:spPr bwMode="auto">
          <a:xfrm>
            <a:off x="63500" y="-136525"/>
            <a:ext cx="16297275" cy="63912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uk-UA"/>
          </a:p>
        </p:txBody>
      </p:sp>
    </p:spTree>
    <p:extLst>
      <p:ext uri="{BB962C8B-B14F-4D97-AF65-F5344CB8AC3E}">
        <p14:creationId xmlns:p14="http://schemas.microsoft.com/office/powerpoint/2010/main" val="2030571021"/>
      </p:ext>
    </p:extLst>
  </p:cSld>
  <p:clrMapOvr>
    <a:masterClrMapping/>
  </p:clrMapOvr>
</p:sld>
</file>

<file path=ppt/theme/theme1.xml><?xml version="1.0" encoding="utf-8"?>
<a:theme xmlns:a="http://schemas.openxmlformats.org/drawingml/2006/main" name="Грань">
  <a:themeElements>
    <a:clrScheme name="Аспект">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Настроювані 3">
      <a:majorFont>
        <a:latin typeface="Century Gothic"/>
        <a:ea typeface=""/>
        <a:cs typeface=""/>
      </a:majorFont>
      <a:minorFont>
        <a:latin typeface="Franklin Gothic Book"/>
        <a:ea typeface=""/>
        <a:cs typeface=""/>
      </a:minorFont>
    </a:fontScheme>
    <a:fmtScheme name="Грань">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4782</TotalTime>
  <Words>2564</Words>
  <Application>Microsoft Office PowerPoint</Application>
  <PresentationFormat>Широкий екран</PresentationFormat>
  <Paragraphs>138</Paragraphs>
  <Slides>55</Slides>
  <Notes>0</Notes>
  <HiddenSlides>0</HiddenSlides>
  <MMClips>0</MMClips>
  <ScaleCrop>false</ScaleCrop>
  <HeadingPairs>
    <vt:vector size="6" baseType="variant">
      <vt:variant>
        <vt:lpstr>Використані шрифти</vt:lpstr>
      </vt:variant>
      <vt:variant>
        <vt:i4>7</vt:i4>
      </vt:variant>
      <vt:variant>
        <vt:lpstr>Тема</vt:lpstr>
      </vt:variant>
      <vt:variant>
        <vt:i4>1</vt:i4>
      </vt:variant>
      <vt:variant>
        <vt:lpstr>Заголовки слайдів</vt:lpstr>
      </vt:variant>
      <vt:variant>
        <vt:i4>55</vt:i4>
      </vt:variant>
    </vt:vector>
  </HeadingPairs>
  <TitlesOfParts>
    <vt:vector size="63" baseType="lpstr">
      <vt:lpstr>Arial</vt:lpstr>
      <vt:lpstr>Century Gothic</vt:lpstr>
      <vt:lpstr>Franklin Gothic Book</vt:lpstr>
      <vt:lpstr>Söhne</vt:lpstr>
      <vt:lpstr>Söhne Mono</vt:lpstr>
      <vt:lpstr>Times New Roman</vt:lpstr>
      <vt:lpstr>Wingdings 3</vt:lpstr>
      <vt:lpstr>Грань</vt:lpstr>
      <vt:lpstr>Діаграми взаємодії</vt:lpstr>
      <vt:lpstr>Діаграми взаємодії</vt:lpstr>
      <vt:lpstr>Діаграма послідовності (Sequence Diagram)</vt:lpstr>
      <vt:lpstr>Лінія життя</vt:lpstr>
      <vt:lpstr>Лінія життя</vt:lpstr>
      <vt:lpstr>Актор і рекурсія на діаграмі послідовності</vt:lpstr>
      <vt:lpstr>Повідомлення</vt:lpstr>
      <vt:lpstr>Повідомлення </vt:lpstr>
      <vt:lpstr>Повідомлення</vt:lpstr>
      <vt:lpstr>Повідомлення</vt:lpstr>
      <vt:lpstr>Стеротипи</vt:lpstr>
      <vt:lpstr>Час</vt:lpstr>
      <vt:lpstr>Час</vt:lpstr>
      <vt:lpstr>Презентація PowerPoint</vt:lpstr>
      <vt:lpstr>Загальний порядок</vt:lpstr>
      <vt:lpstr>Приклад</vt:lpstr>
      <vt:lpstr>Презентація PowerPoint</vt:lpstr>
      <vt:lpstr>Ключові слова фреймів</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Часова діаграма (Time diagram)</vt:lpstr>
      <vt:lpstr>Часова діаграма</vt:lpstr>
      <vt:lpstr>Зміна станів</vt:lpstr>
      <vt:lpstr>Повідомлення</vt:lpstr>
      <vt:lpstr>Презентація PowerPoint</vt:lpstr>
      <vt:lpstr>Презентація PowerPoint</vt:lpstr>
      <vt:lpstr>Презентація PowerPoint</vt:lpstr>
      <vt:lpstr>Діаграма кооперації (Collaboration Diagram)</vt:lpstr>
      <vt:lpstr>Кооперація</vt:lpstr>
      <vt:lpstr>Приклади</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Презентація PowerPoint</dc:title>
  <dc:creator>User</dc:creator>
  <cp:lastModifiedBy>User</cp:lastModifiedBy>
  <cp:revision>203</cp:revision>
  <dcterms:created xsi:type="dcterms:W3CDTF">2022-02-06T13:04:47Z</dcterms:created>
  <dcterms:modified xsi:type="dcterms:W3CDTF">2026-04-26T19:24:39Z</dcterms:modified>
</cp:coreProperties>
</file>